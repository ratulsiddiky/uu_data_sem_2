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3.xml" ContentType="application/inkml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764" r:id="rId2"/>
  </p:sldMasterIdLst>
  <p:notesMasterIdLst>
    <p:notesMasterId r:id="rId44"/>
  </p:notesMasterIdLst>
  <p:handoutMasterIdLst>
    <p:handoutMasterId r:id="rId45"/>
  </p:handoutMasterIdLst>
  <p:sldIdLst>
    <p:sldId id="256" r:id="rId3"/>
    <p:sldId id="360" r:id="rId4"/>
    <p:sldId id="369" r:id="rId5"/>
    <p:sldId id="260" r:id="rId6"/>
    <p:sldId id="290" r:id="rId7"/>
    <p:sldId id="262" r:id="rId8"/>
    <p:sldId id="263" r:id="rId9"/>
    <p:sldId id="264" r:id="rId10"/>
    <p:sldId id="266" r:id="rId11"/>
    <p:sldId id="361" r:id="rId12"/>
    <p:sldId id="314" r:id="rId13"/>
    <p:sldId id="315" r:id="rId14"/>
    <p:sldId id="270" r:id="rId15"/>
    <p:sldId id="271" r:id="rId16"/>
    <p:sldId id="318" r:id="rId17"/>
    <p:sldId id="272" r:id="rId18"/>
    <p:sldId id="319" r:id="rId19"/>
    <p:sldId id="344" r:id="rId20"/>
    <p:sldId id="363" r:id="rId21"/>
    <p:sldId id="277" r:id="rId22"/>
    <p:sldId id="345" r:id="rId23"/>
    <p:sldId id="281" r:id="rId24"/>
    <p:sldId id="282" r:id="rId25"/>
    <p:sldId id="283" r:id="rId26"/>
    <p:sldId id="346" r:id="rId27"/>
    <p:sldId id="284" r:id="rId28"/>
    <p:sldId id="325" r:id="rId29"/>
    <p:sldId id="321" r:id="rId30"/>
    <p:sldId id="326" r:id="rId31"/>
    <p:sldId id="352" r:id="rId32"/>
    <p:sldId id="362" r:id="rId33"/>
    <p:sldId id="327" r:id="rId34"/>
    <p:sldId id="299" r:id="rId35"/>
    <p:sldId id="353" r:id="rId36"/>
    <p:sldId id="300" r:id="rId37"/>
    <p:sldId id="330" r:id="rId38"/>
    <p:sldId id="354" r:id="rId39"/>
    <p:sldId id="355" r:id="rId40"/>
    <p:sldId id="303" r:id="rId41"/>
    <p:sldId id="371" r:id="rId42"/>
    <p:sldId id="358" r:id="rId43"/>
  </p:sldIdLst>
  <p:sldSz cx="12798425" cy="719931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7516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5033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42550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90067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375840" algn="l" defTabSz="95033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851008" algn="l" defTabSz="95033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326176" algn="l" defTabSz="95033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801344" algn="l" defTabSz="95033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FEFF"/>
    <a:srgbClr val="B9E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38" autoAdjust="0"/>
    <p:restoredTop sz="66667" autoAdjust="0"/>
  </p:normalViewPr>
  <p:slideViewPr>
    <p:cSldViewPr>
      <p:cViewPr varScale="1">
        <p:scale>
          <a:sx n="102" d="100"/>
          <a:sy n="102" d="100"/>
        </p:scale>
        <p:origin x="1800" y="80"/>
      </p:cViewPr>
      <p:guideLst>
        <p:guide orient="horz" pos="2268"/>
        <p:guide pos="4032"/>
      </p:guideLst>
    </p:cSldViewPr>
  </p:slid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1" d="1"/>
        <a:sy n="1" d="1"/>
      </p:scale>
      <p:origin x="0" y="2574"/>
    </p:cViewPr>
  </p:sorterViewPr>
  <p:notesViewPr>
    <p:cSldViewPr>
      <p:cViewPr varScale="1">
        <p:scale>
          <a:sx n="66" d="100"/>
          <a:sy n="66" d="100"/>
        </p:scale>
        <p:origin x="1264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173BC7-E7D4-3D4B-A8E0-A2D2AE5A8C0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6387EC-BFC0-784A-B648-8AE5B566BF75}">
      <dgm:prSet phldrT="[Text]"/>
      <dgm:spPr/>
      <dgm:t>
        <a:bodyPr/>
        <a:lstStyle/>
        <a:p>
          <a:r>
            <a:rPr lang="en-US" dirty="0"/>
            <a:t>Program code</a:t>
          </a:r>
        </a:p>
      </dgm:t>
    </dgm:pt>
    <dgm:pt modelId="{8787F659-B991-3343-9042-4C07199010AD}" type="parTrans" cxnId="{0309AC7A-4A12-3546-A4CF-B8EE1185DD5B}">
      <dgm:prSet/>
      <dgm:spPr/>
      <dgm:t>
        <a:bodyPr/>
        <a:lstStyle/>
        <a:p>
          <a:endParaRPr lang="en-US"/>
        </a:p>
      </dgm:t>
    </dgm:pt>
    <dgm:pt modelId="{C24B30AF-9314-634E-A8EF-5EE315A026AF}" type="sibTrans" cxnId="{0309AC7A-4A12-3546-A4CF-B8EE1185DD5B}">
      <dgm:prSet/>
      <dgm:spPr/>
      <dgm:t>
        <a:bodyPr/>
        <a:lstStyle/>
        <a:p>
          <a:endParaRPr lang="en-US"/>
        </a:p>
      </dgm:t>
    </dgm:pt>
    <dgm:pt modelId="{7D1E28BB-E7D4-6240-9C26-9492ABCCB82C}">
      <dgm:prSet custT="1"/>
      <dgm:spPr/>
      <dgm:t>
        <a:bodyPr/>
        <a:lstStyle/>
        <a:p>
          <a:pPr marL="282575" indent="-282575" algn="l" defTabSz="914400" rtl="0" eaLnBrk="1" latinLnBrk="0" hangingPunct="1">
            <a:lnSpc>
              <a:spcPct val="90000"/>
            </a:lnSpc>
            <a:spcBef>
              <a:spcPts val="1800"/>
            </a:spcBef>
            <a:buClr>
              <a:schemeClr val="accent1"/>
            </a:buClr>
            <a:buSzPct val="75000"/>
            <a:buFont typeface="Wingdings" pitchFamily="2" charset="2"/>
            <a:buChar char="n"/>
          </a:pPr>
          <a:r>
            <a:rPr lang="en-US" sz="22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rPr>
            <a:t>which may be shared with other processes that are executing the same program</a:t>
          </a:r>
        </a:p>
      </dgm:t>
    </dgm:pt>
    <dgm:pt modelId="{E79FF0B8-9CA9-2C4D-A4D7-8AE87CFD65C0}" type="parTrans" cxnId="{55DF68C8-0BBD-BB45-A1B2-BFDD60500307}">
      <dgm:prSet/>
      <dgm:spPr/>
      <dgm:t>
        <a:bodyPr/>
        <a:lstStyle/>
        <a:p>
          <a:endParaRPr lang="en-US"/>
        </a:p>
      </dgm:t>
    </dgm:pt>
    <dgm:pt modelId="{D407455B-387C-4349-9E47-3EA34DB4736F}" type="sibTrans" cxnId="{55DF68C8-0BBD-BB45-A1B2-BFDD60500307}">
      <dgm:prSet/>
      <dgm:spPr/>
      <dgm:t>
        <a:bodyPr/>
        <a:lstStyle/>
        <a:p>
          <a:endParaRPr lang="en-US"/>
        </a:p>
      </dgm:t>
    </dgm:pt>
    <dgm:pt modelId="{5E037D5A-EDDE-E440-8CF3-C810A1D6E576}">
      <dgm:prSet/>
      <dgm:spPr/>
      <dgm:t>
        <a:bodyPr/>
        <a:lstStyle/>
        <a:p>
          <a:r>
            <a:rPr lang="en-US" dirty="0"/>
            <a:t>A set of data associated with that code</a:t>
          </a:r>
        </a:p>
      </dgm:t>
    </dgm:pt>
    <dgm:pt modelId="{12C2C1F2-ECCF-3841-8696-D8982B8C130C}" type="parTrans" cxnId="{1450A142-4100-B541-8A77-632087F1ABC1}">
      <dgm:prSet/>
      <dgm:spPr/>
      <dgm:t>
        <a:bodyPr/>
        <a:lstStyle/>
        <a:p>
          <a:endParaRPr lang="en-US"/>
        </a:p>
      </dgm:t>
    </dgm:pt>
    <dgm:pt modelId="{7127CD71-1958-8045-9D0B-EE0EE248AD3A}" type="sibTrans" cxnId="{1450A142-4100-B541-8A77-632087F1ABC1}">
      <dgm:prSet/>
      <dgm:spPr/>
      <dgm:t>
        <a:bodyPr/>
        <a:lstStyle/>
        <a:p>
          <a:endParaRPr lang="en-US"/>
        </a:p>
      </dgm:t>
    </dgm:pt>
    <dgm:pt modelId="{D388D580-87DE-AD47-A378-76DA43B1B04A}" type="pres">
      <dgm:prSet presAssocID="{53173BC7-E7D4-3D4B-A8E0-A2D2AE5A8C00}" presName="linear" presStyleCnt="0">
        <dgm:presLayoutVars>
          <dgm:animLvl val="lvl"/>
          <dgm:resizeHandles val="exact"/>
        </dgm:presLayoutVars>
      </dgm:prSet>
      <dgm:spPr/>
    </dgm:pt>
    <dgm:pt modelId="{F500F2E7-5140-0B44-A47F-00138E696C9A}" type="pres">
      <dgm:prSet presAssocID="{066387EC-BFC0-784A-B648-8AE5B566BF7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A1A3D03-DB08-6D4A-9013-6A326781C6BD}" type="pres">
      <dgm:prSet presAssocID="{066387EC-BFC0-784A-B648-8AE5B566BF75}" presName="childText" presStyleLbl="revTx" presStyleIdx="0" presStyleCnt="1">
        <dgm:presLayoutVars>
          <dgm:bulletEnabled val="1"/>
        </dgm:presLayoutVars>
      </dgm:prSet>
      <dgm:spPr/>
    </dgm:pt>
    <dgm:pt modelId="{02FDE227-3421-A249-B877-4E1ACDF3ED5A}" type="pres">
      <dgm:prSet presAssocID="{5E037D5A-EDDE-E440-8CF3-C810A1D6E576}" presName="parentText" presStyleLbl="node1" presStyleIdx="1" presStyleCnt="2" custLinFactNeighborY="14432">
        <dgm:presLayoutVars>
          <dgm:chMax val="0"/>
          <dgm:bulletEnabled val="1"/>
        </dgm:presLayoutVars>
      </dgm:prSet>
      <dgm:spPr/>
    </dgm:pt>
  </dgm:ptLst>
  <dgm:cxnLst>
    <dgm:cxn modelId="{1450A142-4100-B541-8A77-632087F1ABC1}" srcId="{53173BC7-E7D4-3D4B-A8E0-A2D2AE5A8C00}" destId="{5E037D5A-EDDE-E440-8CF3-C810A1D6E576}" srcOrd="1" destOrd="0" parTransId="{12C2C1F2-ECCF-3841-8696-D8982B8C130C}" sibTransId="{7127CD71-1958-8045-9D0B-EE0EE248AD3A}"/>
    <dgm:cxn modelId="{39EE7865-4F07-7E41-A337-CEB0999157BE}" type="presOf" srcId="{7D1E28BB-E7D4-6240-9C26-9492ABCCB82C}" destId="{4A1A3D03-DB08-6D4A-9013-6A326781C6BD}" srcOrd="0" destOrd="0" presId="urn:microsoft.com/office/officeart/2005/8/layout/vList2"/>
    <dgm:cxn modelId="{0309AC7A-4A12-3546-A4CF-B8EE1185DD5B}" srcId="{53173BC7-E7D4-3D4B-A8E0-A2D2AE5A8C00}" destId="{066387EC-BFC0-784A-B648-8AE5B566BF75}" srcOrd="0" destOrd="0" parTransId="{8787F659-B991-3343-9042-4C07199010AD}" sibTransId="{C24B30AF-9314-634E-A8EF-5EE315A026AF}"/>
    <dgm:cxn modelId="{BF79C07A-E053-954F-AD24-836E50D6ADD0}" type="presOf" srcId="{53173BC7-E7D4-3D4B-A8E0-A2D2AE5A8C00}" destId="{D388D580-87DE-AD47-A378-76DA43B1B04A}" srcOrd="0" destOrd="0" presId="urn:microsoft.com/office/officeart/2005/8/layout/vList2"/>
    <dgm:cxn modelId="{51FE397B-0AB3-B747-9DD3-7C50ABDF0ACA}" type="presOf" srcId="{066387EC-BFC0-784A-B648-8AE5B566BF75}" destId="{F500F2E7-5140-0B44-A47F-00138E696C9A}" srcOrd="0" destOrd="0" presId="urn:microsoft.com/office/officeart/2005/8/layout/vList2"/>
    <dgm:cxn modelId="{9C1C8ABE-B4DC-574F-A3FC-D4125EB8F64D}" type="presOf" srcId="{5E037D5A-EDDE-E440-8CF3-C810A1D6E576}" destId="{02FDE227-3421-A249-B877-4E1ACDF3ED5A}" srcOrd="0" destOrd="0" presId="urn:microsoft.com/office/officeart/2005/8/layout/vList2"/>
    <dgm:cxn modelId="{55DF68C8-0BBD-BB45-A1B2-BFDD60500307}" srcId="{066387EC-BFC0-784A-B648-8AE5B566BF75}" destId="{7D1E28BB-E7D4-6240-9C26-9492ABCCB82C}" srcOrd="0" destOrd="0" parTransId="{E79FF0B8-9CA9-2C4D-A4D7-8AE87CFD65C0}" sibTransId="{D407455B-387C-4349-9E47-3EA34DB4736F}"/>
    <dgm:cxn modelId="{956CBE23-0154-2B41-B8B9-8818A3FB17B6}" type="presParOf" srcId="{D388D580-87DE-AD47-A378-76DA43B1B04A}" destId="{F500F2E7-5140-0B44-A47F-00138E696C9A}" srcOrd="0" destOrd="0" presId="urn:microsoft.com/office/officeart/2005/8/layout/vList2"/>
    <dgm:cxn modelId="{B9E659D2-1523-AE4A-919B-F2248458EC8B}" type="presParOf" srcId="{D388D580-87DE-AD47-A378-76DA43B1B04A}" destId="{4A1A3D03-DB08-6D4A-9013-6A326781C6BD}" srcOrd="1" destOrd="0" presId="urn:microsoft.com/office/officeart/2005/8/layout/vList2"/>
    <dgm:cxn modelId="{1B2E5445-7173-5B4C-A802-BC463BCEAD3F}" type="presParOf" srcId="{D388D580-87DE-AD47-A378-76DA43B1B04A}" destId="{02FDE227-3421-A249-B877-4E1ACDF3ED5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DBB81C-2E50-BF48-A4AE-72E7EA7AEDEB}" type="doc">
      <dgm:prSet loTypeId="urn:microsoft.com/office/officeart/2005/8/layout/default#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BCFAB0-9BDD-6A4C-BDA3-38544E1BA07C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Identifier</a:t>
          </a:r>
        </a:p>
      </dgm:t>
    </dgm:pt>
    <dgm:pt modelId="{181B9A04-3E97-AC4B-B0D3-45D2CFCF36F3}" type="parTrans" cxnId="{94B777FE-C758-B041-BF04-66700F503577}">
      <dgm:prSet/>
      <dgm:spPr/>
      <dgm:t>
        <a:bodyPr/>
        <a:lstStyle/>
        <a:p>
          <a:endParaRPr lang="en-US"/>
        </a:p>
      </dgm:t>
    </dgm:pt>
    <dgm:pt modelId="{1F5FEA36-125C-C546-BF17-E399976F0522}" type="sibTrans" cxnId="{94B777FE-C758-B041-BF04-66700F503577}">
      <dgm:prSet/>
      <dgm:spPr/>
      <dgm:t>
        <a:bodyPr/>
        <a:lstStyle/>
        <a:p>
          <a:endParaRPr lang="en-US"/>
        </a:p>
      </dgm:t>
    </dgm:pt>
    <dgm:pt modelId="{A22EA74F-013B-934F-81B5-A61D7773663C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/>
            <a:t>State</a:t>
          </a:r>
        </a:p>
      </dgm:t>
    </dgm:pt>
    <dgm:pt modelId="{11A75EB7-B46C-0F46-B791-946256687DF5}" type="parTrans" cxnId="{7B5E7862-2FCC-C04C-A1F7-1B7B624286CB}">
      <dgm:prSet/>
      <dgm:spPr/>
      <dgm:t>
        <a:bodyPr/>
        <a:lstStyle/>
        <a:p>
          <a:endParaRPr lang="en-US"/>
        </a:p>
      </dgm:t>
    </dgm:pt>
    <dgm:pt modelId="{D7C600B0-36F9-1942-89B4-6165C2B30ADA}" type="sibTrans" cxnId="{7B5E7862-2FCC-C04C-A1F7-1B7B624286CB}">
      <dgm:prSet/>
      <dgm:spPr/>
      <dgm:t>
        <a:bodyPr/>
        <a:lstStyle/>
        <a:p>
          <a:endParaRPr lang="en-US"/>
        </a:p>
      </dgm:t>
    </dgm:pt>
    <dgm:pt modelId="{E90F924F-9396-2442-BDA3-BF3934D5AB60}">
      <dgm:prSet/>
      <dgm:spPr/>
      <dgm:t>
        <a:bodyPr/>
        <a:lstStyle/>
        <a:p>
          <a:r>
            <a:rPr lang="en-US" dirty="0"/>
            <a:t>Priority</a:t>
          </a:r>
        </a:p>
      </dgm:t>
    </dgm:pt>
    <dgm:pt modelId="{8C88B6AE-623E-C34E-BC73-D913467AE923}" type="parTrans" cxnId="{D11826D9-C42F-604B-A5FB-49F75F15EF21}">
      <dgm:prSet/>
      <dgm:spPr/>
      <dgm:t>
        <a:bodyPr/>
        <a:lstStyle/>
        <a:p>
          <a:endParaRPr lang="en-US"/>
        </a:p>
      </dgm:t>
    </dgm:pt>
    <dgm:pt modelId="{60E8B68D-DBEE-FC42-B8FF-A51F1633897F}" type="sibTrans" cxnId="{D11826D9-C42F-604B-A5FB-49F75F15EF21}">
      <dgm:prSet/>
      <dgm:spPr/>
      <dgm:t>
        <a:bodyPr/>
        <a:lstStyle/>
        <a:p>
          <a:endParaRPr lang="en-US"/>
        </a:p>
      </dgm:t>
    </dgm:pt>
    <dgm:pt modelId="{715CFDD4-B3DA-BE4A-9A9E-CD0BCBFEBF8C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Program counter</a:t>
          </a:r>
        </a:p>
      </dgm:t>
    </dgm:pt>
    <dgm:pt modelId="{6AF81781-7F0F-8049-A28E-7FEA6AB1332B}" type="parTrans" cxnId="{B62CBCC7-E483-3247-A54D-0B9E0E859E94}">
      <dgm:prSet/>
      <dgm:spPr/>
      <dgm:t>
        <a:bodyPr/>
        <a:lstStyle/>
        <a:p>
          <a:endParaRPr lang="en-US"/>
        </a:p>
      </dgm:t>
    </dgm:pt>
    <dgm:pt modelId="{3E9D0AA6-A96B-184D-B5F1-76679BE3EBAC}" type="sibTrans" cxnId="{B62CBCC7-E483-3247-A54D-0B9E0E859E94}">
      <dgm:prSet/>
      <dgm:spPr/>
      <dgm:t>
        <a:bodyPr/>
        <a:lstStyle/>
        <a:p>
          <a:endParaRPr lang="en-US"/>
        </a:p>
      </dgm:t>
    </dgm:pt>
    <dgm:pt modelId="{19C7F067-6540-364F-AF6B-A3236C627A2B}">
      <dgm:prSet/>
      <dgm:spPr>
        <a:solidFill>
          <a:srgbClr val="660066"/>
        </a:solidFill>
      </dgm:spPr>
      <dgm:t>
        <a:bodyPr/>
        <a:lstStyle/>
        <a:p>
          <a:r>
            <a:rPr lang="en-US" dirty="0"/>
            <a:t>Memory pointers</a:t>
          </a:r>
        </a:p>
      </dgm:t>
    </dgm:pt>
    <dgm:pt modelId="{29284481-9978-CA4D-B013-AA4E7E29BA25}" type="parTrans" cxnId="{D3680B97-74C3-1E42-BC94-A82A050499ED}">
      <dgm:prSet/>
      <dgm:spPr/>
      <dgm:t>
        <a:bodyPr/>
        <a:lstStyle/>
        <a:p>
          <a:endParaRPr lang="en-US"/>
        </a:p>
      </dgm:t>
    </dgm:pt>
    <dgm:pt modelId="{A080CD70-E361-284F-9C78-74B99DD4BCB6}" type="sibTrans" cxnId="{D3680B97-74C3-1E42-BC94-A82A050499ED}">
      <dgm:prSet/>
      <dgm:spPr/>
      <dgm:t>
        <a:bodyPr/>
        <a:lstStyle/>
        <a:p>
          <a:endParaRPr lang="en-US"/>
        </a:p>
      </dgm:t>
    </dgm:pt>
    <dgm:pt modelId="{0C8479D2-2CDE-6B40-A71B-1E3405C8F018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Context data</a:t>
          </a:r>
        </a:p>
      </dgm:t>
    </dgm:pt>
    <dgm:pt modelId="{B60EBA34-062E-F04E-BA3F-648E9A095B91}" type="parTrans" cxnId="{E94B71F2-E47D-5F42-8026-568B259FB73D}">
      <dgm:prSet/>
      <dgm:spPr/>
      <dgm:t>
        <a:bodyPr/>
        <a:lstStyle/>
        <a:p>
          <a:endParaRPr lang="en-US"/>
        </a:p>
      </dgm:t>
    </dgm:pt>
    <dgm:pt modelId="{BEFD6BE7-F3CB-CE4C-AC80-0CD3E62D3C67}" type="sibTrans" cxnId="{E94B71F2-E47D-5F42-8026-568B259FB73D}">
      <dgm:prSet/>
      <dgm:spPr/>
      <dgm:t>
        <a:bodyPr/>
        <a:lstStyle/>
        <a:p>
          <a:endParaRPr lang="en-US"/>
        </a:p>
      </dgm:t>
    </dgm:pt>
    <dgm:pt modelId="{582286A7-690C-4840-B35D-D2575D0CA780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I/O status information</a:t>
          </a:r>
        </a:p>
      </dgm:t>
    </dgm:pt>
    <dgm:pt modelId="{AB572F8D-D126-E24C-AF7D-C56801B4CDF1}" type="parTrans" cxnId="{32451E63-39E0-6746-A222-CACC7AF9EF8D}">
      <dgm:prSet/>
      <dgm:spPr/>
      <dgm:t>
        <a:bodyPr/>
        <a:lstStyle/>
        <a:p>
          <a:endParaRPr lang="en-US"/>
        </a:p>
      </dgm:t>
    </dgm:pt>
    <dgm:pt modelId="{0D8A5698-71EC-0B40-AA18-B8D55498C836}" type="sibTrans" cxnId="{32451E63-39E0-6746-A222-CACC7AF9EF8D}">
      <dgm:prSet/>
      <dgm:spPr/>
      <dgm:t>
        <a:bodyPr/>
        <a:lstStyle/>
        <a:p>
          <a:endParaRPr lang="en-US"/>
        </a:p>
      </dgm:t>
    </dgm:pt>
    <dgm:pt modelId="{B6242E29-052A-3A41-8102-2545FCCE8336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Accounting information</a:t>
          </a:r>
        </a:p>
      </dgm:t>
    </dgm:pt>
    <dgm:pt modelId="{FE2AE043-DA28-CF42-AC1E-77698602D003}" type="parTrans" cxnId="{5E9E2A84-9A7D-A44C-9465-DB3354B56A81}">
      <dgm:prSet/>
      <dgm:spPr/>
      <dgm:t>
        <a:bodyPr/>
        <a:lstStyle/>
        <a:p>
          <a:endParaRPr lang="en-US"/>
        </a:p>
      </dgm:t>
    </dgm:pt>
    <dgm:pt modelId="{4E7ADB18-FE2B-6146-A7BB-7D528526954C}" type="sibTrans" cxnId="{5E9E2A84-9A7D-A44C-9465-DB3354B56A81}">
      <dgm:prSet/>
      <dgm:spPr/>
      <dgm:t>
        <a:bodyPr/>
        <a:lstStyle/>
        <a:p>
          <a:endParaRPr lang="en-US"/>
        </a:p>
      </dgm:t>
    </dgm:pt>
    <dgm:pt modelId="{685CC5D3-5A33-4348-9730-FBED9A117716}" type="pres">
      <dgm:prSet presAssocID="{ECDBB81C-2E50-BF48-A4AE-72E7EA7AEDEB}" presName="diagram" presStyleCnt="0">
        <dgm:presLayoutVars>
          <dgm:dir/>
          <dgm:resizeHandles val="exact"/>
        </dgm:presLayoutVars>
      </dgm:prSet>
      <dgm:spPr/>
    </dgm:pt>
    <dgm:pt modelId="{843458A4-26D2-2C44-B9FB-71A1610693F2}" type="pres">
      <dgm:prSet presAssocID="{94BCFAB0-9BDD-6A4C-BDA3-38544E1BA07C}" presName="node" presStyleLbl="node1" presStyleIdx="0" presStyleCnt="8" custScaleY="85911" custLinFactX="83129" custLinFactNeighborX="100000" custLinFactNeighborY="-27780">
        <dgm:presLayoutVars>
          <dgm:bulletEnabled val="1"/>
        </dgm:presLayoutVars>
      </dgm:prSet>
      <dgm:spPr/>
    </dgm:pt>
    <dgm:pt modelId="{505486F8-265A-344C-997A-20E64C179B1B}" type="pres">
      <dgm:prSet presAssocID="{1F5FEA36-125C-C546-BF17-E399976F0522}" presName="sibTrans" presStyleCnt="0"/>
      <dgm:spPr/>
    </dgm:pt>
    <dgm:pt modelId="{FFB3EB76-2E6C-B649-857A-BF94DBD248C3}" type="pres">
      <dgm:prSet presAssocID="{A22EA74F-013B-934F-81B5-A61D7773663C}" presName="node" presStyleLbl="node1" presStyleIdx="1" presStyleCnt="8" custLinFactNeighborX="-26466" custLinFactNeighborY="65175">
        <dgm:presLayoutVars>
          <dgm:bulletEnabled val="1"/>
        </dgm:presLayoutVars>
      </dgm:prSet>
      <dgm:spPr/>
    </dgm:pt>
    <dgm:pt modelId="{3B3A30A3-E8E2-1740-9022-E95420533982}" type="pres">
      <dgm:prSet presAssocID="{D7C600B0-36F9-1942-89B4-6165C2B30ADA}" presName="sibTrans" presStyleCnt="0"/>
      <dgm:spPr/>
    </dgm:pt>
    <dgm:pt modelId="{F9C2771E-E09D-7E4B-8BC7-2EACC928AB9D}" type="pres">
      <dgm:prSet presAssocID="{E90F924F-9396-2442-BDA3-BF3934D5AB60}" presName="node" presStyleLbl="node1" presStyleIdx="2" presStyleCnt="8" custLinFactNeighborX="-36870" custLinFactNeighborY="65175">
        <dgm:presLayoutVars>
          <dgm:bulletEnabled val="1"/>
        </dgm:presLayoutVars>
      </dgm:prSet>
      <dgm:spPr/>
    </dgm:pt>
    <dgm:pt modelId="{6C4059F1-FE40-9F4A-8D0D-A07772629B23}" type="pres">
      <dgm:prSet presAssocID="{60E8B68D-DBEE-FC42-B8FF-A51F1633897F}" presName="sibTrans" presStyleCnt="0"/>
      <dgm:spPr/>
    </dgm:pt>
    <dgm:pt modelId="{B373FAC3-5061-AF49-B501-530831A6C23F}" type="pres">
      <dgm:prSet presAssocID="{715CFDD4-B3DA-BE4A-9A9E-CD0BCBFEBF8C}" presName="node" presStyleLbl="node1" presStyleIdx="3" presStyleCnt="8" custLinFactNeighborX="-47275" custLinFactNeighborY="65175">
        <dgm:presLayoutVars>
          <dgm:bulletEnabled val="1"/>
        </dgm:presLayoutVars>
      </dgm:prSet>
      <dgm:spPr/>
    </dgm:pt>
    <dgm:pt modelId="{16357438-5BB6-2941-8CAF-C76EAF764FBD}" type="pres">
      <dgm:prSet presAssocID="{3E9D0AA6-A96B-184D-B5F1-76679BE3EBAC}" presName="sibTrans" presStyleCnt="0"/>
      <dgm:spPr/>
    </dgm:pt>
    <dgm:pt modelId="{C89EF9B4-EDC8-C84D-A659-29B518ACADDB}" type="pres">
      <dgm:prSet presAssocID="{19C7F067-6540-364F-AF6B-A3236C627A2B}" presName="node" presStyleLbl="node1" presStyleIdx="4" presStyleCnt="8" custLinFactNeighborX="27761" custLinFactNeighborY="48104">
        <dgm:presLayoutVars>
          <dgm:bulletEnabled val="1"/>
        </dgm:presLayoutVars>
      </dgm:prSet>
      <dgm:spPr/>
    </dgm:pt>
    <dgm:pt modelId="{DC75E8E5-983A-6348-83ED-A5DE3C2B5ADF}" type="pres">
      <dgm:prSet presAssocID="{A080CD70-E361-284F-9C78-74B99DD4BCB6}" presName="sibTrans" presStyleCnt="0"/>
      <dgm:spPr/>
    </dgm:pt>
    <dgm:pt modelId="{5787ADE3-2B9F-7944-82CB-CE71DF883FF9}" type="pres">
      <dgm:prSet presAssocID="{0C8479D2-2CDE-6B40-A71B-1E3405C8F018}" presName="node" presStyleLbl="node1" presStyleIdx="5" presStyleCnt="8" custLinFactNeighborX="17356" custLinFactNeighborY="48104">
        <dgm:presLayoutVars>
          <dgm:bulletEnabled val="1"/>
        </dgm:presLayoutVars>
      </dgm:prSet>
      <dgm:spPr/>
    </dgm:pt>
    <dgm:pt modelId="{019EA49A-43C9-6648-932D-ADF84E4B4D6F}" type="pres">
      <dgm:prSet presAssocID="{BEFD6BE7-F3CB-CE4C-AC80-0CD3E62D3C67}" presName="sibTrans" presStyleCnt="0"/>
      <dgm:spPr/>
    </dgm:pt>
    <dgm:pt modelId="{F5765459-F0DD-B04E-8F83-90F8421A8211}" type="pres">
      <dgm:prSet presAssocID="{582286A7-690C-4840-B35D-D2575D0CA780}" presName="node" presStyleLbl="node1" presStyleIdx="6" presStyleCnt="8" custLinFactNeighborX="6951" custLinFactNeighborY="48104">
        <dgm:presLayoutVars>
          <dgm:bulletEnabled val="1"/>
        </dgm:presLayoutVars>
      </dgm:prSet>
      <dgm:spPr/>
    </dgm:pt>
    <dgm:pt modelId="{7DCAB91D-9C5C-6D4E-B913-58A90D09C08A}" type="pres">
      <dgm:prSet presAssocID="{0D8A5698-71EC-0B40-AA18-B8D55498C836}" presName="sibTrans" presStyleCnt="0"/>
      <dgm:spPr/>
    </dgm:pt>
    <dgm:pt modelId="{4B2744D8-5219-FE41-ACC6-C2EE72C25ABB}" type="pres">
      <dgm:prSet presAssocID="{B6242E29-052A-3A41-8102-2545FCCE8336}" presName="node" presStyleLbl="node1" presStyleIdx="7" presStyleCnt="8" custLinFactNeighborX="-3453" custLinFactNeighborY="48104">
        <dgm:presLayoutVars>
          <dgm:bulletEnabled val="1"/>
        </dgm:presLayoutVars>
      </dgm:prSet>
      <dgm:spPr/>
    </dgm:pt>
  </dgm:ptLst>
  <dgm:cxnLst>
    <dgm:cxn modelId="{E0357F0D-F7AF-934D-9A06-E5A754B0559D}" type="presOf" srcId="{0C8479D2-2CDE-6B40-A71B-1E3405C8F018}" destId="{5787ADE3-2B9F-7944-82CB-CE71DF883FF9}" srcOrd="0" destOrd="0" presId="urn:microsoft.com/office/officeart/2005/8/layout/default#1"/>
    <dgm:cxn modelId="{9C298117-6321-6245-94ED-4369A1AD1112}" type="presOf" srcId="{ECDBB81C-2E50-BF48-A4AE-72E7EA7AEDEB}" destId="{685CC5D3-5A33-4348-9730-FBED9A117716}" srcOrd="0" destOrd="0" presId="urn:microsoft.com/office/officeart/2005/8/layout/default#1"/>
    <dgm:cxn modelId="{7B5E7862-2FCC-C04C-A1F7-1B7B624286CB}" srcId="{ECDBB81C-2E50-BF48-A4AE-72E7EA7AEDEB}" destId="{A22EA74F-013B-934F-81B5-A61D7773663C}" srcOrd="1" destOrd="0" parTransId="{11A75EB7-B46C-0F46-B791-946256687DF5}" sibTransId="{D7C600B0-36F9-1942-89B4-6165C2B30ADA}"/>
    <dgm:cxn modelId="{32451E63-39E0-6746-A222-CACC7AF9EF8D}" srcId="{ECDBB81C-2E50-BF48-A4AE-72E7EA7AEDEB}" destId="{582286A7-690C-4840-B35D-D2575D0CA780}" srcOrd="6" destOrd="0" parTransId="{AB572F8D-D126-E24C-AF7D-C56801B4CDF1}" sibTransId="{0D8A5698-71EC-0B40-AA18-B8D55498C836}"/>
    <dgm:cxn modelId="{76ED1D46-3EBB-E043-BA49-C5A49027C917}" type="presOf" srcId="{715CFDD4-B3DA-BE4A-9A9E-CD0BCBFEBF8C}" destId="{B373FAC3-5061-AF49-B501-530831A6C23F}" srcOrd="0" destOrd="0" presId="urn:microsoft.com/office/officeart/2005/8/layout/default#1"/>
    <dgm:cxn modelId="{658A2C7B-F7A7-BA4C-A820-AFD02D6412B1}" type="presOf" srcId="{B6242E29-052A-3A41-8102-2545FCCE8336}" destId="{4B2744D8-5219-FE41-ACC6-C2EE72C25ABB}" srcOrd="0" destOrd="0" presId="urn:microsoft.com/office/officeart/2005/8/layout/default#1"/>
    <dgm:cxn modelId="{5E9E2A84-9A7D-A44C-9465-DB3354B56A81}" srcId="{ECDBB81C-2E50-BF48-A4AE-72E7EA7AEDEB}" destId="{B6242E29-052A-3A41-8102-2545FCCE8336}" srcOrd="7" destOrd="0" parTransId="{FE2AE043-DA28-CF42-AC1E-77698602D003}" sibTransId="{4E7ADB18-FE2B-6146-A7BB-7D528526954C}"/>
    <dgm:cxn modelId="{DA718B85-FAFC-6A4B-90FA-02073F22134E}" type="presOf" srcId="{582286A7-690C-4840-B35D-D2575D0CA780}" destId="{F5765459-F0DD-B04E-8F83-90F8421A8211}" srcOrd="0" destOrd="0" presId="urn:microsoft.com/office/officeart/2005/8/layout/default#1"/>
    <dgm:cxn modelId="{D3680B97-74C3-1E42-BC94-A82A050499ED}" srcId="{ECDBB81C-2E50-BF48-A4AE-72E7EA7AEDEB}" destId="{19C7F067-6540-364F-AF6B-A3236C627A2B}" srcOrd="4" destOrd="0" parTransId="{29284481-9978-CA4D-B013-AA4E7E29BA25}" sibTransId="{A080CD70-E361-284F-9C78-74B99DD4BCB6}"/>
    <dgm:cxn modelId="{5C6184B1-C248-0244-9D3B-CB3286EE82C6}" type="presOf" srcId="{94BCFAB0-9BDD-6A4C-BDA3-38544E1BA07C}" destId="{843458A4-26D2-2C44-B9FB-71A1610693F2}" srcOrd="0" destOrd="0" presId="urn:microsoft.com/office/officeart/2005/8/layout/default#1"/>
    <dgm:cxn modelId="{F8A8FCB9-EDE4-E14C-AA60-BC652F5FDC92}" type="presOf" srcId="{19C7F067-6540-364F-AF6B-A3236C627A2B}" destId="{C89EF9B4-EDC8-C84D-A659-29B518ACADDB}" srcOrd="0" destOrd="0" presId="urn:microsoft.com/office/officeart/2005/8/layout/default#1"/>
    <dgm:cxn modelId="{B87879C1-41F8-2244-B440-5AF0A67260B3}" type="presOf" srcId="{A22EA74F-013B-934F-81B5-A61D7773663C}" destId="{FFB3EB76-2E6C-B649-857A-BF94DBD248C3}" srcOrd="0" destOrd="0" presId="urn:microsoft.com/office/officeart/2005/8/layout/default#1"/>
    <dgm:cxn modelId="{8D7692C7-16D8-A34F-9BEC-C0CC13E47028}" type="presOf" srcId="{E90F924F-9396-2442-BDA3-BF3934D5AB60}" destId="{F9C2771E-E09D-7E4B-8BC7-2EACC928AB9D}" srcOrd="0" destOrd="0" presId="urn:microsoft.com/office/officeart/2005/8/layout/default#1"/>
    <dgm:cxn modelId="{B62CBCC7-E483-3247-A54D-0B9E0E859E94}" srcId="{ECDBB81C-2E50-BF48-A4AE-72E7EA7AEDEB}" destId="{715CFDD4-B3DA-BE4A-9A9E-CD0BCBFEBF8C}" srcOrd="3" destOrd="0" parTransId="{6AF81781-7F0F-8049-A28E-7FEA6AB1332B}" sibTransId="{3E9D0AA6-A96B-184D-B5F1-76679BE3EBAC}"/>
    <dgm:cxn modelId="{D11826D9-C42F-604B-A5FB-49F75F15EF21}" srcId="{ECDBB81C-2E50-BF48-A4AE-72E7EA7AEDEB}" destId="{E90F924F-9396-2442-BDA3-BF3934D5AB60}" srcOrd="2" destOrd="0" parTransId="{8C88B6AE-623E-C34E-BC73-D913467AE923}" sibTransId="{60E8B68D-DBEE-FC42-B8FF-A51F1633897F}"/>
    <dgm:cxn modelId="{E94B71F2-E47D-5F42-8026-568B259FB73D}" srcId="{ECDBB81C-2E50-BF48-A4AE-72E7EA7AEDEB}" destId="{0C8479D2-2CDE-6B40-A71B-1E3405C8F018}" srcOrd="5" destOrd="0" parTransId="{B60EBA34-062E-F04E-BA3F-648E9A095B91}" sibTransId="{BEFD6BE7-F3CB-CE4C-AC80-0CD3E62D3C67}"/>
    <dgm:cxn modelId="{94B777FE-C758-B041-BF04-66700F503577}" srcId="{ECDBB81C-2E50-BF48-A4AE-72E7EA7AEDEB}" destId="{94BCFAB0-9BDD-6A4C-BDA3-38544E1BA07C}" srcOrd="0" destOrd="0" parTransId="{181B9A04-3E97-AC4B-B0D3-45D2CFCF36F3}" sibTransId="{1F5FEA36-125C-C546-BF17-E399976F0522}"/>
    <dgm:cxn modelId="{7EF2C9DA-85EF-7442-A4A9-7B581D60E7B8}" type="presParOf" srcId="{685CC5D3-5A33-4348-9730-FBED9A117716}" destId="{843458A4-26D2-2C44-B9FB-71A1610693F2}" srcOrd="0" destOrd="0" presId="urn:microsoft.com/office/officeart/2005/8/layout/default#1"/>
    <dgm:cxn modelId="{5C8F52C9-B5CF-6449-8A4D-9A70028BC589}" type="presParOf" srcId="{685CC5D3-5A33-4348-9730-FBED9A117716}" destId="{505486F8-265A-344C-997A-20E64C179B1B}" srcOrd="1" destOrd="0" presId="urn:microsoft.com/office/officeart/2005/8/layout/default#1"/>
    <dgm:cxn modelId="{16931890-2685-4E49-88CE-620FF1BBCE6F}" type="presParOf" srcId="{685CC5D3-5A33-4348-9730-FBED9A117716}" destId="{FFB3EB76-2E6C-B649-857A-BF94DBD248C3}" srcOrd="2" destOrd="0" presId="urn:microsoft.com/office/officeart/2005/8/layout/default#1"/>
    <dgm:cxn modelId="{0B00EBED-7E94-2246-9226-DF4649402497}" type="presParOf" srcId="{685CC5D3-5A33-4348-9730-FBED9A117716}" destId="{3B3A30A3-E8E2-1740-9022-E95420533982}" srcOrd="3" destOrd="0" presId="urn:microsoft.com/office/officeart/2005/8/layout/default#1"/>
    <dgm:cxn modelId="{732A31AB-B05F-804C-81F1-BA6EBBB76D96}" type="presParOf" srcId="{685CC5D3-5A33-4348-9730-FBED9A117716}" destId="{F9C2771E-E09D-7E4B-8BC7-2EACC928AB9D}" srcOrd="4" destOrd="0" presId="urn:microsoft.com/office/officeart/2005/8/layout/default#1"/>
    <dgm:cxn modelId="{7672E6C8-EB69-DE42-B633-4A052796C174}" type="presParOf" srcId="{685CC5D3-5A33-4348-9730-FBED9A117716}" destId="{6C4059F1-FE40-9F4A-8D0D-A07772629B23}" srcOrd="5" destOrd="0" presId="urn:microsoft.com/office/officeart/2005/8/layout/default#1"/>
    <dgm:cxn modelId="{7C237E49-7C18-D242-8569-2D312C0F0547}" type="presParOf" srcId="{685CC5D3-5A33-4348-9730-FBED9A117716}" destId="{B373FAC3-5061-AF49-B501-530831A6C23F}" srcOrd="6" destOrd="0" presId="urn:microsoft.com/office/officeart/2005/8/layout/default#1"/>
    <dgm:cxn modelId="{10526CC4-8B66-4A42-88E5-E90ED268E972}" type="presParOf" srcId="{685CC5D3-5A33-4348-9730-FBED9A117716}" destId="{16357438-5BB6-2941-8CAF-C76EAF764FBD}" srcOrd="7" destOrd="0" presId="urn:microsoft.com/office/officeart/2005/8/layout/default#1"/>
    <dgm:cxn modelId="{55AB9F21-3FA3-1D43-9052-DC0B95C5AE6C}" type="presParOf" srcId="{685CC5D3-5A33-4348-9730-FBED9A117716}" destId="{C89EF9B4-EDC8-C84D-A659-29B518ACADDB}" srcOrd="8" destOrd="0" presId="urn:microsoft.com/office/officeart/2005/8/layout/default#1"/>
    <dgm:cxn modelId="{11261CBA-B301-A946-97BE-9449D17B4C05}" type="presParOf" srcId="{685CC5D3-5A33-4348-9730-FBED9A117716}" destId="{DC75E8E5-983A-6348-83ED-A5DE3C2B5ADF}" srcOrd="9" destOrd="0" presId="urn:microsoft.com/office/officeart/2005/8/layout/default#1"/>
    <dgm:cxn modelId="{1BC9729C-2CF8-E140-AB9C-278D0A638EEB}" type="presParOf" srcId="{685CC5D3-5A33-4348-9730-FBED9A117716}" destId="{5787ADE3-2B9F-7944-82CB-CE71DF883FF9}" srcOrd="10" destOrd="0" presId="urn:microsoft.com/office/officeart/2005/8/layout/default#1"/>
    <dgm:cxn modelId="{0CB81EF3-D786-A94F-B3FA-9A14F577EC74}" type="presParOf" srcId="{685CC5D3-5A33-4348-9730-FBED9A117716}" destId="{019EA49A-43C9-6648-932D-ADF84E4B4D6F}" srcOrd="11" destOrd="0" presId="urn:microsoft.com/office/officeart/2005/8/layout/default#1"/>
    <dgm:cxn modelId="{5B9413BC-C58A-9D47-BA77-99E98E16DB29}" type="presParOf" srcId="{685CC5D3-5A33-4348-9730-FBED9A117716}" destId="{F5765459-F0DD-B04E-8F83-90F8421A8211}" srcOrd="12" destOrd="0" presId="urn:microsoft.com/office/officeart/2005/8/layout/default#1"/>
    <dgm:cxn modelId="{4877862B-8475-D047-8BC3-FB8987FB0CF4}" type="presParOf" srcId="{685CC5D3-5A33-4348-9730-FBED9A117716}" destId="{7DCAB91D-9C5C-6D4E-B913-58A90D09C08A}" srcOrd="13" destOrd="0" presId="urn:microsoft.com/office/officeart/2005/8/layout/default#1"/>
    <dgm:cxn modelId="{DA7E1A16-06A0-C944-BFD7-757C56DB1565}" type="presParOf" srcId="{685CC5D3-5A33-4348-9730-FBED9A117716}" destId="{4B2744D8-5219-FE41-ACC6-C2EE72C25ABB}" srcOrd="1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D46B0E-E9C9-1E4B-961E-80132A5C983C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F7DABB-E685-7649-9193-5973EE04A11C}">
      <dgm:prSet custT="1"/>
      <dgm:spPr/>
      <dgm:t>
        <a:bodyPr/>
        <a:lstStyle/>
        <a:p>
          <a:pPr rtl="0"/>
          <a:r>
            <a:rPr lang="en-US" sz="2000" b="1" i="1" dirty="0"/>
            <a:t>Trace</a:t>
          </a:r>
          <a:endParaRPr lang="en-US" sz="2000" dirty="0"/>
        </a:p>
      </dgm:t>
    </dgm:pt>
    <dgm:pt modelId="{B05171EE-A301-B946-AF2D-C1134378C886}" type="parTrans" cxnId="{3A67151F-A3ED-0947-AD44-8AA57D78E09C}">
      <dgm:prSet/>
      <dgm:spPr/>
      <dgm:t>
        <a:bodyPr/>
        <a:lstStyle/>
        <a:p>
          <a:endParaRPr lang="en-US"/>
        </a:p>
      </dgm:t>
    </dgm:pt>
    <dgm:pt modelId="{BFC2FD4B-EF10-344C-8158-7BC835E26BE2}" type="sibTrans" cxnId="{3A67151F-A3ED-0947-AD44-8AA57D78E09C}">
      <dgm:prSet/>
      <dgm:spPr/>
      <dgm:t>
        <a:bodyPr/>
        <a:lstStyle/>
        <a:p>
          <a:endParaRPr lang="en-US"/>
        </a:p>
      </dgm:t>
    </dgm:pt>
    <dgm:pt modelId="{86AD88F0-314B-6444-BD87-F3C84F11651F}">
      <dgm:prSet custT="1"/>
      <dgm:spPr/>
      <dgm:t>
        <a:bodyPr/>
        <a:lstStyle/>
        <a:p>
          <a:pPr rtl="0"/>
          <a:r>
            <a:rPr lang="en-US" sz="1600" dirty="0"/>
            <a:t>The behavior of an individual process by listing the sequence of instructions that execute for that process</a:t>
          </a:r>
        </a:p>
      </dgm:t>
    </dgm:pt>
    <dgm:pt modelId="{F288BA89-D432-F942-BEAB-3302AF39D024}" type="parTrans" cxnId="{B5D49045-C2B8-7640-B3EB-E850E0166C92}">
      <dgm:prSet/>
      <dgm:spPr/>
      <dgm:t>
        <a:bodyPr/>
        <a:lstStyle/>
        <a:p>
          <a:endParaRPr lang="en-US"/>
        </a:p>
      </dgm:t>
    </dgm:pt>
    <dgm:pt modelId="{E0D5325A-DCC1-0348-8125-8FD7298F8CBB}" type="sibTrans" cxnId="{B5D49045-C2B8-7640-B3EB-E850E0166C92}">
      <dgm:prSet/>
      <dgm:spPr/>
      <dgm:t>
        <a:bodyPr/>
        <a:lstStyle/>
        <a:p>
          <a:endParaRPr lang="en-US"/>
        </a:p>
      </dgm:t>
    </dgm:pt>
    <dgm:pt modelId="{233F7DFA-202E-F74C-AB9D-53EFC686B345}">
      <dgm:prSet custT="1"/>
      <dgm:spPr/>
      <dgm:t>
        <a:bodyPr/>
        <a:lstStyle/>
        <a:p>
          <a:pPr rtl="0"/>
          <a:r>
            <a:rPr lang="en-US" sz="1600" dirty="0"/>
            <a:t>The behavior of the processor can be characterized by showing how the traces of the various processes are interleaved</a:t>
          </a:r>
        </a:p>
      </dgm:t>
    </dgm:pt>
    <dgm:pt modelId="{ADE4F796-F389-964A-9F92-660666F3A636}" type="parTrans" cxnId="{E6E58F73-83F1-AA4A-A218-B2606996B3BD}">
      <dgm:prSet/>
      <dgm:spPr/>
      <dgm:t>
        <a:bodyPr/>
        <a:lstStyle/>
        <a:p>
          <a:endParaRPr lang="en-US"/>
        </a:p>
      </dgm:t>
    </dgm:pt>
    <dgm:pt modelId="{12D910F3-F055-9744-BF38-A4A20095BB98}" type="sibTrans" cxnId="{E6E58F73-83F1-AA4A-A218-B2606996B3BD}">
      <dgm:prSet/>
      <dgm:spPr/>
      <dgm:t>
        <a:bodyPr/>
        <a:lstStyle/>
        <a:p>
          <a:endParaRPr lang="en-US"/>
        </a:p>
      </dgm:t>
    </dgm:pt>
    <dgm:pt modelId="{25188C39-687A-BD45-A96D-0C6C99BD8253}">
      <dgm:prSet custT="1"/>
      <dgm:spPr/>
      <dgm:t>
        <a:bodyPr/>
        <a:lstStyle/>
        <a:p>
          <a:pPr rtl="0"/>
          <a:r>
            <a:rPr lang="en-US" sz="2000" b="1" i="1" dirty="0"/>
            <a:t>Dispatcher</a:t>
          </a:r>
          <a:r>
            <a:rPr lang="en-US" sz="1600" dirty="0"/>
            <a:t>  </a:t>
          </a:r>
        </a:p>
      </dgm:t>
    </dgm:pt>
    <dgm:pt modelId="{21E03498-996B-8641-ADF2-00A3977EA0CE}" type="parTrans" cxnId="{4E99B867-4321-3046-9A1C-9ABD13AC20FD}">
      <dgm:prSet/>
      <dgm:spPr/>
      <dgm:t>
        <a:bodyPr/>
        <a:lstStyle/>
        <a:p>
          <a:endParaRPr lang="en-US"/>
        </a:p>
      </dgm:t>
    </dgm:pt>
    <dgm:pt modelId="{27331D9B-4E43-CB40-B1C2-645F4FCA45F4}" type="sibTrans" cxnId="{4E99B867-4321-3046-9A1C-9ABD13AC20FD}">
      <dgm:prSet/>
      <dgm:spPr/>
      <dgm:t>
        <a:bodyPr/>
        <a:lstStyle/>
        <a:p>
          <a:endParaRPr lang="en-US"/>
        </a:p>
      </dgm:t>
    </dgm:pt>
    <dgm:pt modelId="{693DF3AA-9269-2545-9150-1B3192513936}">
      <dgm:prSet custT="1"/>
      <dgm:spPr/>
      <dgm:t>
        <a:bodyPr/>
        <a:lstStyle/>
        <a:p>
          <a:pPr rtl="0"/>
          <a:r>
            <a:rPr lang="en-US" sz="1600" dirty="0"/>
            <a:t>Small program that switches the processor from one process to another</a:t>
          </a:r>
        </a:p>
      </dgm:t>
    </dgm:pt>
    <dgm:pt modelId="{755F770C-EEB9-0B4A-8B8E-7A4E15984F6D}" type="parTrans" cxnId="{1C88A854-BB97-244A-BF34-F58C72863022}">
      <dgm:prSet/>
      <dgm:spPr/>
      <dgm:t>
        <a:bodyPr/>
        <a:lstStyle/>
        <a:p>
          <a:endParaRPr lang="en-US"/>
        </a:p>
      </dgm:t>
    </dgm:pt>
    <dgm:pt modelId="{9E02C22E-4AA3-1944-BC1B-4DD2E2711460}" type="sibTrans" cxnId="{1C88A854-BB97-244A-BF34-F58C72863022}">
      <dgm:prSet/>
      <dgm:spPr/>
      <dgm:t>
        <a:bodyPr/>
        <a:lstStyle/>
        <a:p>
          <a:endParaRPr lang="en-US"/>
        </a:p>
      </dgm:t>
    </dgm:pt>
    <dgm:pt modelId="{AA843FC4-97DC-3649-9F16-C3801798B452}" type="pres">
      <dgm:prSet presAssocID="{2FD46B0E-E9C9-1E4B-961E-80132A5C983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0EA5A8F-1803-784A-AFE3-3DD0EA8F50BD}" type="pres">
      <dgm:prSet presAssocID="{8CF7DABB-E685-7649-9193-5973EE04A11C}" presName="root" presStyleCnt="0"/>
      <dgm:spPr/>
    </dgm:pt>
    <dgm:pt modelId="{2771C28D-ABBE-A741-8A65-D460C7EB471D}" type="pres">
      <dgm:prSet presAssocID="{8CF7DABB-E685-7649-9193-5973EE04A11C}" presName="rootComposite" presStyleCnt="0"/>
      <dgm:spPr/>
    </dgm:pt>
    <dgm:pt modelId="{94F28402-8223-1345-8F86-B41D09DF4999}" type="pres">
      <dgm:prSet presAssocID="{8CF7DABB-E685-7649-9193-5973EE04A11C}" presName="rootText" presStyleLbl="node1" presStyleIdx="0" presStyleCnt="2" custLinFactX="-16615" custLinFactNeighborX="-100000" custLinFactNeighborY="-107"/>
      <dgm:spPr/>
    </dgm:pt>
    <dgm:pt modelId="{EE3338E7-0BBE-D244-8A2E-15290019B04C}" type="pres">
      <dgm:prSet presAssocID="{8CF7DABB-E685-7649-9193-5973EE04A11C}" presName="rootConnector" presStyleLbl="node1" presStyleIdx="0" presStyleCnt="2"/>
      <dgm:spPr/>
    </dgm:pt>
    <dgm:pt modelId="{98535523-42D4-4043-95B6-AD340DA8CDAC}" type="pres">
      <dgm:prSet presAssocID="{8CF7DABB-E685-7649-9193-5973EE04A11C}" presName="childShape" presStyleCnt="0"/>
      <dgm:spPr/>
    </dgm:pt>
    <dgm:pt modelId="{6792DD43-5CA5-8E48-AF98-B37112383575}" type="pres">
      <dgm:prSet presAssocID="{F288BA89-D432-F942-BEAB-3302AF39D024}" presName="Name13" presStyleLbl="parChTrans1D2" presStyleIdx="0" presStyleCnt="3"/>
      <dgm:spPr/>
    </dgm:pt>
    <dgm:pt modelId="{08D83BD6-2A2F-574C-9D5C-736CF5FE7520}" type="pres">
      <dgm:prSet presAssocID="{86AD88F0-314B-6444-BD87-F3C84F11651F}" presName="childText" presStyleLbl="bgAcc1" presStyleIdx="0" presStyleCnt="3" custScaleX="158157" custScaleY="229768" custLinFactNeighborX="-10391" custLinFactNeighborY="-53259">
        <dgm:presLayoutVars>
          <dgm:bulletEnabled val="1"/>
        </dgm:presLayoutVars>
      </dgm:prSet>
      <dgm:spPr/>
    </dgm:pt>
    <dgm:pt modelId="{1C89C9B8-759F-944F-AA18-FE790C10A65E}" type="pres">
      <dgm:prSet presAssocID="{ADE4F796-F389-964A-9F92-660666F3A636}" presName="Name13" presStyleLbl="parChTrans1D2" presStyleIdx="1" presStyleCnt="3"/>
      <dgm:spPr/>
    </dgm:pt>
    <dgm:pt modelId="{1C076669-4CFF-0B4F-8B31-76E9F2CCEE9B}" type="pres">
      <dgm:prSet presAssocID="{233F7DFA-202E-F74C-AB9D-53EFC686B345}" presName="childText" presStyleLbl="bgAcc1" presStyleIdx="1" presStyleCnt="3" custScaleX="225593" custScaleY="205072" custLinFactNeighborX="34514" custLinFactNeighborY="-30895">
        <dgm:presLayoutVars>
          <dgm:bulletEnabled val="1"/>
        </dgm:presLayoutVars>
      </dgm:prSet>
      <dgm:spPr/>
    </dgm:pt>
    <dgm:pt modelId="{2565A228-6B6E-0144-A2BB-59C59BF41707}" type="pres">
      <dgm:prSet presAssocID="{25188C39-687A-BD45-A96D-0C6C99BD8253}" presName="root" presStyleCnt="0"/>
      <dgm:spPr/>
    </dgm:pt>
    <dgm:pt modelId="{95C64F64-3E0F-7B42-AB4F-CE0F60855F36}" type="pres">
      <dgm:prSet presAssocID="{25188C39-687A-BD45-A96D-0C6C99BD8253}" presName="rootComposite" presStyleCnt="0"/>
      <dgm:spPr/>
    </dgm:pt>
    <dgm:pt modelId="{64F1C8D8-40A2-DF44-AC72-3FFC719959BB}" type="pres">
      <dgm:prSet presAssocID="{25188C39-687A-BD45-A96D-0C6C99BD8253}" presName="rootText" presStyleLbl="node1" presStyleIdx="1" presStyleCnt="2" custLinFactNeighborX="70576" custLinFactNeighborY="-107"/>
      <dgm:spPr/>
    </dgm:pt>
    <dgm:pt modelId="{3B32751B-D091-AF40-91E4-684216B0B821}" type="pres">
      <dgm:prSet presAssocID="{25188C39-687A-BD45-A96D-0C6C99BD8253}" presName="rootConnector" presStyleLbl="node1" presStyleIdx="1" presStyleCnt="2"/>
      <dgm:spPr/>
    </dgm:pt>
    <dgm:pt modelId="{2B930B0D-6B56-2741-AC9D-724F5E3525F8}" type="pres">
      <dgm:prSet presAssocID="{25188C39-687A-BD45-A96D-0C6C99BD8253}" presName="childShape" presStyleCnt="0"/>
      <dgm:spPr/>
    </dgm:pt>
    <dgm:pt modelId="{4F8FA6E2-0E58-0840-912D-8E16EF91B389}" type="pres">
      <dgm:prSet presAssocID="{755F770C-EEB9-0B4A-8B8E-7A4E15984F6D}" presName="Name13" presStyleLbl="parChTrans1D2" presStyleIdx="2" presStyleCnt="3"/>
      <dgm:spPr/>
    </dgm:pt>
    <dgm:pt modelId="{7AF818EE-1FFA-0148-A0A6-03F1AC28E0C7}" type="pres">
      <dgm:prSet presAssocID="{693DF3AA-9269-2545-9150-1B3192513936}" presName="childText" presStyleLbl="bgAcc1" presStyleIdx="2" presStyleCnt="3" custScaleX="135564" custScaleY="214434" custLinFactX="40201" custLinFactNeighborX="100000" custLinFactNeighborY="8326">
        <dgm:presLayoutVars>
          <dgm:bulletEnabled val="1"/>
        </dgm:presLayoutVars>
      </dgm:prSet>
      <dgm:spPr/>
    </dgm:pt>
  </dgm:ptLst>
  <dgm:cxnLst>
    <dgm:cxn modelId="{73495400-CCAD-D34F-9A47-9A822F7EFE0B}" type="presOf" srcId="{86AD88F0-314B-6444-BD87-F3C84F11651F}" destId="{08D83BD6-2A2F-574C-9D5C-736CF5FE7520}" srcOrd="0" destOrd="0" presId="urn:microsoft.com/office/officeart/2005/8/layout/hierarchy3"/>
    <dgm:cxn modelId="{5DEB4402-D2F8-7A41-A689-8571B7D568B0}" type="presOf" srcId="{8CF7DABB-E685-7649-9193-5973EE04A11C}" destId="{EE3338E7-0BBE-D244-8A2E-15290019B04C}" srcOrd="1" destOrd="0" presId="urn:microsoft.com/office/officeart/2005/8/layout/hierarchy3"/>
    <dgm:cxn modelId="{366A8C1C-3C85-BA42-B4C3-A42B0ACBA409}" type="presOf" srcId="{2FD46B0E-E9C9-1E4B-961E-80132A5C983C}" destId="{AA843FC4-97DC-3649-9F16-C3801798B452}" srcOrd="0" destOrd="0" presId="urn:microsoft.com/office/officeart/2005/8/layout/hierarchy3"/>
    <dgm:cxn modelId="{3A67151F-A3ED-0947-AD44-8AA57D78E09C}" srcId="{2FD46B0E-E9C9-1E4B-961E-80132A5C983C}" destId="{8CF7DABB-E685-7649-9193-5973EE04A11C}" srcOrd="0" destOrd="0" parTransId="{B05171EE-A301-B946-AF2D-C1134378C886}" sibTransId="{BFC2FD4B-EF10-344C-8158-7BC835E26BE2}"/>
    <dgm:cxn modelId="{1AF6C524-D51F-0A49-A292-7EA76152F327}" type="presOf" srcId="{F288BA89-D432-F942-BEAB-3302AF39D024}" destId="{6792DD43-5CA5-8E48-AF98-B37112383575}" srcOrd="0" destOrd="0" presId="urn:microsoft.com/office/officeart/2005/8/layout/hierarchy3"/>
    <dgm:cxn modelId="{B5D49045-C2B8-7640-B3EB-E850E0166C92}" srcId="{8CF7DABB-E685-7649-9193-5973EE04A11C}" destId="{86AD88F0-314B-6444-BD87-F3C84F11651F}" srcOrd="0" destOrd="0" parTransId="{F288BA89-D432-F942-BEAB-3302AF39D024}" sibTransId="{E0D5325A-DCC1-0348-8125-8FD7298F8CBB}"/>
    <dgm:cxn modelId="{4E99B867-4321-3046-9A1C-9ABD13AC20FD}" srcId="{2FD46B0E-E9C9-1E4B-961E-80132A5C983C}" destId="{25188C39-687A-BD45-A96D-0C6C99BD8253}" srcOrd="1" destOrd="0" parTransId="{21E03498-996B-8641-ADF2-00A3977EA0CE}" sibTransId="{27331D9B-4E43-CB40-B1C2-645F4FCA45F4}"/>
    <dgm:cxn modelId="{E6E58F73-83F1-AA4A-A218-B2606996B3BD}" srcId="{8CF7DABB-E685-7649-9193-5973EE04A11C}" destId="{233F7DFA-202E-F74C-AB9D-53EFC686B345}" srcOrd="1" destOrd="0" parTransId="{ADE4F796-F389-964A-9F92-660666F3A636}" sibTransId="{12D910F3-F055-9744-BF38-A4A20095BB98}"/>
    <dgm:cxn modelId="{1C88A854-BB97-244A-BF34-F58C72863022}" srcId="{25188C39-687A-BD45-A96D-0C6C99BD8253}" destId="{693DF3AA-9269-2545-9150-1B3192513936}" srcOrd="0" destOrd="0" parTransId="{755F770C-EEB9-0B4A-8B8E-7A4E15984F6D}" sibTransId="{9E02C22E-4AA3-1944-BC1B-4DD2E2711460}"/>
    <dgm:cxn modelId="{8F9E5F55-5D67-504E-9AC8-F12824A019E2}" type="presOf" srcId="{755F770C-EEB9-0B4A-8B8E-7A4E15984F6D}" destId="{4F8FA6E2-0E58-0840-912D-8E16EF91B389}" srcOrd="0" destOrd="0" presId="urn:microsoft.com/office/officeart/2005/8/layout/hierarchy3"/>
    <dgm:cxn modelId="{EE56C57B-2A06-374C-A8F8-3FB988CDD7AB}" type="presOf" srcId="{ADE4F796-F389-964A-9F92-660666F3A636}" destId="{1C89C9B8-759F-944F-AA18-FE790C10A65E}" srcOrd="0" destOrd="0" presId="urn:microsoft.com/office/officeart/2005/8/layout/hierarchy3"/>
    <dgm:cxn modelId="{8105C386-F06C-5049-98BB-F9AB71911C30}" type="presOf" srcId="{8CF7DABB-E685-7649-9193-5973EE04A11C}" destId="{94F28402-8223-1345-8F86-B41D09DF4999}" srcOrd="0" destOrd="0" presId="urn:microsoft.com/office/officeart/2005/8/layout/hierarchy3"/>
    <dgm:cxn modelId="{18D9798F-9885-7C46-80DA-D61E687A0D8E}" type="presOf" srcId="{25188C39-687A-BD45-A96D-0C6C99BD8253}" destId="{64F1C8D8-40A2-DF44-AC72-3FFC719959BB}" srcOrd="0" destOrd="0" presId="urn:microsoft.com/office/officeart/2005/8/layout/hierarchy3"/>
    <dgm:cxn modelId="{D91D57CC-8629-E642-9ACF-C7315A20A12C}" type="presOf" srcId="{693DF3AA-9269-2545-9150-1B3192513936}" destId="{7AF818EE-1FFA-0148-A0A6-03F1AC28E0C7}" srcOrd="0" destOrd="0" presId="urn:microsoft.com/office/officeart/2005/8/layout/hierarchy3"/>
    <dgm:cxn modelId="{22AF5FE7-CFD3-3146-8A46-893BB111FA4A}" type="presOf" srcId="{233F7DFA-202E-F74C-AB9D-53EFC686B345}" destId="{1C076669-4CFF-0B4F-8B31-76E9F2CCEE9B}" srcOrd="0" destOrd="0" presId="urn:microsoft.com/office/officeart/2005/8/layout/hierarchy3"/>
    <dgm:cxn modelId="{297D2BEB-69E6-F04A-A648-52FFF1BA8123}" type="presOf" srcId="{25188C39-687A-BD45-A96D-0C6C99BD8253}" destId="{3B32751B-D091-AF40-91E4-684216B0B821}" srcOrd="1" destOrd="0" presId="urn:microsoft.com/office/officeart/2005/8/layout/hierarchy3"/>
    <dgm:cxn modelId="{D5475560-8DC9-F94B-87C6-B67C3D108539}" type="presParOf" srcId="{AA843FC4-97DC-3649-9F16-C3801798B452}" destId="{80EA5A8F-1803-784A-AFE3-3DD0EA8F50BD}" srcOrd="0" destOrd="0" presId="urn:microsoft.com/office/officeart/2005/8/layout/hierarchy3"/>
    <dgm:cxn modelId="{35443F45-3F2F-0845-AF9D-E36C14CF45D6}" type="presParOf" srcId="{80EA5A8F-1803-784A-AFE3-3DD0EA8F50BD}" destId="{2771C28D-ABBE-A741-8A65-D460C7EB471D}" srcOrd="0" destOrd="0" presId="urn:microsoft.com/office/officeart/2005/8/layout/hierarchy3"/>
    <dgm:cxn modelId="{75D8D6BC-BE0B-5845-A740-E2C04C08BB89}" type="presParOf" srcId="{2771C28D-ABBE-A741-8A65-D460C7EB471D}" destId="{94F28402-8223-1345-8F86-B41D09DF4999}" srcOrd="0" destOrd="0" presId="urn:microsoft.com/office/officeart/2005/8/layout/hierarchy3"/>
    <dgm:cxn modelId="{FD653EC9-91FD-9845-BE97-3343A93DB900}" type="presParOf" srcId="{2771C28D-ABBE-A741-8A65-D460C7EB471D}" destId="{EE3338E7-0BBE-D244-8A2E-15290019B04C}" srcOrd="1" destOrd="0" presId="urn:microsoft.com/office/officeart/2005/8/layout/hierarchy3"/>
    <dgm:cxn modelId="{D7144A97-9E7B-804C-90E4-6AFDC71D3919}" type="presParOf" srcId="{80EA5A8F-1803-784A-AFE3-3DD0EA8F50BD}" destId="{98535523-42D4-4043-95B6-AD340DA8CDAC}" srcOrd="1" destOrd="0" presId="urn:microsoft.com/office/officeart/2005/8/layout/hierarchy3"/>
    <dgm:cxn modelId="{E8080F2C-E890-674C-A742-CBC0768205F6}" type="presParOf" srcId="{98535523-42D4-4043-95B6-AD340DA8CDAC}" destId="{6792DD43-5CA5-8E48-AF98-B37112383575}" srcOrd="0" destOrd="0" presId="urn:microsoft.com/office/officeart/2005/8/layout/hierarchy3"/>
    <dgm:cxn modelId="{37F77D49-48F2-F043-80E6-4A783D48805D}" type="presParOf" srcId="{98535523-42D4-4043-95B6-AD340DA8CDAC}" destId="{08D83BD6-2A2F-574C-9D5C-736CF5FE7520}" srcOrd="1" destOrd="0" presId="urn:microsoft.com/office/officeart/2005/8/layout/hierarchy3"/>
    <dgm:cxn modelId="{3FADDE88-FE5D-EB42-A56C-7E771F0180E3}" type="presParOf" srcId="{98535523-42D4-4043-95B6-AD340DA8CDAC}" destId="{1C89C9B8-759F-944F-AA18-FE790C10A65E}" srcOrd="2" destOrd="0" presId="urn:microsoft.com/office/officeart/2005/8/layout/hierarchy3"/>
    <dgm:cxn modelId="{D617B790-CF3A-1D48-8D46-F22C4F1001FF}" type="presParOf" srcId="{98535523-42D4-4043-95B6-AD340DA8CDAC}" destId="{1C076669-4CFF-0B4F-8B31-76E9F2CCEE9B}" srcOrd="3" destOrd="0" presId="urn:microsoft.com/office/officeart/2005/8/layout/hierarchy3"/>
    <dgm:cxn modelId="{1A42E3F0-7469-7949-AF0A-BA7EED10ED20}" type="presParOf" srcId="{AA843FC4-97DC-3649-9F16-C3801798B452}" destId="{2565A228-6B6E-0144-A2BB-59C59BF41707}" srcOrd="1" destOrd="0" presId="urn:microsoft.com/office/officeart/2005/8/layout/hierarchy3"/>
    <dgm:cxn modelId="{E353CFF9-1237-1E40-910A-E41DE3ECF1B2}" type="presParOf" srcId="{2565A228-6B6E-0144-A2BB-59C59BF41707}" destId="{95C64F64-3E0F-7B42-AB4F-CE0F60855F36}" srcOrd="0" destOrd="0" presId="urn:microsoft.com/office/officeart/2005/8/layout/hierarchy3"/>
    <dgm:cxn modelId="{13C914FE-C29E-C241-8EFB-990CD6D8EFB5}" type="presParOf" srcId="{95C64F64-3E0F-7B42-AB4F-CE0F60855F36}" destId="{64F1C8D8-40A2-DF44-AC72-3FFC719959BB}" srcOrd="0" destOrd="0" presId="urn:microsoft.com/office/officeart/2005/8/layout/hierarchy3"/>
    <dgm:cxn modelId="{D8C9936E-EF38-9341-8CF0-CC128AC65913}" type="presParOf" srcId="{95C64F64-3E0F-7B42-AB4F-CE0F60855F36}" destId="{3B32751B-D091-AF40-91E4-684216B0B821}" srcOrd="1" destOrd="0" presId="urn:microsoft.com/office/officeart/2005/8/layout/hierarchy3"/>
    <dgm:cxn modelId="{68A2DBED-7B41-1D45-8B16-7E6BF1CC3CC4}" type="presParOf" srcId="{2565A228-6B6E-0144-A2BB-59C59BF41707}" destId="{2B930B0D-6B56-2741-AC9D-724F5E3525F8}" srcOrd="1" destOrd="0" presId="urn:microsoft.com/office/officeart/2005/8/layout/hierarchy3"/>
    <dgm:cxn modelId="{1491018A-849F-FC43-9236-3F557D0E4523}" type="presParOf" srcId="{2B930B0D-6B56-2741-AC9D-724F5E3525F8}" destId="{4F8FA6E2-0E58-0840-912D-8E16EF91B389}" srcOrd="0" destOrd="0" presId="urn:microsoft.com/office/officeart/2005/8/layout/hierarchy3"/>
    <dgm:cxn modelId="{2418BA6B-01E5-8B4D-8D69-B3034BB76A7F}" type="presParOf" srcId="{2B930B0D-6B56-2741-AC9D-724F5E3525F8}" destId="{7AF818EE-1FFA-0148-A0A6-03F1AC28E0C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31C334-AF11-3542-8C59-02AACA818E6A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1E7E1C-1A61-644F-80B9-C9E770F86FC9}">
      <dgm:prSet/>
      <dgm:spPr/>
      <dgm:t>
        <a:bodyPr/>
        <a:lstStyle/>
        <a:p>
          <a:pPr rtl="0"/>
          <a:r>
            <a:rPr lang="en-US" b="1" i="1" dirty="0"/>
            <a:t>Process spawning</a:t>
          </a:r>
          <a:endParaRPr lang="en-US" dirty="0"/>
        </a:p>
      </dgm:t>
    </dgm:pt>
    <dgm:pt modelId="{6A3405C7-2E36-2E4D-AF8C-9D4AE8F645B0}" type="parTrans" cxnId="{AF843B3F-6031-A747-A9BE-5F055E43CA33}">
      <dgm:prSet/>
      <dgm:spPr/>
      <dgm:t>
        <a:bodyPr/>
        <a:lstStyle/>
        <a:p>
          <a:endParaRPr lang="en-US"/>
        </a:p>
      </dgm:t>
    </dgm:pt>
    <dgm:pt modelId="{90E8D42C-57D6-4F41-A553-0CEB155CE500}" type="sibTrans" cxnId="{AF843B3F-6031-A747-A9BE-5F055E43CA33}">
      <dgm:prSet/>
      <dgm:spPr/>
      <dgm:t>
        <a:bodyPr/>
        <a:lstStyle/>
        <a:p>
          <a:endParaRPr lang="en-US"/>
        </a:p>
      </dgm:t>
    </dgm:pt>
    <dgm:pt modelId="{1C2237B4-0F8E-2941-A3BA-092D9D2BD042}">
      <dgm:prSet/>
      <dgm:spPr>
        <a:solidFill>
          <a:schemeClr val="bg1"/>
        </a:solidFill>
        <a:ln>
          <a:noFill/>
        </a:ln>
      </dgm:spPr>
      <dgm:t>
        <a:bodyPr/>
        <a:lstStyle/>
        <a:p>
          <a:pPr rtl="0"/>
          <a:r>
            <a:rPr lang="en-NZ" dirty="0"/>
            <a:t>When the OS creates a process at the explicit request of another process</a:t>
          </a:r>
          <a:endParaRPr lang="en-NZ" b="1" i="1" dirty="0"/>
        </a:p>
      </dgm:t>
    </dgm:pt>
    <dgm:pt modelId="{C08496CE-D553-E440-80BB-72B3C7632A65}" type="parTrans" cxnId="{A4EAA01F-4E9E-C746-879A-CEAB74D1B356}">
      <dgm:prSet/>
      <dgm:spPr/>
      <dgm:t>
        <a:bodyPr/>
        <a:lstStyle/>
        <a:p>
          <a:endParaRPr lang="en-US"/>
        </a:p>
      </dgm:t>
    </dgm:pt>
    <dgm:pt modelId="{660E20E5-A02C-0F47-BBC0-CED7556C02D8}" type="sibTrans" cxnId="{A4EAA01F-4E9E-C746-879A-CEAB74D1B356}">
      <dgm:prSet/>
      <dgm:spPr/>
      <dgm:t>
        <a:bodyPr/>
        <a:lstStyle/>
        <a:p>
          <a:endParaRPr lang="en-US"/>
        </a:p>
      </dgm:t>
    </dgm:pt>
    <dgm:pt modelId="{92B932D3-E2E3-3E4F-B639-04EAC8B67265}">
      <dgm:prSet/>
      <dgm:spPr/>
      <dgm:t>
        <a:bodyPr/>
        <a:lstStyle/>
        <a:p>
          <a:pPr rtl="0"/>
          <a:r>
            <a:rPr lang="en-US" b="1" i="1" dirty="0"/>
            <a:t>Parent process</a:t>
          </a:r>
          <a:endParaRPr lang="en-US" dirty="0"/>
        </a:p>
      </dgm:t>
    </dgm:pt>
    <dgm:pt modelId="{653244E0-F4CD-724F-A7EA-A3BB8C8D3358}" type="parTrans" cxnId="{703C341B-DDFD-1941-8C04-EC63E722421B}">
      <dgm:prSet/>
      <dgm:spPr/>
      <dgm:t>
        <a:bodyPr/>
        <a:lstStyle/>
        <a:p>
          <a:endParaRPr lang="en-US"/>
        </a:p>
      </dgm:t>
    </dgm:pt>
    <dgm:pt modelId="{D3A17F77-0C2B-EE4F-8F09-4E7D9F8AA8C6}" type="sibTrans" cxnId="{703C341B-DDFD-1941-8C04-EC63E722421B}">
      <dgm:prSet/>
      <dgm:spPr/>
      <dgm:t>
        <a:bodyPr/>
        <a:lstStyle/>
        <a:p>
          <a:endParaRPr lang="en-US"/>
        </a:p>
      </dgm:t>
    </dgm:pt>
    <dgm:pt modelId="{3B113823-13D8-0248-9A31-CA30A16088AA}">
      <dgm:prSet/>
      <dgm:spPr>
        <a:solidFill>
          <a:schemeClr val="bg1"/>
        </a:solidFill>
        <a:ln>
          <a:noFill/>
        </a:ln>
      </dgm:spPr>
      <dgm:t>
        <a:bodyPr/>
        <a:lstStyle/>
        <a:p>
          <a:pPr rtl="0"/>
          <a:r>
            <a:rPr lang="en-US" dirty="0"/>
            <a:t>Is the originally created process that spawns another</a:t>
          </a:r>
        </a:p>
      </dgm:t>
    </dgm:pt>
    <dgm:pt modelId="{51D43687-5E0F-BA48-AE6F-F654B76895B8}" type="parTrans" cxnId="{C949E86E-05FE-3D4F-A8B5-661370EB1B73}">
      <dgm:prSet/>
      <dgm:spPr/>
      <dgm:t>
        <a:bodyPr/>
        <a:lstStyle/>
        <a:p>
          <a:endParaRPr lang="en-US"/>
        </a:p>
      </dgm:t>
    </dgm:pt>
    <dgm:pt modelId="{5AF1763B-4594-BC47-A83F-C2C2ACA61A5C}" type="sibTrans" cxnId="{C949E86E-05FE-3D4F-A8B5-661370EB1B73}">
      <dgm:prSet/>
      <dgm:spPr/>
      <dgm:t>
        <a:bodyPr/>
        <a:lstStyle/>
        <a:p>
          <a:endParaRPr lang="en-US"/>
        </a:p>
      </dgm:t>
    </dgm:pt>
    <dgm:pt modelId="{ED327EA9-617D-874F-AE2D-F1A810D41DF1}">
      <dgm:prSet/>
      <dgm:spPr/>
      <dgm:t>
        <a:bodyPr/>
        <a:lstStyle/>
        <a:p>
          <a:pPr rtl="0"/>
          <a:r>
            <a:rPr lang="en-US" b="1" i="1" dirty="0"/>
            <a:t>Child process </a:t>
          </a:r>
          <a:endParaRPr lang="en-US" dirty="0"/>
        </a:p>
      </dgm:t>
    </dgm:pt>
    <dgm:pt modelId="{CFFD1146-1D74-744E-9489-D7E3933DB7B2}" type="parTrans" cxnId="{2913DAFB-5020-3143-A403-52DCDDBFBD97}">
      <dgm:prSet/>
      <dgm:spPr/>
      <dgm:t>
        <a:bodyPr/>
        <a:lstStyle/>
        <a:p>
          <a:endParaRPr lang="en-US"/>
        </a:p>
      </dgm:t>
    </dgm:pt>
    <dgm:pt modelId="{84657F64-6C09-DF49-8D5B-A12A22A9E488}" type="sibTrans" cxnId="{2913DAFB-5020-3143-A403-52DCDDBFBD97}">
      <dgm:prSet/>
      <dgm:spPr/>
      <dgm:t>
        <a:bodyPr/>
        <a:lstStyle/>
        <a:p>
          <a:endParaRPr lang="en-US"/>
        </a:p>
      </dgm:t>
    </dgm:pt>
    <dgm:pt modelId="{797AA155-809C-5C4E-815A-79B6CDA5DC6A}">
      <dgm:prSet/>
      <dgm:spPr>
        <a:solidFill>
          <a:schemeClr val="bg1"/>
        </a:solidFill>
        <a:ln>
          <a:noFill/>
        </a:ln>
      </dgm:spPr>
      <dgm:t>
        <a:bodyPr/>
        <a:lstStyle/>
        <a:p>
          <a:pPr rtl="0"/>
          <a:r>
            <a:rPr lang="en-US" dirty="0"/>
            <a:t>Is the new process (the spawned process)</a:t>
          </a:r>
        </a:p>
      </dgm:t>
    </dgm:pt>
    <dgm:pt modelId="{5361A0B3-E234-A041-8161-DD3C19FBF858}" type="parTrans" cxnId="{30BA5E2A-5D1E-4248-8710-822407BCD2E5}">
      <dgm:prSet/>
      <dgm:spPr/>
      <dgm:t>
        <a:bodyPr/>
        <a:lstStyle/>
        <a:p>
          <a:endParaRPr lang="en-US"/>
        </a:p>
      </dgm:t>
    </dgm:pt>
    <dgm:pt modelId="{14DEFE90-1527-4940-A7A6-1430E624F954}" type="sibTrans" cxnId="{30BA5E2A-5D1E-4248-8710-822407BCD2E5}">
      <dgm:prSet/>
      <dgm:spPr/>
      <dgm:t>
        <a:bodyPr/>
        <a:lstStyle/>
        <a:p>
          <a:endParaRPr lang="en-US"/>
        </a:p>
      </dgm:t>
    </dgm:pt>
    <dgm:pt modelId="{F3C9979B-06C3-7E45-BD10-6207B7A1BBF5}">
      <dgm:prSet/>
      <dgm:spPr>
        <a:solidFill>
          <a:schemeClr val="bg1"/>
        </a:solidFill>
        <a:ln>
          <a:noFill/>
        </a:ln>
      </dgm:spPr>
      <dgm:t>
        <a:bodyPr/>
        <a:lstStyle/>
        <a:p>
          <a:pPr rtl="0"/>
          <a:endParaRPr lang="en-NZ" dirty="0"/>
        </a:p>
      </dgm:t>
    </dgm:pt>
    <dgm:pt modelId="{BA78826C-F616-EA47-A677-9118C5D360C6}" type="parTrans" cxnId="{6DCEF32D-CA4D-3645-9DA0-A1B77CA73BD4}">
      <dgm:prSet/>
      <dgm:spPr/>
      <dgm:t>
        <a:bodyPr/>
        <a:lstStyle/>
        <a:p>
          <a:endParaRPr lang="en-US"/>
        </a:p>
      </dgm:t>
    </dgm:pt>
    <dgm:pt modelId="{DB87B744-1CA6-5C40-86F9-2A00A7756880}" type="sibTrans" cxnId="{6DCEF32D-CA4D-3645-9DA0-A1B77CA73BD4}">
      <dgm:prSet/>
      <dgm:spPr/>
      <dgm:t>
        <a:bodyPr/>
        <a:lstStyle/>
        <a:p>
          <a:endParaRPr lang="en-US"/>
        </a:p>
      </dgm:t>
    </dgm:pt>
    <dgm:pt modelId="{F5D36B78-1F81-EE4A-A629-A47EF8A594F4}" type="pres">
      <dgm:prSet presAssocID="{6731C334-AF11-3542-8C59-02AACA818E6A}" presName="Name0" presStyleCnt="0">
        <dgm:presLayoutVars>
          <dgm:dir/>
          <dgm:animLvl val="lvl"/>
          <dgm:resizeHandles val="exact"/>
        </dgm:presLayoutVars>
      </dgm:prSet>
      <dgm:spPr/>
    </dgm:pt>
    <dgm:pt modelId="{A74C8154-08E7-4447-BD1E-1681AA752A13}" type="pres">
      <dgm:prSet presAssocID="{9D1E7E1C-1A61-644F-80B9-C9E770F86FC9}" presName="composite" presStyleCnt="0"/>
      <dgm:spPr/>
    </dgm:pt>
    <dgm:pt modelId="{7012A570-2292-6042-8F87-375482494525}" type="pres">
      <dgm:prSet presAssocID="{9D1E7E1C-1A61-644F-80B9-C9E770F86FC9}" presName="parTx" presStyleLbl="alignNode1" presStyleIdx="0" presStyleCnt="3" custLinFactNeighborX="3023" custLinFactNeighborY="-1489">
        <dgm:presLayoutVars>
          <dgm:chMax val="0"/>
          <dgm:chPref val="0"/>
          <dgm:bulletEnabled val="1"/>
        </dgm:presLayoutVars>
      </dgm:prSet>
      <dgm:spPr/>
    </dgm:pt>
    <dgm:pt modelId="{6E5587B0-CB6B-5F49-99BC-8512D84E1718}" type="pres">
      <dgm:prSet presAssocID="{9D1E7E1C-1A61-644F-80B9-C9E770F86FC9}" presName="desTx" presStyleLbl="alignAccFollowNode1" presStyleIdx="0" presStyleCnt="3" custLinFactNeighborX="3023" custLinFactNeighborY="244">
        <dgm:presLayoutVars>
          <dgm:bulletEnabled val="1"/>
        </dgm:presLayoutVars>
      </dgm:prSet>
      <dgm:spPr/>
    </dgm:pt>
    <dgm:pt modelId="{83FDB912-E463-BB43-A426-495E5C1B9F59}" type="pres">
      <dgm:prSet presAssocID="{90E8D42C-57D6-4F41-A553-0CEB155CE500}" presName="space" presStyleCnt="0"/>
      <dgm:spPr/>
    </dgm:pt>
    <dgm:pt modelId="{06FA7E0C-365E-3049-8EF9-25EB43125646}" type="pres">
      <dgm:prSet presAssocID="{92B932D3-E2E3-3E4F-B639-04EAC8B67265}" presName="composite" presStyleCnt="0"/>
      <dgm:spPr/>
    </dgm:pt>
    <dgm:pt modelId="{3B7AAAD3-B4B2-894D-BD62-FBDCA5DB86E5}" type="pres">
      <dgm:prSet presAssocID="{92B932D3-E2E3-3E4F-B639-04EAC8B6726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94610A3-C2C3-B640-879C-283BC4C4886A}" type="pres">
      <dgm:prSet presAssocID="{92B932D3-E2E3-3E4F-B639-04EAC8B67265}" presName="desTx" presStyleLbl="alignAccFollowNode1" presStyleIdx="1" presStyleCnt="3" custScaleX="112528" custLinFactNeighborX="281" custLinFactNeighborY="12650">
        <dgm:presLayoutVars>
          <dgm:bulletEnabled val="1"/>
        </dgm:presLayoutVars>
      </dgm:prSet>
      <dgm:spPr/>
    </dgm:pt>
    <dgm:pt modelId="{CC752E20-1E1D-EE4F-94ED-EDF611B1745D}" type="pres">
      <dgm:prSet presAssocID="{D3A17F77-0C2B-EE4F-8F09-4E7D9F8AA8C6}" presName="space" presStyleCnt="0"/>
      <dgm:spPr/>
    </dgm:pt>
    <dgm:pt modelId="{C9D5DCC4-6884-7847-A551-EB55BE19C0CA}" type="pres">
      <dgm:prSet presAssocID="{ED327EA9-617D-874F-AE2D-F1A810D41DF1}" presName="composite" presStyleCnt="0"/>
      <dgm:spPr/>
    </dgm:pt>
    <dgm:pt modelId="{B5437CEF-732C-D940-ADAA-BDDAA09C9E8D}" type="pres">
      <dgm:prSet presAssocID="{ED327EA9-617D-874F-AE2D-F1A810D41DF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830ED57-4DAF-3040-BF6C-9CF6B5560015}" type="pres">
      <dgm:prSet presAssocID="{ED327EA9-617D-874F-AE2D-F1A810D41DF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03C341B-DDFD-1941-8C04-EC63E722421B}" srcId="{6731C334-AF11-3542-8C59-02AACA818E6A}" destId="{92B932D3-E2E3-3E4F-B639-04EAC8B67265}" srcOrd="1" destOrd="0" parTransId="{653244E0-F4CD-724F-A7EA-A3BB8C8D3358}" sibTransId="{D3A17F77-0C2B-EE4F-8F09-4E7D9F8AA8C6}"/>
    <dgm:cxn modelId="{A4EAA01F-4E9E-C746-879A-CEAB74D1B356}" srcId="{9D1E7E1C-1A61-644F-80B9-C9E770F86FC9}" destId="{1C2237B4-0F8E-2941-A3BA-092D9D2BD042}" srcOrd="0" destOrd="0" parTransId="{C08496CE-D553-E440-80BB-72B3C7632A65}" sibTransId="{660E20E5-A02C-0F47-BBC0-CED7556C02D8}"/>
    <dgm:cxn modelId="{30BA5E2A-5D1E-4248-8710-822407BCD2E5}" srcId="{ED327EA9-617D-874F-AE2D-F1A810D41DF1}" destId="{797AA155-809C-5C4E-815A-79B6CDA5DC6A}" srcOrd="0" destOrd="0" parTransId="{5361A0B3-E234-A041-8161-DD3C19FBF858}" sibTransId="{14DEFE90-1527-4940-A7A6-1430E624F954}"/>
    <dgm:cxn modelId="{6DCEF32D-CA4D-3645-9DA0-A1B77CA73BD4}" srcId="{ED327EA9-617D-874F-AE2D-F1A810D41DF1}" destId="{F3C9979B-06C3-7E45-BD10-6207B7A1BBF5}" srcOrd="1" destOrd="0" parTransId="{BA78826C-F616-EA47-A677-9118C5D360C6}" sibTransId="{DB87B744-1CA6-5C40-86F9-2A00A7756880}"/>
    <dgm:cxn modelId="{AF843B3F-6031-A747-A9BE-5F055E43CA33}" srcId="{6731C334-AF11-3542-8C59-02AACA818E6A}" destId="{9D1E7E1C-1A61-644F-80B9-C9E770F86FC9}" srcOrd="0" destOrd="0" parTransId="{6A3405C7-2E36-2E4D-AF8C-9D4AE8F645B0}" sibTransId="{90E8D42C-57D6-4F41-A553-0CEB155CE500}"/>
    <dgm:cxn modelId="{C949E86E-05FE-3D4F-A8B5-661370EB1B73}" srcId="{92B932D3-E2E3-3E4F-B639-04EAC8B67265}" destId="{3B113823-13D8-0248-9A31-CA30A16088AA}" srcOrd="0" destOrd="0" parTransId="{51D43687-5E0F-BA48-AE6F-F654B76895B8}" sibTransId="{5AF1763B-4594-BC47-A83F-C2C2ACA61A5C}"/>
    <dgm:cxn modelId="{598F4250-89B9-EF4D-A94E-E432766E65F5}" type="presOf" srcId="{ED327EA9-617D-874F-AE2D-F1A810D41DF1}" destId="{B5437CEF-732C-D940-ADAA-BDDAA09C9E8D}" srcOrd="0" destOrd="0" presId="urn:microsoft.com/office/officeart/2005/8/layout/hList1"/>
    <dgm:cxn modelId="{CC07F658-8313-2342-9875-CF984D3F2483}" type="presOf" srcId="{3B113823-13D8-0248-9A31-CA30A16088AA}" destId="{094610A3-C2C3-B640-879C-283BC4C4886A}" srcOrd="0" destOrd="0" presId="urn:microsoft.com/office/officeart/2005/8/layout/hList1"/>
    <dgm:cxn modelId="{71AD5493-7BCF-1643-A412-C1F9EB4D0372}" type="presOf" srcId="{9D1E7E1C-1A61-644F-80B9-C9E770F86FC9}" destId="{7012A570-2292-6042-8F87-375482494525}" srcOrd="0" destOrd="0" presId="urn:microsoft.com/office/officeart/2005/8/layout/hList1"/>
    <dgm:cxn modelId="{FA1EA2BC-9197-E047-8BD8-F52C5CF89C6E}" type="presOf" srcId="{797AA155-809C-5C4E-815A-79B6CDA5DC6A}" destId="{B830ED57-4DAF-3040-BF6C-9CF6B5560015}" srcOrd="0" destOrd="0" presId="urn:microsoft.com/office/officeart/2005/8/layout/hList1"/>
    <dgm:cxn modelId="{E3D3B6C1-E269-344E-BB98-4E64A8111C89}" type="presOf" srcId="{F3C9979B-06C3-7E45-BD10-6207B7A1BBF5}" destId="{B830ED57-4DAF-3040-BF6C-9CF6B5560015}" srcOrd="0" destOrd="1" presId="urn:microsoft.com/office/officeart/2005/8/layout/hList1"/>
    <dgm:cxn modelId="{0889CCD0-0301-DD4F-A06E-15832D815033}" type="presOf" srcId="{92B932D3-E2E3-3E4F-B639-04EAC8B67265}" destId="{3B7AAAD3-B4B2-894D-BD62-FBDCA5DB86E5}" srcOrd="0" destOrd="0" presId="urn:microsoft.com/office/officeart/2005/8/layout/hList1"/>
    <dgm:cxn modelId="{B221ABD5-DB13-BF45-A463-6C41EC0D4CDF}" type="presOf" srcId="{6731C334-AF11-3542-8C59-02AACA818E6A}" destId="{F5D36B78-1F81-EE4A-A629-A47EF8A594F4}" srcOrd="0" destOrd="0" presId="urn:microsoft.com/office/officeart/2005/8/layout/hList1"/>
    <dgm:cxn modelId="{82B0EDF7-4578-574E-BAF3-ADD2C8398058}" type="presOf" srcId="{1C2237B4-0F8E-2941-A3BA-092D9D2BD042}" destId="{6E5587B0-CB6B-5F49-99BC-8512D84E1718}" srcOrd="0" destOrd="0" presId="urn:microsoft.com/office/officeart/2005/8/layout/hList1"/>
    <dgm:cxn modelId="{2913DAFB-5020-3143-A403-52DCDDBFBD97}" srcId="{6731C334-AF11-3542-8C59-02AACA818E6A}" destId="{ED327EA9-617D-874F-AE2D-F1A810D41DF1}" srcOrd="2" destOrd="0" parTransId="{CFFD1146-1D74-744E-9489-D7E3933DB7B2}" sibTransId="{84657F64-6C09-DF49-8D5B-A12A22A9E488}"/>
    <dgm:cxn modelId="{32C6298E-0907-0840-BF39-2F4437FA5480}" type="presParOf" srcId="{F5D36B78-1F81-EE4A-A629-A47EF8A594F4}" destId="{A74C8154-08E7-4447-BD1E-1681AA752A13}" srcOrd="0" destOrd="0" presId="urn:microsoft.com/office/officeart/2005/8/layout/hList1"/>
    <dgm:cxn modelId="{A01EED05-70F6-A241-AF12-737D2CB88AF4}" type="presParOf" srcId="{A74C8154-08E7-4447-BD1E-1681AA752A13}" destId="{7012A570-2292-6042-8F87-375482494525}" srcOrd="0" destOrd="0" presId="urn:microsoft.com/office/officeart/2005/8/layout/hList1"/>
    <dgm:cxn modelId="{7A9D1DB5-6219-834E-8BC4-94E46D2BBAD7}" type="presParOf" srcId="{A74C8154-08E7-4447-BD1E-1681AA752A13}" destId="{6E5587B0-CB6B-5F49-99BC-8512D84E1718}" srcOrd="1" destOrd="0" presId="urn:microsoft.com/office/officeart/2005/8/layout/hList1"/>
    <dgm:cxn modelId="{A0779B66-451A-F74E-B364-CA34421FCA39}" type="presParOf" srcId="{F5D36B78-1F81-EE4A-A629-A47EF8A594F4}" destId="{83FDB912-E463-BB43-A426-495E5C1B9F59}" srcOrd="1" destOrd="0" presId="urn:microsoft.com/office/officeart/2005/8/layout/hList1"/>
    <dgm:cxn modelId="{276C280C-899C-8649-BA67-DC925DF5E9D4}" type="presParOf" srcId="{F5D36B78-1F81-EE4A-A629-A47EF8A594F4}" destId="{06FA7E0C-365E-3049-8EF9-25EB43125646}" srcOrd="2" destOrd="0" presId="urn:microsoft.com/office/officeart/2005/8/layout/hList1"/>
    <dgm:cxn modelId="{F07F5D9E-898B-F542-BF05-E2043F69FACF}" type="presParOf" srcId="{06FA7E0C-365E-3049-8EF9-25EB43125646}" destId="{3B7AAAD3-B4B2-894D-BD62-FBDCA5DB86E5}" srcOrd="0" destOrd="0" presId="urn:microsoft.com/office/officeart/2005/8/layout/hList1"/>
    <dgm:cxn modelId="{E84F5A4C-A972-C840-8C55-CEAA20F19598}" type="presParOf" srcId="{06FA7E0C-365E-3049-8EF9-25EB43125646}" destId="{094610A3-C2C3-B640-879C-283BC4C4886A}" srcOrd="1" destOrd="0" presId="urn:microsoft.com/office/officeart/2005/8/layout/hList1"/>
    <dgm:cxn modelId="{B4C78625-FB5E-A24D-B44E-8A0D308D951E}" type="presParOf" srcId="{F5D36B78-1F81-EE4A-A629-A47EF8A594F4}" destId="{CC752E20-1E1D-EE4F-94ED-EDF611B1745D}" srcOrd="3" destOrd="0" presId="urn:microsoft.com/office/officeart/2005/8/layout/hList1"/>
    <dgm:cxn modelId="{67CE2A38-73E5-AF44-A08D-71B88808FB5C}" type="presParOf" srcId="{F5D36B78-1F81-EE4A-A629-A47EF8A594F4}" destId="{C9D5DCC4-6884-7847-A551-EB55BE19C0CA}" srcOrd="4" destOrd="0" presId="urn:microsoft.com/office/officeart/2005/8/layout/hList1"/>
    <dgm:cxn modelId="{7C0BDF64-F0B1-1941-8D1B-7F6E04B65F1D}" type="presParOf" srcId="{C9D5DCC4-6884-7847-A551-EB55BE19C0CA}" destId="{B5437CEF-732C-D940-ADAA-BDDAA09C9E8D}" srcOrd="0" destOrd="0" presId="urn:microsoft.com/office/officeart/2005/8/layout/hList1"/>
    <dgm:cxn modelId="{8B502041-55E6-D247-8A7D-6DAB86AD7993}" type="presParOf" srcId="{C9D5DCC4-6884-7847-A551-EB55BE19C0CA}" destId="{B830ED57-4DAF-3040-BF6C-9CF6B55600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5311E6-CDD7-2543-8CC3-293FFCF03437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91F018-FF0E-CB4C-88F4-88ED9142CAD7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400" dirty="0"/>
            <a:t>Assigns a unique process identifier to the new process</a:t>
          </a:r>
        </a:p>
      </dgm:t>
    </dgm:pt>
    <dgm:pt modelId="{1ECFC509-95F7-7745-851E-93B1C4579473}" type="parTrans" cxnId="{2558DFB9-F6B6-7042-B411-B76CA879DB08}">
      <dgm:prSet/>
      <dgm:spPr/>
      <dgm:t>
        <a:bodyPr/>
        <a:lstStyle/>
        <a:p>
          <a:endParaRPr lang="en-US"/>
        </a:p>
      </dgm:t>
    </dgm:pt>
    <dgm:pt modelId="{9AB9A415-9AF0-DE45-A19E-A3D608A27A8C}" type="sibTrans" cxnId="{2558DFB9-F6B6-7042-B411-B76CA879DB08}">
      <dgm:prSet/>
      <dgm:spPr>
        <a:solidFill>
          <a:schemeClr val="accent2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E44C28E-1BEC-E343-9C9F-C344338D5C42}">
      <dgm:prSet custT="1"/>
      <dgm:spPr>
        <a:solidFill>
          <a:schemeClr val="accent6"/>
        </a:solidFill>
      </dgm:spPr>
      <dgm:t>
        <a:bodyPr/>
        <a:lstStyle/>
        <a:p>
          <a:r>
            <a:rPr lang="en-US" sz="2400" dirty="0"/>
            <a:t>Allocates space for the process</a:t>
          </a:r>
        </a:p>
      </dgm:t>
    </dgm:pt>
    <dgm:pt modelId="{CC6EF307-D0A1-994A-9C4C-CAA050961182}" type="parTrans" cxnId="{B422356A-E09E-E04F-B88A-010F4955454C}">
      <dgm:prSet/>
      <dgm:spPr/>
      <dgm:t>
        <a:bodyPr/>
        <a:lstStyle/>
        <a:p>
          <a:endParaRPr lang="en-US"/>
        </a:p>
      </dgm:t>
    </dgm:pt>
    <dgm:pt modelId="{8D0CD505-0D70-9640-9AC5-D3C99B8D172A}" type="sibTrans" cxnId="{B422356A-E09E-E04F-B88A-010F4955454C}">
      <dgm:prSet/>
      <dgm:spPr>
        <a:solidFill>
          <a:schemeClr val="accent2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04169B80-E7BC-5D4B-A2E7-F320A0E04342}">
      <dgm:prSet custT="1"/>
      <dgm:spPr>
        <a:solidFill>
          <a:schemeClr val="accent6"/>
        </a:solidFill>
      </dgm:spPr>
      <dgm:t>
        <a:bodyPr/>
        <a:lstStyle/>
        <a:p>
          <a:r>
            <a:rPr lang="en-US" sz="2400" dirty="0"/>
            <a:t>Initializes the process control block</a:t>
          </a:r>
        </a:p>
      </dgm:t>
    </dgm:pt>
    <dgm:pt modelId="{B6904F3A-4710-F243-969B-02EA176D7338}" type="parTrans" cxnId="{156C2F54-D7F3-2346-B05D-A0B7B3DC83DD}">
      <dgm:prSet/>
      <dgm:spPr/>
      <dgm:t>
        <a:bodyPr/>
        <a:lstStyle/>
        <a:p>
          <a:endParaRPr lang="en-US"/>
        </a:p>
      </dgm:t>
    </dgm:pt>
    <dgm:pt modelId="{841C71FB-6F6A-5746-AF62-1B717A71962C}" type="sibTrans" cxnId="{156C2F54-D7F3-2346-B05D-A0B7B3DC83DD}">
      <dgm:prSet/>
      <dgm:spPr>
        <a:solidFill>
          <a:schemeClr val="accent2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A9F38DA8-36BA-6B4A-9528-485ABFBA88A9}">
      <dgm:prSet custT="1"/>
      <dgm:spPr>
        <a:solidFill>
          <a:schemeClr val="accent6"/>
        </a:solidFill>
      </dgm:spPr>
      <dgm:t>
        <a:bodyPr/>
        <a:lstStyle/>
        <a:p>
          <a:r>
            <a:rPr lang="en-US" sz="2400" dirty="0"/>
            <a:t>Sets the appropriate linkages - </a:t>
          </a:r>
          <a:r>
            <a:rPr lang="en-US" sz="1600" b="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For example, if the OS maintains each scheduling queue as a linked list, then the new process must be put in the Ready </a:t>
          </a:r>
          <a:r>
            <a:rPr lang="en-US" sz="1600" b="0" baseline="0" dirty="0" err="1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orReady</a:t>
          </a:r>
          <a:r>
            <a:rPr lang="en-US" sz="1600" b="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/Suspend list.</a:t>
          </a:r>
          <a:endParaRPr lang="en-US" sz="1600" dirty="0">
            <a:highlight>
              <a:srgbClr val="FFFF00"/>
            </a:highlight>
          </a:endParaRPr>
        </a:p>
      </dgm:t>
    </dgm:pt>
    <dgm:pt modelId="{081429CD-FFEB-CC42-AA08-4602D4BB165D}" type="parTrans" cxnId="{6632F6FA-0592-F34D-AE69-D91AA2D931CD}">
      <dgm:prSet/>
      <dgm:spPr/>
      <dgm:t>
        <a:bodyPr/>
        <a:lstStyle/>
        <a:p>
          <a:endParaRPr lang="en-US"/>
        </a:p>
      </dgm:t>
    </dgm:pt>
    <dgm:pt modelId="{3E04904E-3154-A04B-9E8B-D17416EB5CF3}" type="sibTrans" cxnId="{6632F6FA-0592-F34D-AE69-D91AA2D931CD}">
      <dgm:prSet/>
      <dgm:spPr>
        <a:solidFill>
          <a:schemeClr val="accent2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FCF63CD2-91B4-904C-8BB8-EE3ABDE1A294}">
      <dgm:prSet custT="1"/>
      <dgm:spPr>
        <a:solidFill>
          <a:schemeClr val="accent6"/>
        </a:solidFill>
      </dgm:spPr>
      <dgm:t>
        <a:bodyPr/>
        <a:lstStyle/>
        <a:p>
          <a:r>
            <a:rPr lang="en-US" sz="2400" dirty="0"/>
            <a:t>Creates or expands other data structures - </a:t>
          </a:r>
          <a:r>
            <a:rPr lang="en-US" sz="1500" b="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For example, the OS may maintain an </a:t>
          </a:r>
          <a:r>
            <a:rPr lang="en-US" sz="1500" b="1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accounting file on each process </a:t>
          </a:r>
          <a:r>
            <a:rPr lang="en-US" sz="1500" b="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to be used subsequently for billing and/or performance assessment purposes</a:t>
          </a:r>
          <a:endParaRPr lang="en-US" sz="1500" dirty="0">
            <a:highlight>
              <a:srgbClr val="FFFF00"/>
            </a:highlight>
          </a:endParaRPr>
        </a:p>
      </dgm:t>
    </dgm:pt>
    <dgm:pt modelId="{3EC06BA4-90C4-914A-9D96-B473447DE344}" type="parTrans" cxnId="{A2EF8852-1AEE-CE45-BD7F-69FA8E403B98}">
      <dgm:prSet/>
      <dgm:spPr/>
      <dgm:t>
        <a:bodyPr/>
        <a:lstStyle/>
        <a:p>
          <a:endParaRPr lang="en-US"/>
        </a:p>
      </dgm:t>
    </dgm:pt>
    <dgm:pt modelId="{27B59B21-52CA-6B40-AF4A-44789D041A1F}" type="sibTrans" cxnId="{A2EF8852-1AEE-CE45-BD7F-69FA8E403B98}">
      <dgm:prSet/>
      <dgm:spPr/>
      <dgm:t>
        <a:bodyPr/>
        <a:lstStyle/>
        <a:p>
          <a:endParaRPr lang="en-US"/>
        </a:p>
      </dgm:t>
    </dgm:pt>
    <dgm:pt modelId="{B030A845-3B6F-EB47-A903-3C872099F50D}" type="pres">
      <dgm:prSet presAssocID="{3B5311E6-CDD7-2543-8CC3-293FFCF03437}" presName="outerComposite" presStyleCnt="0">
        <dgm:presLayoutVars>
          <dgm:chMax val="5"/>
          <dgm:dir/>
          <dgm:resizeHandles val="exact"/>
        </dgm:presLayoutVars>
      </dgm:prSet>
      <dgm:spPr/>
    </dgm:pt>
    <dgm:pt modelId="{CDAA31E5-020B-A641-A211-A9CB97EDA779}" type="pres">
      <dgm:prSet presAssocID="{3B5311E6-CDD7-2543-8CC3-293FFCF03437}" presName="dummyMaxCanvas" presStyleCnt="0">
        <dgm:presLayoutVars/>
      </dgm:prSet>
      <dgm:spPr/>
    </dgm:pt>
    <dgm:pt modelId="{787F2B9F-EC41-2140-8EC1-5E16AF2C7855}" type="pres">
      <dgm:prSet presAssocID="{3B5311E6-CDD7-2543-8CC3-293FFCF03437}" presName="FiveNodes_1" presStyleLbl="node1" presStyleIdx="0" presStyleCnt="5" custScaleX="100433">
        <dgm:presLayoutVars>
          <dgm:bulletEnabled val="1"/>
        </dgm:presLayoutVars>
      </dgm:prSet>
      <dgm:spPr/>
    </dgm:pt>
    <dgm:pt modelId="{5B5D711A-1B3F-D448-9482-44A847364F32}" type="pres">
      <dgm:prSet presAssocID="{3B5311E6-CDD7-2543-8CC3-293FFCF03437}" presName="FiveNodes_2" presStyleLbl="node1" presStyleIdx="1" presStyleCnt="5" custScaleX="111181">
        <dgm:presLayoutVars>
          <dgm:bulletEnabled val="1"/>
        </dgm:presLayoutVars>
      </dgm:prSet>
      <dgm:spPr/>
    </dgm:pt>
    <dgm:pt modelId="{E6CD32AC-3E96-AB44-A760-F359511BBE11}" type="pres">
      <dgm:prSet presAssocID="{3B5311E6-CDD7-2543-8CC3-293FFCF03437}" presName="FiveNodes_3" presStyleLbl="node1" presStyleIdx="2" presStyleCnt="5" custScaleX="117046">
        <dgm:presLayoutVars>
          <dgm:bulletEnabled val="1"/>
        </dgm:presLayoutVars>
      </dgm:prSet>
      <dgm:spPr/>
    </dgm:pt>
    <dgm:pt modelId="{AC35228F-21E7-5E47-83A7-D0492D254D58}" type="pres">
      <dgm:prSet presAssocID="{3B5311E6-CDD7-2543-8CC3-293FFCF03437}" presName="FiveNodes_4" presStyleLbl="node1" presStyleIdx="3" presStyleCnt="5" custScaleX="113214" custLinFactNeighborX="-346" custLinFactNeighborY="-3299">
        <dgm:presLayoutVars>
          <dgm:bulletEnabled val="1"/>
        </dgm:presLayoutVars>
      </dgm:prSet>
      <dgm:spPr/>
    </dgm:pt>
    <dgm:pt modelId="{6DAEB0AD-3B63-8740-A6E5-6B3AE3531A2D}" type="pres">
      <dgm:prSet presAssocID="{3B5311E6-CDD7-2543-8CC3-293FFCF03437}" presName="FiveNodes_5" presStyleLbl="node1" presStyleIdx="4" presStyleCnt="5" custScaleX="108537">
        <dgm:presLayoutVars>
          <dgm:bulletEnabled val="1"/>
        </dgm:presLayoutVars>
      </dgm:prSet>
      <dgm:spPr/>
    </dgm:pt>
    <dgm:pt modelId="{109E467C-1E73-8C45-B39E-5EC0C5B03450}" type="pres">
      <dgm:prSet presAssocID="{3B5311E6-CDD7-2543-8CC3-293FFCF03437}" presName="FiveConn_1-2" presStyleLbl="fgAccFollowNode1" presStyleIdx="0" presStyleCnt="4">
        <dgm:presLayoutVars>
          <dgm:bulletEnabled val="1"/>
        </dgm:presLayoutVars>
      </dgm:prSet>
      <dgm:spPr/>
    </dgm:pt>
    <dgm:pt modelId="{2BDB5B10-9839-7244-804C-B97A8A38670F}" type="pres">
      <dgm:prSet presAssocID="{3B5311E6-CDD7-2543-8CC3-293FFCF03437}" presName="FiveConn_2-3" presStyleLbl="fgAccFollowNode1" presStyleIdx="1" presStyleCnt="4">
        <dgm:presLayoutVars>
          <dgm:bulletEnabled val="1"/>
        </dgm:presLayoutVars>
      </dgm:prSet>
      <dgm:spPr/>
    </dgm:pt>
    <dgm:pt modelId="{B61A2D92-3241-AB4E-9449-C71D8D3EE5B6}" type="pres">
      <dgm:prSet presAssocID="{3B5311E6-CDD7-2543-8CC3-293FFCF03437}" presName="FiveConn_3-4" presStyleLbl="fgAccFollowNode1" presStyleIdx="2" presStyleCnt="4">
        <dgm:presLayoutVars>
          <dgm:bulletEnabled val="1"/>
        </dgm:presLayoutVars>
      </dgm:prSet>
      <dgm:spPr/>
    </dgm:pt>
    <dgm:pt modelId="{77EDA281-184C-FE4B-B762-E3375FFA90A8}" type="pres">
      <dgm:prSet presAssocID="{3B5311E6-CDD7-2543-8CC3-293FFCF03437}" presName="FiveConn_4-5" presStyleLbl="fgAccFollowNode1" presStyleIdx="3" presStyleCnt="4">
        <dgm:presLayoutVars>
          <dgm:bulletEnabled val="1"/>
        </dgm:presLayoutVars>
      </dgm:prSet>
      <dgm:spPr/>
    </dgm:pt>
    <dgm:pt modelId="{3C60B572-E184-9348-9ABC-6519A3024FB3}" type="pres">
      <dgm:prSet presAssocID="{3B5311E6-CDD7-2543-8CC3-293FFCF03437}" presName="FiveNodes_1_text" presStyleLbl="node1" presStyleIdx="4" presStyleCnt="5">
        <dgm:presLayoutVars>
          <dgm:bulletEnabled val="1"/>
        </dgm:presLayoutVars>
      </dgm:prSet>
      <dgm:spPr/>
    </dgm:pt>
    <dgm:pt modelId="{23D7EB47-3806-D044-970D-2F9185354114}" type="pres">
      <dgm:prSet presAssocID="{3B5311E6-CDD7-2543-8CC3-293FFCF03437}" presName="FiveNodes_2_text" presStyleLbl="node1" presStyleIdx="4" presStyleCnt="5">
        <dgm:presLayoutVars>
          <dgm:bulletEnabled val="1"/>
        </dgm:presLayoutVars>
      </dgm:prSet>
      <dgm:spPr/>
    </dgm:pt>
    <dgm:pt modelId="{A5FF0D84-C137-7C40-BB21-2FA1407FE4FA}" type="pres">
      <dgm:prSet presAssocID="{3B5311E6-CDD7-2543-8CC3-293FFCF03437}" presName="FiveNodes_3_text" presStyleLbl="node1" presStyleIdx="4" presStyleCnt="5">
        <dgm:presLayoutVars>
          <dgm:bulletEnabled val="1"/>
        </dgm:presLayoutVars>
      </dgm:prSet>
      <dgm:spPr/>
    </dgm:pt>
    <dgm:pt modelId="{1210F950-727A-CE44-8D71-D2AB558DAFC4}" type="pres">
      <dgm:prSet presAssocID="{3B5311E6-CDD7-2543-8CC3-293FFCF03437}" presName="FiveNodes_4_text" presStyleLbl="node1" presStyleIdx="4" presStyleCnt="5">
        <dgm:presLayoutVars>
          <dgm:bulletEnabled val="1"/>
        </dgm:presLayoutVars>
      </dgm:prSet>
      <dgm:spPr/>
    </dgm:pt>
    <dgm:pt modelId="{DB502D11-E4CC-3948-B959-5716669E42D7}" type="pres">
      <dgm:prSet presAssocID="{3B5311E6-CDD7-2543-8CC3-293FFCF0343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A58781C-ABBA-4545-A8A9-124FD7F4EC42}" type="presOf" srcId="{04169B80-E7BC-5D4B-A2E7-F320A0E04342}" destId="{E6CD32AC-3E96-AB44-A760-F359511BBE11}" srcOrd="0" destOrd="0" presId="urn:microsoft.com/office/officeart/2005/8/layout/vProcess5"/>
    <dgm:cxn modelId="{13DCFB40-AFEB-0B47-BCA4-42AA652674D8}" type="presOf" srcId="{A9F38DA8-36BA-6B4A-9528-485ABFBA88A9}" destId="{1210F950-727A-CE44-8D71-D2AB558DAFC4}" srcOrd="1" destOrd="0" presId="urn:microsoft.com/office/officeart/2005/8/layout/vProcess5"/>
    <dgm:cxn modelId="{D3D25D5D-E09A-9145-99A2-D445CC5D0FEE}" type="presOf" srcId="{A9F38DA8-36BA-6B4A-9528-485ABFBA88A9}" destId="{AC35228F-21E7-5E47-83A7-D0492D254D58}" srcOrd="0" destOrd="0" presId="urn:microsoft.com/office/officeart/2005/8/layout/vProcess5"/>
    <dgm:cxn modelId="{DD483F60-D585-A54A-9273-3960FD89C452}" type="presOf" srcId="{9AB9A415-9AF0-DE45-A19E-A3D608A27A8C}" destId="{109E467C-1E73-8C45-B39E-5EC0C5B03450}" srcOrd="0" destOrd="0" presId="urn:microsoft.com/office/officeart/2005/8/layout/vProcess5"/>
    <dgm:cxn modelId="{53E8BB69-1CDF-BC49-811A-D57FE1A911F3}" type="presOf" srcId="{6E44C28E-1BEC-E343-9C9F-C344338D5C42}" destId="{5B5D711A-1B3F-D448-9482-44A847364F32}" srcOrd="0" destOrd="0" presId="urn:microsoft.com/office/officeart/2005/8/layout/vProcess5"/>
    <dgm:cxn modelId="{B422356A-E09E-E04F-B88A-010F4955454C}" srcId="{3B5311E6-CDD7-2543-8CC3-293FFCF03437}" destId="{6E44C28E-1BEC-E343-9C9F-C344338D5C42}" srcOrd="1" destOrd="0" parTransId="{CC6EF307-D0A1-994A-9C4C-CAA050961182}" sibTransId="{8D0CD505-0D70-9640-9AC5-D3C99B8D172A}"/>
    <dgm:cxn modelId="{59C4584A-A4A2-0D4C-8BE0-E7EA2F44819F}" type="presOf" srcId="{8391F018-FF0E-CB4C-88F4-88ED9142CAD7}" destId="{3C60B572-E184-9348-9ABC-6519A3024FB3}" srcOrd="1" destOrd="0" presId="urn:microsoft.com/office/officeart/2005/8/layout/vProcess5"/>
    <dgm:cxn modelId="{A2EF8852-1AEE-CE45-BD7F-69FA8E403B98}" srcId="{3B5311E6-CDD7-2543-8CC3-293FFCF03437}" destId="{FCF63CD2-91B4-904C-8BB8-EE3ABDE1A294}" srcOrd="4" destOrd="0" parTransId="{3EC06BA4-90C4-914A-9D96-B473447DE344}" sibTransId="{27B59B21-52CA-6B40-AF4A-44789D041A1F}"/>
    <dgm:cxn modelId="{59F71653-B594-7C4F-963B-F257746840BD}" type="presOf" srcId="{8D0CD505-0D70-9640-9AC5-D3C99B8D172A}" destId="{2BDB5B10-9839-7244-804C-B97A8A38670F}" srcOrd="0" destOrd="0" presId="urn:microsoft.com/office/officeart/2005/8/layout/vProcess5"/>
    <dgm:cxn modelId="{156C2F54-D7F3-2346-B05D-A0B7B3DC83DD}" srcId="{3B5311E6-CDD7-2543-8CC3-293FFCF03437}" destId="{04169B80-E7BC-5D4B-A2E7-F320A0E04342}" srcOrd="2" destOrd="0" parTransId="{B6904F3A-4710-F243-969B-02EA176D7338}" sibTransId="{841C71FB-6F6A-5746-AF62-1B717A71962C}"/>
    <dgm:cxn modelId="{D74D7A7B-4C44-4B45-B415-4592333636AD}" type="presOf" srcId="{FCF63CD2-91B4-904C-8BB8-EE3ABDE1A294}" destId="{6DAEB0AD-3B63-8740-A6E5-6B3AE3531A2D}" srcOrd="0" destOrd="0" presId="urn:microsoft.com/office/officeart/2005/8/layout/vProcess5"/>
    <dgm:cxn modelId="{86BB4692-A9CF-3249-9831-8A4C41AD44DA}" type="presOf" srcId="{3B5311E6-CDD7-2543-8CC3-293FFCF03437}" destId="{B030A845-3B6F-EB47-A903-3C872099F50D}" srcOrd="0" destOrd="0" presId="urn:microsoft.com/office/officeart/2005/8/layout/vProcess5"/>
    <dgm:cxn modelId="{E4269AA3-C8B5-A442-AE7E-21A2414A91F5}" type="presOf" srcId="{3E04904E-3154-A04B-9E8B-D17416EB5CF3}" destId="{77EDA281-184C-FE4B-B762-E3375FFA90A8}" srcOrd="0" destOrd="0" presId="urn:microsoft.com/office/officeart/2005/8/layout/vProcess5"/>
    <dgm:cxn modelId="{83DE39A9-D525-DB4F-AB75-9DEC9A2EDF89}" type="presOf" srcId="{FCF63CD2-91B4-904C-8BB8-EE3ABDE1A294}" destId="{DB502D11-E4CC-3948-B959-5716669E42D7}" srcOrd="1" destOrd="0" presId="urn:microsoft.com/office/officeart/2005/8/layout/vProcess5"/>
    <dgm:cxn modelId="{6B023FB5-BCED-364A-B6FF-D669C89CF823}" type="presOf" srcId="{6E44C28E-1BEC-E343-9C9F-C344338D5C42}" destId="{23D7EB47-3806-D044-970D-2F9185354114}" srcOrd="1" destOrd="0" presId="urn:microsoft.com/office/officeart/2005/8/layout/vProcess5"/>
    <dgm:cxn modelId="{2558DFB9-F6B6-7042-B411-B76CA879DB08}" srcId="{3B5311E6-CDD7-2543-8CC3-293FFCF03437}" destId="{8391F018-FF0E-CB4C-88F4-88ED9142CAD7}" srcOrd="0" destOrd="0" parTransId="{1ECFC509-95F7-7745-851E-93B1C4579473}" sibTransId="{9AB9A415-9AF0-DE45-A19E-A3D608A27A8C}"/>
    <dgm:cxn modelId="{C711CABE-6306-9C47-B3CD-954643BEFAA7}" type="presOf" srcId="{841C71FB-6F6A-5746-AF62-1B717A71962C}" destId="{B61A2D92-3241-AB4E-9449-C71D8D3EE5B6}" srcOrd="0" destOrd="0" presId="urn:microsoft.com/office/officeart/2005/8/layout/vProcess5"/>
    <dgm:cxn modelId="{F81451DB-57BC-8040-AA8B-F256D3BC769C}" type="presOf" srcId="{04169B80-E7BC-5D4B-A2E7-F320A0E04342}" destId="{A5FF0D84-C137-7C40-BB21-2FA1407FE4FA}" srcOrd="1" destOrd="0" presId="urn:microsoft.com/office/officeart/2005/8/layout/vProcess5"/>
    <dgm:cxn modelId="{1DDF32DC-EE10-FC4A-82AF-0262611973FA}" type="presOf" srcId="{8391F018-FF0E-CB4C-88F4-88ED9142CAD7}" destId="{787F2B9F-EC41-2140-8EC1-5E16AF2C7855}" srcOrd="0" destOrd="0" presId="urn:microsoft.com/office/officeart/2005/8/layout/vProcess5"/>
    <dgm:cxn modelId="{6632F6FA-0592-F34D-AE69-D91AA2D931CD}" srcId="{3B5311E6-CDD7-2543-8CC3-293FFCF03437}" destId="{A9F38DA8-36BA-6B4A-9528-485ABFBA88A9}" srcOrd="3" destOrd="0" parTransId="{081429CD-FFEB-CC42-AA08-4602D4BB165D}" sibTransId="{3E04904E-3154-A04B-9E8B-D17416EB5CF3}"/>
    <dgm:cxn modelId="{3150FEE9-0DD2-E645-ADCA-126030C03F7B}" type="presParOf" srcId="{B030A845-3B6F-EB47-A903-3C872099F50D}" destId="{CDAA31E5-020B-A641-A211-A9CB97EDA779}" srcOrd="0" destOrd="0" presId="urn:microsoft.com/office/officeart/2005/8/layout/vProcess5"/>
    <dgm:cxn modelId="{86326C1E-B50B-5A45-A58F-30939B9AB36F}" type="presParOf" srcId="{B030A845-3B6F-EB47-A903-3C872099F50D}" destId="{787F2B9F-EC41-2140-8EC1-5E16AF2C7855}" srcOrd="1" destOrd="0" presId="urn:microsoft.com/office/officeart/2005/8/layout/vProcess5"/>
    <dgm:cxn modelId="{2F7394B7-44D4-B445-8816-D05AEB564034}" type="presParOf" srcId="{B030A845-3B6F-EB47-A903-3C872099F50D}" destId="{5B5D711A-1B3F-D448-9482-44A847364F32}" srcOrd="2" destOrd="0" presId="urn:microsoft.com/office/officeart/2005/8/layout/vProcess5"/>
    <dgm:cxn modelId="{4B9C2DB6-6432-3B41-9633-46E45C44959C}" type="presParOf" srcId="{B030A845-3B6F-EB47-A903-3C872099F50D}" destId="{E6CD32AC-3E96-AB44-A760-F359511BBE11}" srcOrd="3" destOrd="0" presId="urn:microsoft.com/office/officeart/2005/8/layout/vProcess5"/>
    <dgm:cxn modelId="{F9F82B3A-5FBA-4942-AB46-68C47BF2B0FE}" type="presParOf" srcId="{B030A845-3B6F-EB47-A903-3C872099F50D}" destId="{AC35228F-21E7-5E47-83A7-D0492D254D58}" srcOrd="4" destOrd="0" presId="urn:microsoft.com/office/officeart/2005/8/layout/vProcess5"/>
    <dgm:cxn modelId="{CCAF3063-65F7-BB49-92F8-84F938F6C0F2}" type="presParOf" srcId="{B030A845-3B6F-EB47-A903-3C872099F50D}" destId="{6DAEB0AD-3B63-8740-A6E5-6B3AE3531A2D}" srcOrd="5" destOrd="0" presId="urn:microsoft.com/office/officeart/2005/8/layout/vProcess5"/>
    <dgm:cxn modelId="{D79CAA91-A166-884E-BA92-32BAD8E0C003}" type="presParOf" srcId="{B030A845-3B6F-EB47-A903-3C872099F50D}" destId="{109E467C-1E73-8C45-B39E-5EC0C5B03450}" srcOrd="6" destOrd="0" presId="urn:microsoft.com/office/officeart/2005/8/layout/vProcess5"/>
    <dgm:cxn modelId="{3F9C7D3E-B015-9E45-BD65-B908138BF444}" type="presParOf" srcId="{B030A845-3B6F-EB47-A903-3C872099F50D}" destId="{2BDB5B10-9839-7244-804C-B97A8A38670F}" srcOrd="7" destOrd="0" presId="urn:microsoft.com/office/officeart/2005/8/layout/vProcess5"/>
    <dgm:cxn modelId="{E4023664-557C-8C42-866C-740C9C99A319}" type="presParOf" srcId="{B030A845-3B6F-EB47-A903-3C872099F50D}" destId="{B61A2D92-3241-AB4E-9449-C71D8D3EE5B6}" srcOrd="8" destOrd="0" presId="urn:microsoft.com/office/officeart/2005/8/layout/vProcess5"/>
    <dgm:cxn modelId="{3FA57237-76B8-B34D-9887-ECCE9AEE8996}" type="presParOf" srcId="{B030A845-3B6F-EB47-A903-3C872099F50D}" destId="{77EDA281-184C-FE4B-B762-E3375FFA90A8}" srcOrd="9" destOrd="0" presId="urn:microsoft.com/office/officeart/2005/8/layout/vProcess5"/>
    <dgm:cxn modelId="{ADB1C823-02ED-3B47-91DC-7DD5CCB02612}" type="presParOf" srcId="{B030A845-3B6F-EB47-A903-3C872099F50D}" destId="{3C60B572-E184-9348-9ABC-6519A3024FB3}" srcOrd="10" destOrd="0" presId="urn:microsoft.com/office/officeart/2005/8/layout/vProcess5"/>
    <dgm:cxn modelId="{36A459C6-A7E3-3344-8EFC-30EAD8861043}" type="presParOf" srcId="{B030A845-3B6F-EB47-A903-3C872099F50D}" destId="{23D7EB47-3806-D044-970D-2F9185354114}" srcOrd="11" destOrd="0" presId="urn:microsoft.com/office/officeart/2005/8/layout/vProcess5"/>
    <dgm:cxn modelId="{2717FADD-AABA-AA4E-A885-F94341129492}" type="presParOf" srcId="{B030A845-3B6F-EB47-A903-3C872099F50D}" destId="{A5FF0D84-C137-7C40-BB21-2FA1407FE4FA}" srcOrd="12" destOrd="0" presId="urn:microsoft.com/office/officeart/2005/8/layout/vProcess5"/>
    <dgm:cxn modelId="{9F9F4386-EB02-374A-B03D-33914B4E29C8}" type="presParOf" srcId="{B030A845-3B6F-EB47-A903-3C872099F50D}" destId="{1210F950-727A-CE44-8D71-D2AB558DAFC4}" srcOrd="13" destOrd="0" presId="urn:microsoft.com/office/officeart/2005/8/layout/vProcess5"/>
    <dgm:cxn modelId="{A0A1A994-53FD-8240-8983-B1A91BBB966E}" type="presParOf" srcId="{B030A845-3B6F-EB47-A903-3C872099F50D}" destId="{DB502D11-E4CC-3948-B959-5716669E42D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55B3221-A1AA-EE4A-9287-51CB00EF629B}" type="doc">
      <dgm:prSet loTypeId="urn:microsoft.com/office/officeart/2005/8/layout/lProcess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5C6D39-A917-7C44-8CDF-AD78D7D13A9E}">
      <dgm:prSet/>
      <dgm:spPr>
        <a:solidFill>
          <a:schemeClr val="accent6"/>
        </a:solidFill>
      </dgm:spPr>
      <dgm:t>
        <a:bodyPr/>
        <a:lstStyle/>
        <a:p>
          <a:pPr rtl="0"/>
          <a:r>
            <a:rPr lang="en-US" dirty="0"/>
            <a:t>If no interrupts are pending the processor:</a:t>
          </a:r>
        </a:p>
      </dgm:t>
    </dgm:pt>
    <dgm:pt modelId="{0ED547F4-4078-A740-8798-719C7616667E}" type="parTrans" cxnId="{6D8447D9-98FA-4043-AF6D-71A67C15970E}">
      <dgm:prSet/>
      <dgm:spPr/>
      <dgm:t>
        <a:bodyPr/>
        <a:lstStyle/>
        <a:p>
          <a:endParaRPr lang="en-US"/>
        </a:p>
      </dgm:t>
    </dgm:pt>
    <dgm:pt modelId="{54902DE5-EA1F-9143-8EB2-D11FC402CDE5}" type="sibTrans" cxnId="{6D8447D9-98FA-4043-AF6D-71A67C15970E}">
      <dgm:prSet/>
      <dgm:spPr/>
      <dgm:t>
        <a:bodyPr/>
        <a:lstStyle/>
        <a:p>
          <a:endParaRPr lang="en-US"/>
        </a:p>
      </dgm:t>
    </dgm:pt>
    <dgm:pt modelId="{679BC3F0-BCA5-BB48-9ABC-54DB1CB51F90}">
      <dgm:prSet/>
      <dgm:spPr>
        <a:solidFill>
          <a:schemeClr val="accent2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pPr rtl="0"/>
          <a:r>
            <a:rPr lang="en-US" b="1" dirty="0"/>
            <a:t>Proceeds to the fetch stage and fetches the next instruction of the current program in the current process</a:t>
          </a:r>
        </a:p>
      </dgm:t>
    </dgm:pt>
    <dgm:pt modelId="{BBA68DBE-B48F-4444-97BF-738D21DDA803}" type="parTrans" cxnId="{E71753C8-EA00-1B49-8C69-2965C7C48A77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F4A814A5-248E-634D-863B-30CBBB67470E}" type="sibTrans" cxnId="{E71753C8-EA00-1B49-8C69-2965C7C48A77}">
      <dgm:prSet/>
      <dgm:spPr/>
      <dgm:t>
        <a:bodyPr/>
        <a:lstStyle/>
        <a:p>
          <a:endParaRPr lang="en-US"/>
        </a:p>
      </dgm:t>
    </dgm:pt>
    <dgm:pt modelId="{F7D7F520-7A7F-0D4C-874A-0C1B1FE2FAA3}">
      <dgm:prSet/>
      <dgm:spPr>
        <a:solidFill>
          <a:schemeClr val="accent6"/>
        </a:solidFill>
      </dgm:spPr>
      <dgm:t>
        <a:bodyPr/>
        <a:lstStyle/>
        <a:p>
          <a:pPr rtl="0"/>
          <a:r>
            <a:rPr lang="en-US" dirty="0"/>
            <a:t>If an interrupt is pending the processor:</a:t>
          </a:r>
        </a:p>
      </dgm:t>
    </dgm:pt>
    <dgm:pt modelId="{21D286F1-0176-A64B-AB45-1B7596619535}" type="parTrans" cxnId="{77244754-6C12-1848-AE3B-5053201E3AB5}">
      <dgm:prSet/>
      <dgm:spPr/>
      <dgm:t>
        <a:bodyPr/>
        <a:lstStyle/>
        <a:p>
          <a:endParaRPr lang="en-US"/>
        </a:p>
      </dgm:t>
    </dgm:pt>
    <dgm:pt modelId="{5412560A-7FF0-9F4D-B311-2D980E880CBA}" type="sibTrans" cxnId="{77244754-6C12-1848-AE3B-5053201E3AB5}">
      <dgm:prSet/>
      <dgm:spPr/>
      <dgm:t>
        <a:bodyPr/>
        <a:lstStyle/>
        <a:p>
          <a:endParaRPr lang="en-US"/>
        </a:p>
      </dgm:t>
    </dgm:pt>
    <dgm:pt modelId="{C3B7D2A7-0B5A-2740-BF25-89D1F94497AC}">
      <dgm:prSet/>
      <dgm:spPr>
        <a:solidFill>
          <a:schemeClr val="accent2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pPr rtl="0"/>
          <a:r>
            <a:rPr lang="en-US" b="1" dirty="0"/>
            <a:t>Sets the program counter to the starting address of an interrupt handler program</a:t>
          </a:r>
        </a:p>
      </dgm:t>
    </dgm:pt>
    <dgm:pt modelId="{3C9583AA-D3EE-774A-8EAA-7500994291C4}" type="parTrans" cxnId="{D4B8EAFA-C2F1-334F-9D26-8CF4736C2269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19950FF9-8470-7747-845F-E9A0881FC9DE}" type="sibTrans" cxnId="{D4B8EAFA-C2F1-334F-9D26-8CF4736C2269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B722BA2D-FE3B-4C4B-BDFA-C18A398FA12E}">
      <dgm:prSet/>
      <dgm:spPr>
        <a:solidFill>
          <a:schemeClr val="accent2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pPr rtl="0"/>
          <a:r>
            <a:rPr lang="en-US" b="1" dirty="0"/>
            <a:t>Switches from user mode to kernel mode so that the interrupt processing code may include privileged instructions</a:t>
          </a:r>
        </a:p>
      </dgm:t>
    </dgm:pt>
    <dgm:pt modelId="{E78C2D2E-AC5A-3641-A75F-FE913CF677BA}" type="parTrans" cxnId="{FDD76A37-5C5E-7B45-99CD-DA6A51FF1BCC}">
      <dgm:prSet/>
      <dgm:spPr/>
      <dgm:t>
        <a:bodyPr/>
        <a:lstStyle/>
        <a:p>
          <a:endParaRPr lang="en-US"/>
        </a:p>
      </dgm:t>
    </dgm:pt>
    <dgm:pt modelId="{4840F145-E8BB-FE45-95D0-9E0FF4BC1083}" type="sibTrans" cxnId="{FDD76A37-5C5E-7B45-99CD-DA6A51FF1BCC}">
      <dgm:prSet/>
      <dgm:spPr/>
      <dgm:t>
        <a:bodyPr/>
        <a:lstStyle/>
        <a:p>
          <a:endParaRPr lang="en-US"/>
        </a:p>
      </dgm:t>
    </dgm:pt>
    <dgm:pt modelId="{08FB8707-5968-EB41-8DA8-E1DF65C7E8F2}" type="pres">
      <dgm:prSet presAssocID="{555B3221-A1AA-EE4A-9287-51CB00EF629B}" presName="Name0" presStyleCnt="0">
        <dgm:presLayoutVars>
          <dgm:dir/>
          <dgm:animLvl val="lvl"/>
          <dgm:resizeHandles val="exact"/>
        </dgm:presLayoutVars>
      </dgm:prSet>
      <dgm:spPr/>
    </dgm:pt>
    <dgm:pt modelId="{2532FA87-D769-1D42-AB78-CE1DD73AD7AB}" type="pres">
      <dgm:prSet presAssocID="{C95C6D39-A917-7C44-8CDF-AD78D7D13A9E}" presName="vertFlow" presStyleCnt="0"/>
      <dgm:spPr/>
    </dgm:pt>
    <dgm:pt modelId="{F9F8FE6C-2B05-C445-8F1C-C2D56EC0B341}" type="pres">
      <dgm:prSet presAssocID="{C95C6D39-A917-7C44-8CDF-AD78D7D13A9E}" presName="header" presStyleLbl="node1" presStyleIdx="0" presStyleCnt="2"/>
      <dgm:spPr/>
    </dgm:pt>
    <dgm:pt modelId="{944F2D45-0854-FF4F-9A45-0B5FBB9415E6}" type="pres">
      <dgm:prSet presAssocID="{BBA68DBE-B48F-4444-97BF-738D21DDA803}" presName="parTrans" presStyleLbl="sibTrans2D1" presStyleIdx="0" presStyleCnt="3"/>
      <dgm:spPr/>
    </dgm:pt>
    <dgm:pt modelId="{878E7D38-9573-7A46-8835-570D9ED3C168}" type="pres">
      <dgm:prSet presAssocID="{679BC3F0-BCA5-BB48-9ABC-54DB1CB51F90}" presName="child" presStyleLbl="alignAccFollowNode1" presStyleIdx="0" presStyleCnt="3">
        <dgm:presLayoutVars>
          <dgm:chMax val="0"/>
          <dgm:bulletEnabled val="1"/>
        </dgm:presLayoutVars>
      </dgm:prSet>
      <dgm:spPr/>
    </dgm:pt>
    <dgm:pt modelId="{B75A9732-37E4-1E46-8595-BA1578DDD763}" type="pres">
      <dgm:prSet presAssocID="{C95C6D39-A917-7C44-8CDF-AD78D7D13A9E}" presName="hSp" presStyleCnt="0"/>
      <dgm:spPr/>
    </dgm:pt>
    <dgm:pt modelId="{45974EAB-6CCB-0B45-AC7B-2899D7F8A3EF}" type="pres">
      <dgm:prSet presAssocID="{F7D7F520-7A7F-0D4C-874A-0C1B1FE2FAA3}" presName="vertFlow" presStyleCnt="0"/>
      <dgm:spPr/>
    </dgm:pt>
    <dgm:pt modelId="{DB54DFA3-E01E-B442-9482-07C506B84309}" type="pres">
      <dgm:prSet presAssocID="{F7D7F520-7A7F-0D4C-874A-0C1B1FE2FAA3}" presName="header" presStyleLbl="node1" presStyleIdx="1" presStyleCnt="2"/>
      <dgm:spPr/>
    </dgm:pt>
    <dgm:pt modelId="{A7450743-EE58-D742-9C11-C40E3AA314B2}" type="pres">
      <dgm:prSet presAssocID="{3C9583AA-D3EE-774A-8EAA-7500994291C4}" presName="parTrans" presStyleLbl="sibTrans2D1" presStyleIdx="1" presStyleCnt="3"/>
      <dgm:spPr/>
    </dgm:pt>
    <dgm:pt modelId="{F38B7510-114B-054F-B7FC-E55A1C978F4A}" type="pres">
      <dgm:prSet presAssocID="{C3B7D2A7-0B5A-2740-BF25-89D1F94497AC}" presName="child" presStyleLbl="alignAccFollowNode1" presStyleIdx="1" presStyleCnt="3">
        <dgm:presLayoutVars>
          <dgm:chMax val="0"/>
          <dgm:bulletEnabled val="1"/>
        </dgm:presLayoutVars>
      </dgm:prSet>
      <dgm:spPr/>
    </dgm:pt>
    <dgm:pt modelId="{74BDB899-755B-444E-915E-34234A2F80E2}" type="pres">
      <dgm:prSet presAssocID="{19950FF9-8470-7747-845F-E9A0881FC9DE}" presName="sibTrans" presStyleLbl="sibTrans2D1" presStyleIdx="2" presStyleCnt="3"/>
      <dgm:spPr/>
    </dgm:pt>
    <dgm:pt modelId="{9DCBE4C9-9854-3443-A76A-5007F14AEB74}" type="pres">
      <dgm:prSet presAssocID="{B722BA2D-FE3B-4C4B-BDFA-C18A398FA12E}" presName="child" presStyleLbl="alignAccFollowNode1" presStyleIdx="2" presStyleCnt="3">
        <dgm:presLayoutVars>
          <dgm:chMax val="0"/>
          <dgm:bulletEnabled val="1"/>
        </dgm:presLayoutVars>
      </dgm:prSet>
      <dgm:spPr/>
    </dgm:pt>
  </dgm:ptLst>
  <dgm:cxnLst>
    <dgm:cxn modelId="{6511830C-860C-5B40-B098-4CED100D9DD6}" type="presOf" srcId="{F7D7F520-7A7F-0D4C-874A-0C1B1FE2FAA3}" destId="{DB54DFA3-E01E-B442-9482-07C506B84309}" srcOrd="0" destOrd="0" presId="urn:microsoft.com/office/officeart/2005/8/layout/lProcess1"/>
    <dgm:cxn modelId="{D3B27B23-6018-C644-A7EA-090A2BA8D4CC}" type="presOf" srcId="{3C9583AA-D3EE-774A-8EAA-7500994291C4}" destId="{A7450743-EE58-D742-9C11-C40E3AA314B2}" srcOrd="0" destOrd="0" presId="urn:microsoft.com/office/officeart/2005/8/layout/lProcess1"/>
    <dgm:cxn modelId="{FDD76A37-5C5E-7B45-99CD-DA6A51FF1BCC}" srcId="{F7D7F520-7A7F-0D4C-874A-0C1B1FE2FAA3}" destId="{B722BA2D-FE3B-4C4B-BDFA-C18A398FA12E}" srcOrd="1" destOrd="0" parTransId="{E78C2D2E-AC5A-3641-A75F-FE913CF677BA}" sibTransId="{4840F145-E8BB-FE45-95D0-9E0FF4BC1083}"/>
    <dgm:cxn modelId="{6981A04C-B50E-824D-B26B-8C42781BC6EE}" type="presOf" srcId="{19950FF9-8470-7747-845F-E9A0881FC9DE}" destId="{74BDB899-755B-444E-915E-34234A2F80E2}" srcOrd="0" destOrd="0" presId="urn:microsoft.com/office/officeart/2005/8/layout/lProcess1"/>
    <dgm:cxn modelId="{77244754-6C12-1848-AE3B-5053201E3AB5}" srcId="{555B3221-A1AA-EE4A-9287-51CB00EF629B}" destId="{F7D7F520-7A7F-0D4C-874A-0C1B1FE2FAA3}" srcOrd="1" destOrd="0" parTransId="{21D286F1-0176-A64B-AB45-1B7596619535}" sibTransId="{5412560A-7FF0-9F4D-B311-2D980E880CBA}"/>
    <dgm:cxn modelId="{9EF0B575-3A91-4A45-B157-81D075940939}" type="presOf" srcId="{BBA68DBE-B48F-4444-97BF-738D21DDA803}" destId="{944F2D45-0854-FF4F-9A45-0B5FBB9415E6}" srcOrd="0" destOrd="0" presId="urn:microsoft.com/office/officeart/2005/8/layout/lProcess1"/>
    <dgm:cxn modelId="{1052327B-3E71-9849-81FE-5FEA9561D0E1}" type="presOf" srcId="{C3B7D2A7-0B5A-2740-BF25-89D1F94497AC}" destId="{F38B7510-114B-054F-B7FC-E55A1C978F4A}" srcOrd="0" destOrd="0" presId="urn:microsoft.com/office/officeart/2005/8/layout/lProcess1"/>
    <dgm:cxn modelId="{3B8C6694-CB9B-2E46-9266-935221797F0C}" type="presOf" srcId="{555B3221-A1AA-EE4A-9287-51CB00EF629B}" destId="{08FB8707-5968-EB41-8DA8-E1DF65C7E8F2}" srcOrd="0" destOrd="0" presId="urn:microsoft.com/office/officeart/2005/8/layout/lProcess1"/>
    <dgm:cxn modelId="{C74BF195-579A-D845-BDD1-F37AFDD063C9}" type="presOf" srcId="{C95C6D39-A917-7C44-8CDF-AD78D7D13A9E}" destId="{F9F8FE6C-2B05-C445-8F1C-C2D56EC0B341}" srcOrd="0" destOrd="0" presId="urn:microsoft.com/office/officeart/2005/8/layout/lProcess1"/>
    <dgm:cxn modelId="{2068E29C-2A48-2048-93FF-CDE52DF64EDB}" type="presOf" srcId="{679BC3F0-BCA5-BB48-9ABC-54DB1CB51F90}" destId="{878E7D38-9573-7A46-8835-570D9ED3C168}" srcOrd="0" destOrd="0" presId="urn:microsoft.com/office/officeart/2005/8/layout/lProcess1"/>
    <dgm:cxn modelId="{E71753C8-EA00-1B49-8C69-2965C7C48A77}" srcId="{C95C6D39-A917-7C44-8CDF-AD78D7D13A9E}" destId="{679BC3F0-BCA5-BB48-9ABC-54DB1CB51F90}" srcOrd="0" destOrd="0" parTransId="{BBA68DBE-B48F-4444-97BF-738D21DDA803}" sibTransId="{F4A814A5-248E-634D-863B-30CBBB67470E}"/>
    <dgm:cxn modelId="{6D8447D9-98FA-4043-AF6D-71A67C15970E}" srcId="{555B3221-A1AA-EE4A-9287-51CB00EF629B}" destId="{C95C6D39-A917-7C44-8CDF-AD78D7D13A9E}" srcOrd="0" destOrd="0" parTransId="{0ED547F4-4078-A740-8798-719C7616667E}" sibTransId="{54902DE5-EA1F-9143-8EB2-D11FC402CDE5}"/>
    <dgm:cxn modelId="{87C4A7F7-E286-4541-A0BF-0C0705423A33}" type="presOf" srcId="{B722BA2D-FE3B-4C4B-BDFA-C18A398FA12E}" destId="{9DCBE4C9-9854-3443-A76A-5007F14AEB74}" srcOrd="0" destOrd="0" presId="urn:microsoft.com/office/officeart/2005/8/layout/lProcess1"/>
    <dgm:cxn modelId="{D4B8EAFA-C2F1-334F-9D26-8CF4736C2269}" srcId="{F7D7F520-7A7F-0D4C-874A-0C1B1FE2FAA3}" destId="{C3B7D2A7-0B5A-2740-BF25-89D1F94497AC}" srcOrd="0" destOrd="0" parTransId="{3C9583AA-D3EE-774A-8EAA-7500994291C4}" sibTransId="{19950FF9-8470-7747-845F-E9A0881FC9DE}"/>
    <dgm:cxn modelId="{BB503255-D59E-6046-9865-1EA2B6B087DD}" type="presParOf" srcId="{08FB8707-5968-EB41-8DA8-E1DF65C7E8F2}" destId="{2532FA87-D769-1D42-AB78-CE1DD73AD7AB}" srcOrd="0" destOrd="0" presId="urn:microsoft.com/office/officeart/2005/8/layout/lProcess1"/>
    <dgm:cxn modelId="{A2E67F57-F127-7642-B2A5-B9ACABA0EBE9}" type="presParOf" srcId="{2532FA87-D769-1D42-AB78-CE1DD73AD7AB}" destId="{F9F8FE6C-2B05-C445-8F1C-C2D56EC0B341}" srcOrd="0" destOrd="0" presId="urn:microsoft.com/office/officeart/2005/8/layout/lProcess1"/>
    <dgm:cxn modelId="{859ABE43-90F6-DF48-B4B1-842A0396AE74}" type="presParOf" srcId="{2532FA87-D769-1D42-AB78-CE1DD73AD7AB}" destId="{944F2D45-0854-FF4F-9A45-0B5FBB9415E6}" srcOrd="1" destOrd="0" presId="urn:microsoft.com/office/officeart/2005/8/layout/lProcess1"/>
    <dgm:cxn modelId="{A3F8E45A-99F5-9048-86A5-759A78F51180}" type="presParOf" srcId="{2532FA87-D769-1D42-AB78-CE1DD73AD7AB}" destId="{878E7D38-9573-7A46-8835-570D9ED3C168}" srcOrd="2" destOrd="0" presId="urn:microsoft.com/office/officeart/2005/8/layout/lProcess1"/>
    <dgm:cxn modelId="{435DA370-BFD9-6049-8112-EDAB9C8A8A44}" type="presParOf" srcId="{08FB8707-5968-EB41-8DA8-E1DF65C7E8F2}" destId="{B75A9732-37E4-1E46-8595-BA1578DDD763}" srcOrd="1" destOrd="0" presId="urn:microsoft.com/office/officeart/2005/8/layout/lProcess1"/>
    <dgm:cxn modelId="{E9278396-0E32-4F4D-8AD2-7C006944F601}" type="presParOf" srcId="{08FB8707-5968-EB41-8DA8-E1DF65C7E8F2}" destId="{45974EAB-6CCB-0B45-AC7B-2899D7F8A3EF}" srcOrd="2" destOrd="0" presId="urn:microsoft.com/office/officeart/2005/8/layout/lProcess1"/>
    <dgm:cxn modelId="{164A4466-A640-444A-B794-19C0D117C1A0}" type="presParOf" srcId="{45974EAB-6CCB-0B45-AC7B-2899D7F8A3EF}" destId="{DB54DFA3-E01E-B442-9482-07C506B84309}" srcOrd="0" destOrd="0" presId="urn:microsoft.com/office/officeart/2005/8/layout/lProcess1"/>
    <dgm:cxn modelId="{4195926F-AFE8-0C40-A906-373EDBC399BA}" type="presParOf" srcId="{45974EAB-6CCB-0B45-AC7B-2899D7F8A3EF}" destId="{A7450743-EE58-D742-9C11-C40E3AA314B2}" srcOrd="1" destOrd="0" presId="urn:microsoft.com/office/officeart/2005/8/layout/lProcess1"/>
    <dgm:cxn modelId="{EC6DCBF1-4FBF-634B-8830-3B56816D3F2C}" type="presParOf" srcId="{45974EAB-6CCB-0B45-AC7B-2899D7F8A3EF}" destId="{F38B7510-114B-054F-B7FC-E55A1C978F4A}" srcOrd="2" destOrd="0" presId="urn:microsoft.com/office/officeart/2005/8/layout/lProcess1"/>
    <dgm:cxn modelId="{6C899DD4-D136-7843-96FB-EBA1110AFF5E}" type="presParOf" srcId="{45974EAB-6CCB-0B45-AC7B-2899D7F8A3EF}" destId="{74BDB899-755B-444E-915E-34234A2F80E2}" srcOrd="3" destOrd="0" presId="urn:microsoft.com/office/officeart/2005/8/layout/lProcess1"/>
    <dgm:cxn modelId="{6A5812DC-E17A-6D4F-AC02-34358F5CD399}" type="presParOf" srcId="{45974EAB-6CCB-0B45-AC7B-2899D7F8A3EF}" destId="{9DCBE4C9-9854-3443-A76A-5007F14AEB74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7672C5-E3D7-E94C-9FA6-32B5B5EEB40D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36419C-1A5F-DD4C-BAC7-3A75E7BBCDD9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1400" dirty="0"/>
            <a:t>Save the context of the processor</a:t>
          </a:r>
        </a:p>
      </dgm:t>
    </dgm:pt>
    <dgm:pt modelId="{716C1250-83AA-9349-858A-5E116580B781}" type="parTrans" cxnId="{753089A2-F994-E642-A1D6-CC6132C64B6A}">
      <dgm:prSet/>
      <dgm:spPr/>
      <dgm:t>
        <a:bodyPr/>
        <a:lstStyle/>
        <a:p>
          <a:endParaRPr lang="en-US"/>
        </a:p>
      </dgm:t>
    </dgm:pt>
    <dgm:pt modelId="{2099D60C-3BE6-EF4D-9DB4-EFCD854F47B5}" type="sibTrans" cxnId="{753089A2-F994-E642-A1D6-CC6132C64B6A}">
      <dgm:prSet/>
      <dgm:spPr>
        <a:solidFill>
          <a:schemeClr val="accent6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512ECD95-0590-DF48-82AF-9004224EC34D}">
      <dgm:prSet custT="1"/>
      <dgm:spPr/>
      <dgm:t>
        <a:bodyPr/>
        <a:lstStyle/>
        <a:p>
          <a:r>
            <a:rPr lang="en-US" sz="1400" dirty="0"/>
            <a:t>Update the process control block of the process currently in the Running state</a:t>
          </a:r>
        </a:p>
      </dgm:t>
    </dgm:pt>
    <dgm:pt modelId="{68E010A8-7AE3-5B46-BECC-9041E62550A5}" type="parTrans" cxnId="{7C82BA14-E0F8-824A-9142-1FE51D38C079}">
      <dgm:prSet/>
      <dgm:spPr/>
      <dgm:t>
        <a:bodyPr/>
        <a:lstStyle/>
        <a:p>
          <a:endParaRPr lang="en-US"/>
        </a:p>
      </dgm:t>
    </dgm:pt>
    <dgm:pt modelId="{0041A0A6-8C1C-DC49-9BA9-4990AE746A39}" type="sibTrans" cxnId="{7C82BA14-E0F8-824A-9142-1FE51D38C079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F48C2693-41E3-F74D-9C08-33448EED6769}">
      <dgm:prSet custT="1"/>
      <dgm:spPr/>
      <dgm:t>
        <a:bodyPr/>
        <a:lstStyle/>
        <a:p>
          <a:r>
            <a:rPr lang="en-US" sz="1400" dirty="0"/>
            <a:t>Move the process control block of this process to the appropriate queue</a:t>
          </a:r>
        </a:p>
      </dgm:t>
    </dgm:pt>
    <dgm:pt modelId="{0A714C79-7C65-E249-91B8-3102722D2652}" type="parTrans" cxnId="{6E3688D8-B567-B147-A69B-C42C1F5B629A}">
      <dgm:prSet/>
      <dgm:spPr/>
      <dgm:t>
        <a:bodyPr/>
        <a:lstStyle/>
        <a:p>
          <a:endParaRPr lang="en-US"/>
        </a:p>
      </dgm:t>
    </dgm:pt>
    <dgm:pt modelId="{D9109AE6-731E-0D4E-BC63-26A0BFB46CD8}" type="sibTrans" cxnId="{6E3688D8-B567-B147-A69B-C42C1F5B629A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640FA55A-B11E-0845-B5D2-CB0C9388494F}">
      <dgm:prSet custT="1"/>
      <dgm:spPr/>
      <dgm:t>
        <a:bodyPr/>
        <a:lstStyle/>
        <a:p>
          <a:r>
            <a:rPr lang="en-US" sz="1400" dirty="0"/>
            <a:t>Select another process for execution</a:t>
          </a:r>
        </a:p>
      </dgm:t>
    </dgm:pt>
    <dgm:pt modelId="{BF6D80BC-BF2B-A346-B803-5B6FB9A60B0B}" type="parTrans" cxnId="{98E0B298-EF9D-8C4C-9081-239351BF5DC5}">
      <dgm:prSet/>
      <dgm:spPr/>
      <dgm:t>
        <a:bodyPr/>
        <a:lstStyle/>
        <a:p>
          <a:endParaRPr lang="en-US"/>
        </a:p>
      </dgm:t>
    </dgm:pt>
    <dgm:pt modelId="{51773720-7A67-354A-87D9-2EA907FAEC80}" type="sibTrans" cxnId="{98E0B298-EF9D-8C4C-9081-239351BF5DC5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9188BA0A-8472-144C-BD50-669D98E0CDA5}">
      <dgm:prSet custT="1"/>
      <dgm:spPr/>
      <dgm:t>
        <a:bodyPr/>
        <a:lstStyle/>
        <a:p>
          <a:r>
            <a:rPr lang="en-US" sz="1400" dirty="0"/>
            <a:t>Update the process control block of the process selected</a:t>
          </a:r>
        </a:p>
      </dgm:t>
    </dgm:pt>
    <dgm:pt modelId="{6A27F4D7-2E57-A149-BAD5-1FE8A25061F8}" type="parTrans" cxnId="{FD5CFD8F-E47B-AF40-8CC8-3A30DC94A745}">
      <dgm:prSet/>
      <dgm:spPr/>
      <dgm:t>
        <a:bodyPr/>
        <a:lstStyle/>
        <a:p>
          <a:endParaRPr lang="en-US"/>
        </a:p>
      </dgm:t>
    </dgm:pt>
    <dgm:pt modelId="{CAB6DF6B-6736-C14C-937D-693069BB37B7}" type="sibTrans" cxnId="{FD5CFD8F-E47B-AF40-8CC8-3A30DC94A745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C7ACAA0F-8428-7D47-B0D7-3099F7B8FCFB}">
      <dgm:prSet custT="1"/>
      <dgm:spPr/>
      <dgm:t>
        <a:bodyPr/>
        <a:lstStyle/>
        <a:p>
          <a:r>
            <a:rPr lang="en-US" sz="1400" dirty="0"/>
            <a:t>Update memory management data structures</a:t>
          </a:r>
        </a:p>
      </dgm:t>
    </dgm:pt>
    <dgm:pt modelId="{F3109578-3B0A-6C48-B17C-57B86EEFBF57}" type="parTrans" cxnId="{6E1C0960-E951-434A-961B-B63123B7DB7B}">
      <dgm:prSet/>
      <dgm:spPr/>
      <dgm:t>
        <a:bodyPr/>
        <a:lstStyle/>
        <a:p>
          <a:endParaRPr lang="en-US"/>
        </a:p>
      </dgm:t>
    </dgm:pt>
    <dgm:pt modelId="{AF6AB856-1A50-9C43-9ADC-A4F06038663D}" type="sibTrans" cxnId="{6E1C0960-E951-434A-961B-B63123B7DB7B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F6F247A7-2220-1A40-9750-19741E41E590}">
      <dgm:prSet custT="1"/>
      <dgm:spPr/>
      <dgm:t>
        <a:bodyPr/>
        <a:lstStyle/>
        <a:p>
          <a:r>
            <a:rPr lang="en-US" sz="1400" dirty="0"/>
            <a:t>Restore the context of the processor to that which existed at the time the selected process was last switched out</a:t>
          </a:r>
          <a:endParaRPr lang="en-NZ" sz="1400" dirty="0"/>
        </a:p>
      </dgm:t>
    </dgm:pt>
    <dgm:pt modelId="{F69339D0-ECB8-2347-8E5D-4E5AE6C003C6}" type="parTrans" cxnId="{99F7B742-A072-8C4F-B175-FB8438FF6B78}">
      <dgm:prSet/>
      <dgm:spPr/>
      <dgm:t>
        <a:bodyPr/>
        <a:lstStyle/>
        <a:p>
          <a:endParaRPr lang="en-US"/>
        </a:p>
      </dgm:t>
    </dgm:pt>
    <dgm:pt modelId="{C8B886FF-235B-3F4B-BD08-127D3B528BAB}" type="sibTrans" cxnId="{99F7B742-A072-8C4F-B175-FB8438FF6B78}">
      <dgm:prSet/>
      <dgm:spPr/>
      <dgm:t>
        <a:bodyPr/>
        <a:lstStyle/>
        <a:p>
          <a:endParaRPr lang="en-US"/>
        </a:p>
      </dgm:t>
    </dgm:pt>
    <dgm:pt modelId="{7A55DE4A-BC27-1944-8E77-CBAE34C951B8}" type="pres">
      <dgm:prSet presAssocID="{9E7672C5-E3D7-E94C-9FA6-32B5B5EEB40D}" presName="diagram" presStyleCnt="0">
        <dgm:presLayoutVars>
          <dgm:dir/>
          <dgm:resizeHandles val="exact"/>
        </dgm:presLayoutVars>
      </dgm:prSet>
      <dgm:spPr/>
    </dgm:pt>
    <dgm:pt modelId="{2C3D3BDD-AEEA-5940-BEF7-E4CEB4F3E8D7}" type="pres">
      <dgm:prSet presAssocID="{7236419C-1A5F-DD4C-BAC7-3A75E7BBCDD9}" presName="node" presStyleLbl="node1" presStyleIdx="0" presStyleCnt="7" custLinFactNeighborX="66011" custLinFactNeighborY="-56141">
        <dgm:presLayoutVars>
          <dgm:bulletEnabled val="1"/>
        </dgm:presLayoutVars>
      </dgm:prSet>
      <dgm:spPr/>
    </dgm:pt>
    <dgm:pt modelId="{2006BB91-3B87-DA40-B6AE-2A5108A2EF2F}" type="pres">
      <dgm:prSet presAssocID="{2099D60C-3BE6-EF4D-9DB4-EFCD854F47B5}" presName="sibTrans" presStyleLbl="sibTrans2D1" presStyleIdx="0" presStyleCnt="6"/>
      <dgm:spPr/>
    </dgm:pt>
    <dgm:pt modelId="{004FA4B3-4998-2945-B776-017C90EC168C}" type="pres">
      <dgm:prSet presAssocID="{2099D60C-3BE6-EF4D-9DB4-EFCD854F47B5}" presName="connectorText" presStyleLbl="sibTrans2D1" presStyleIdx="0" presStyleCnt="6"/>
      <dgm:spPr/>
    </dgm:pt>
    <dgm:pt modelId="{BCC1E542-A582-F347-92E2-47FFAB05B4F4}" type="pres">
      <dgm:prSet presAssocID="{512ECD95-0590-DF48-82AF-9004224EC34D}" presName="node" presStyleLbl="node1" presStyleIdx="1" presStyleCnt="7" custScaleX="98345" custScaleY="120343" custLinFactNeighborX="63223" custLinFactNeighborY="-48256">
        <dgm:presLayoutVars>
          <dgm:bulletEnabled val="1"/>
        </dgm:presLayoutVars>
      </dgm:prSet>
      <dgm:spPr/>
    </dgm:pt>
    <dgm:pt modelId="{5C63AE9C-3248-D543-A4CF-FBBF3E8FEF02}" type="pres">
      <dgm:prSet presAssocID="{0041A0A6-8C1C-DC49-9BA9-4990AE746A39}" presName="sibTrans" presStyleLbl="sibTrans2D1" presStyleIdx="1" presStyleCnt="6"/>
      <dgm:spPr/>
    </dgm:pt>
    <dgm:pt modelId="{373AAE06-BB4C-5B45-B86C-ECC2CDC0D6A5}" type="pres">
      <dgm:prSet presAssocID="{0041A0A6-8C1C-DC49-9BA9-4990AE746A39}" presName="connectorText" presStyleLbl="sibTrans2D1" presStyleIdx="1" presStyleCnt="6"/>
      <dgm:spPr/>
    </dgm:pt>
    <dgm:pt modelId="{7A3273C6-06DA-2A4F-9E7A-C786AEC7AEAC}" type="pres">
      <dgm:prSet presAssocID="{F48C2693-41E3-F74D-9C08-33448EED6769}" presName="node" presStyleLbl="node1" presStyleIdx="2" presStyleCnt="7" custLinFactNeighborX="69897" custLinFactNeighborY="-48255">
        <dgm:presLayoutVars>
          <dgm:bulletEnabled val="1"/>
        </dgm:presLayoutVars>
      </dgm:prSet>
      <dgm:spPr/>
    </dgm:pt>
    <dgm:pt modelId="{9D560C38-FF45-9045-A810-1BF24480C61F}" type="pres">
      <dgm:prSet presAssocID="{D9109AE6-731E-0D4E-BC63-26A0BFB46CD8}" presName="sibTrans" presStyleLbl="sibTrans2D1" presStyleIdx="2" presStyleCnt="6"/>
      <dgm:spPr/>
    </dgm:pt>
    <dgm:pt modelId="{A37E27AC-C956-8946-9215-BDF0F1FFEAEC}" type="pres">
      <dgm:prSet presAssocID="{D9109AE6-731E-0D4E-BC63-26A0BFB46CD8}" presName="connectorText" presStyleLbl="sibTrans2D1" presStyleIdx="2" presStyleCnt="6"/>
      <dgm:spPr/>
    </dgm:pt>
    <dgm:pt modelId="{326859DC-81AC-A14D-930E-03D3AB419642}" type="pres">
      <dgm:prSet presAssocID="{640FA55A-B11E-0845-B5D2-CB0C9388494F}" presName="node" presStyleLbl="node1" presStyleIdx="3" presStyleCnt="7" custLinFactY="17345" custLinFactNeighborX="-74834" custLinFactNeighborY="100000">
        <dgm:presLayoutVars>
          <dgm:bulletEnabled val="1"/>
        </dgm:presLayoutVars>
      </dgm:prSet>
      <dgm:spPr/>
    </dgm:pt>
    <dgm:pt modelId="{805C6834-FB35-294F-B4C8-3486D3ACB1FC}" type="pres">
      <dgm:prSet presAssocID="{51773720-7A67-354A-87D9-2EA907FAEC80}" presName="sibTrans" presStyleLbl="sibTrans2D1" presStyleIdx="3" presStyleCnt="6"/>
      <dgm:spPr/>
    </dgm:pt>
    <dgm:pt modelId="{A154FEDF-EF7F-254C-B605-0D3C10E012F1}" type="pres">
      <dgm:prSet presAssocID="{51773720-7A67-354A-87D9-2EA907FAEC80}" presName="connectorText" presStyleLbl="sibTrans2D1" presStyleIdx="3" presStyleCnt="6"/>
      <dgm:spPr/>
    </dgm:pt>
    <dgm:pt modelId="{DDF3FDD6-440B-A94B-BF4E-63FA31DC858B}" type="pres">
      <dgm:prSet presAssocID="{9188BA0A-8472-144C-BD50-669D98E0CDA5}" presName="node" presStyleLbl="node1" presStyleIdx="4" presStyleCnt="7" custLinFactNeighborX="-60640" custLinFactNeighborY="84953">
        <dgm:presLayoutVars>
          <dgm:bulletEnabled val="1"/>
        </dgm:presLayoutVars>
      </dgm:prSet>
      <dgm:spPr/>
    </dgm:pt>
    <dgm:pt modelId="{13239FAD-D619-4A49-8F9B-6ACE90C6968A}" type="pres">
      <dgm:prSet presAssocID="{CAB6DF6B-6736-C14C-937D-693069BB37B7}" presName="sibTrans" presStyleLbl="sibTrans2D1" presStyleIdx="4" presStyleCnt="6"/>
      <dgm:spPr/>
    </dgm:pt>
    <dgm:pt modelId="{7DE86167-FED6-484B-9B39-75818C30BE68}" type="pres">
      <dgm:prSet presAssocID="{CAB6DF6B-6736-C14C-937D-693069BB37B7}" presName="connectorText" presStyleLbl="sibTrans2D1" presStyleIdx="4" presStyleCnt="6"/>
      <dgm:spPr/>
    </dgm:pt>
    <dgm:pt modelId="{345D1EA6-731A-154F-A4B5-AB0B53187FB6}" type="pres">
      <dgm:prSet presAssocID="{C7ACAA0F-8428-7D47-B0D7-3099F7B8FCFB}" presName="node" presStyleLbl="node1" presStyleIdx="5" presStyleCnt="7" custLinFactNeighborX="-57851" custLinFactNeighborY="77067">
        <dgm:presLayoutVars>
          <dgm:bulletEnabled val="1"/>
        </dgm:presLayoutVars>
      </dgm:prSet>
      <dgm:spPr/>
    </dgm:pt>
    <dgm:pt modelId="{51D6E1CA-56DC-124D-8077-6C5DF4D18494}" type="pres">
      <dgm:prSet presAssocID="{AF6AB856-1A50-9C43-9ADC-A4F06038663D}" presName="sibTrans" presStyleLbl="sibTrans2D1" presStyleIdx="5" presStyleCnt="6" custAng="21334575"/>
      <dgm:spPr/>
    </dgm:pt>
    <dgm:pt modelId="{38D5BF3C-9979-B747-9345-3CDBC081EE76}" type="pres">
      <dgm:prSet presAssocID="{AF6AB856-1A50-9C43-9ADC-A4F06038663D}" presName="connectorText" presStyleLbl="sibTrans2D1" presStyleIdx="5" presStyleCnt="6"/>
      <dgm:spPr/>
    </dgm:pt>
    <dgm:pt modelId="{47648A24-091E-A440-9803-7FF254809863}" type="pres">
      <dgm:prSet presAssocID="{F6F247A7-2220-1A40-9750-19741E41E590}" presName="node" presStyleLbl="node1" presStyleIdx="6" presStyleCnt="7" custScaleX="108183" custScaleY="162651" custLinFactNeighborX="-98926" custLinFactNeighborY="53192">
        <dgm:presLayoutVars>
          <dgm:bulletEnabled val="1"/>
        </dgm:presLayoutVars>
      </dgm:prSet>
      <dgm:spPr/>
    </dgm:pt>
  </dgm:ptLst>
  <dgm:cxnLst>
    <dgm:cxn modelId="{082E8508-83EE-A145-BE5E-CFFB5290F37A}" type="presOf" srcId="{D9109AE6-731E-0D4E-BC63-26A0BFB46CD8}" destId="{9D560C38-FF45-9045-A810-1BF24480C61F}" srcOrd="0" destOrd="0" presId="urn:microsoft.com/office/officeart/2005/8/layout/process5"/>
    <dgm:cxn modelId="{7C82BA14-E0F8-824A-9142-1FE51D38C079}" srcId="{9E7672C5-E3D7-E94C-9FA6-32B5B5EEB40D}" destId="{512ECD95-0590-DF48-82AF-9004224EC34D}" srcOrd="1" destOrd="0" parTransId="{68E010A8-7AE3-5B46-BECC-9041E62550A5}" sibTransId="{0041A0A6-8C1C-DC49-9BA9-4990AE746A39}"/>
    <dgm:cxn modelId="{A3955329-6C4F-9B44-ABFF-537F9AC21E9D}" type="presOf" srcId="{51773720-7A67-354A-87D9-2EA907FAEC80}" destId="{A154FEDF-EF7F-254C-B605-0D3C10E012F1}" srcOrd="1" destOrd="0" presId="urn:microsoft.com/office/officeart/2005/8/layout/process5"/>
    <dgm:cxn modelId="{345B843E-B7D7-2841-A421-329FB6697626}" type="presOf" srcId="{F6F247A7-2220-1A40-9750-19741E41E590}" destId="{47648A24-091E-A440-9803-7FF254809863}" srcOrd="0" destOrd="0" presId="urn:microsoft.com/office/officeart/2005/8/layout/process5"/>
    <dgm:cxn modelId="{6E1C0960-E951-434A-961B-B63123B7DB7B}" srcId="{9E7672C5-E3D7-E94C-9FA6-32B5B5EEB40D}" destId="{C7ACAA0F-8428-7D47-B0D7-3099F7B8FCFB}" srcOrd="5" destOrd="0" parTransId="{F3109578-3B0A-6C48-B17C-57B86EEFBF57}" sibTransId="{AF6AB856-1A50-9C43-9ADC-A4F06038663D}"/>
    <dgm:cxn modelId="{99F7B742-A072-8C4F-B175-FB8438FF6B78}" srcId="{9E7672C5-E3D7-E94C-9FA6-32B5B5EEB40D}" destId="{F6F247A7-2220-1A40-9750-19741E41E590}" srcOrd="6" destOrd="0" parTransId="{F69339D0-ECB8-2347-8E5D-4E5AE6C003C6}" sibTransId="{C8B886FF-235B-3F4B-BD08-127D3B528BAB}"/>
    <dgm:cxn modelId="{CC348B65-7C2E-1E4D-95F9-D5B0959DAEB6}" type="presOf" srcId="{D9109AE6-731E-0D4E-BC63-26A0BFB46CD8}" destId="{A37E27AC-C956-8946-9215-BDF0F1FFEAEC}" srcOrd="1" destOrd="0" presId="urn:microsoft.com/office/officeart/2005/8/layout/process5"/>
    <dgm:cxn modelId="{E5AEF946-A7D0-6A44-B943-25F40C9C2809}" type="presOf" srcId="{CAB6DF6B-6736-C14C-937D-693069BB37B7}" destId="{7DE86167-FED6-484B-9B39-75818C30BE68}" srcOrd="1" destOrd="0" presId="urn:microsoft.com/office/officeart/2005/8/layout/process5"/>
    <dgm:cxn modelId="{61B80F49-B501-E34B-B9C3-568ED9436A2E}" type="presOf" srcId="{AF6AB856-1A50-9C43-9ADC-A4F06038663D}" destId="{51D6E1CA-56DC-124D-8077-6C5DF4D18494}" srcOrd="0" destOrd="0" presId="urn:microsoft.com/office/officeart/2005/8/layout/process5"/>
    <dgm:cxn modelId="{478CD44E-ADC4-E64A-9F32-D2618F13DD7A}" type="presOf" srcId="{512ECD95-0590-DF48-82AF-9004224EC34D}" destId="{BCC1E542-A582-F347-92E2-47FFAB05B4F4}" srcOrd="0" destOrd="0" presId="urn:microsoft.com/office/officeart/2005/8/layout/process5"/>
    <dgm:cxn modelId="{96594F58-B2C0-7F48-ACE1-C36C6BEEB8BA}" type="presOf" srcId="{640FA55A-B11E-0845-B5D2-CB0C9388494F}" destId="{326859DC-81AC-A14D-930E-03D3AB419642}" srcOrd="0" destOrd="0" presId="urn:microsoft.com/office/officeart/2005/8/layout/process5"/>
    <dgm:cxn modelId="{ABCC7884-8745-E045-B80E-73FA529D9898}" type="presOf" srcId="{2099D60C-3BE6-EF4D-9DB4-EFCD854F47B5}" destId="{004FA4B3-4998-2945-B776-017C90EC168C}" srcOrd="1" destOrd="0" presId="urn:microsoft.com/office/officeart/2005/8/layout/process5"/>
    <dgm:cxn modelId="{FD5CFD8F-E47B-AF40-8CC8-3A30DC94A745}" srcId="{9E7672C5-E3D7-E94C-9FA6-32B5B5EEB40D}" destId="{9188BA0A-8472-144C-BD50-669D98E0CDA5}" srcOrd="4" destOrd="0" parTransId="{6A27F4D7-2E57-A149-BAD5-1FE8A25061F8}" sibTransId="{CAB6DF6B-6736-C14C-937D-693069BB37B7}"/>
    <dgm:cxn modelId="{98E0B298-EF9D-8C4C-9081-239351BF5DC5}" srcId="{9E7672C5-E3D7-E94C-9FA6-32B5B5EEB40D}" destId="{640FA55A-B11E-0845-B5D2-CB0C9388494F}" srcOrd="3" destOrd="0" parTransId="{BF6D80BC-BF2B-A346-B803-5B6FB9A60B0B}" sibTransId="{51773720-7A67-354A-87D9-2EA907FAEC80}"/>
    <dgm:cxn modelId="{753089A2-F994-E642-A1D6-CC6132C64B6A}" srcId="{9E7672C5-E3D7-E94C-9FA6-32B5B5EEB40D}" destId="{7236419C-1A5F-DD4C-BAC7-3A75E7BBCDD9}" srcOrd="0" destOrd="0" parTransId="{716C1250-83AA-9349-858A-5E116580B781}" sibTransId="{2099D60C-3BE6-EF4D-9DB4-EFCD854F47B5}"/>
    <dgm:cxn modelId="{C9231DA5-355E-134F-871F-734C07D9E774}" type="presOf" srcId="{51773720-7A67-354A-87D9-2EA907FAEC80}" destId="{805C6834-FB35-294F-B4C8-3486D3ACB1FC}" srcOrd="0" destOrd="0" presId="urn:microsoft.com/office/officeart/2005/8/layout/process5"/>
    <dgm:cxn modelId="{563291A8-D997-AF4C-96CC-FD5CE74FCF4A}" type="presOf" srcId="{7236419C-1A5F-DD4C-BAC7-3A75E7BBCDD9}" destId="{2C3D3BDD-AEEA-5940-BEF7-E4CEB4F3E8D7}" srcOrd="0" destOrd="0" presId="urn:microsoft.com/office/officeart/2005/8/layout/process5"/>
    <dgm:cxn modelId="{C91E32B2-CA2D-E045-9F68-99AC87CDC691}" type="presOf" srcId="{2099D60C-3BE6-EF4D-9DB4-EFCD854F47B5}" destId="{2006BB91-3B87-DA40-B6AE-2A5108A2EF2F}" srcOrd="0" destOrd="0" presId="urn:microsoft.com/office/officeart/2005/8/layout/process5"/>
    <dgm:cxn modelId="{852EFEC1-F8A5-E241-997A-CBD765D4073C}" type="presOf" srcId="{AF6AB856-1A50-9C43-9ADC-A4F06038663D}" destId="{38D5BF3C-9979-B747-9345-3CDBC081EE76}" srcOrd="1" destOrd="0" presId="urn:microsoft.com/office/officeart/2005/8/layout/process5"/>
    <dgm:cxn modelId="{7BA2D4C9-05FF-EA45-81F1-C3A005A5EDAA}" type="presOf" srcId="{CAB6DF6B-6736-C14C-937D-693069BB37B7}" destId="{13239FAD-D619-4A49-8F9B-6ACE90C6968A}" srcOrd="0" destOrd="0" presId="urn:microsoft.com/office/officeart/2005/8/layout/process5"/>
    <dgm:cxn modelId="{9270ACCA-3886-C140-96CA-A2E28EEA3771}" type="presOf" srcId="{9188BA0A-8472-144C-BD50-669D98E0CDA5}" destId="{DDF3FDD6-440B-A94B-BF4E-63FA31DC858B}" srcOrd="0" destOrd="0" presId="urn:microsoft.com/office/officeart/2005/8/layout/process5"/>
    <dgm:cxn modelId="{4B06F6CD-6465-8344-8380-C2D462E48554}" type="presOf" srcId="{F48C2693-41E3-F74D-9C08-33448EED6769}" destId="{7A3273C6-06DA-2A4F-9E7A-C786AEC7AEAC}" srcOrd="0" destOrd="0" presId="urn:microsoft.com/office/officeart/2005/8/layout/process5"/>
    <dgm:cxn modelId="{A24901D8-0802-2748-A63A-D008597FC976}" type="presOf" srcId="{0041A0A6-8C1C-DC49-9BA9-4990AE746A39}" destId="{373AAE06-BB4C-5B45-B86C-ECC2CDC0D6A5}" srcOrd="1" destOrd="0" presId="urn:microsoft.com/office/officeart/2005/8/layout/process5"/>
    <dgm:cxn modelId="{6E3688D8-B567-B147-A69B-C42C1F5B629A}" srcId="{9E7672C5-E3D7-E94C-9FA6-32B5B5EEB40D}" destId="{F48C2693-41E3-F74D-9C08-33448EED6769}" srcOrd="2" destOrd="0" parTransId="{0A714C79-7C65-E249-91B8-3102722D2652}" sibTransId="{D9109AE6-731E-0D4E-BC63-26A0BFB46CD8}"/>
    <dgm:cxn modelId="{BCDEB8DC-D86B-4A4E-8518-D40C23FC5C3C}" type="presOf" srcId="{0041A0A6-8C1C-DC49-9BA9-4990AE746A39}" destId="{5C63AE9C-3248-D543-A4CF-FBBF3E8FEF02}" srcOrd="0" destOrd="0" presId="urn:microsoft.com/office/officeart/2005/8/layout/process5"/>
    <dgm:cxn modelId="{8AB57CE2-C40C-AF44-B811-2C4E234A0DF4}" type="presOf" srcId="{9E7672C5-E3D7-E94C-9FA6-32B5B5EEB40D}" destId="{7A55DE4A-BC27-1944-8E77-CBAE34C951B8}" srcOrd="0" destOrd="0" presId="urn:microsoft.com/office/officeart/2005/8/layout/process5"/>
    <dgm:cxn modelId="{D91E88ED-7805-1241-8BA1-FB684656372D}" type="presOf" srcId="{C7ACAA0F-8428-7D47-B0D7-3099F7B8FCFB}" destId="{345D1EA6-731A-154F-A4B5-AB0B53187FB6}" srcOrd="0" destOrd="0" presId="urn:microsoft.com/office/officeart/2005/8/layout/process5"/>
    <dgm:cxn modelId="{20CF8260-6132-AB43-ADF0-F6AD4D76C216}" type="presParOf" srcId="{7A55DE4A-BC27-1944-8E77-CBAE34C951B8}" destId="{2C3D3BDD-AEEA-5940-BEF7-E4CEB4F3E8D7}" srcOrd="0" destOrd="0" presId="urn:microsoft.com/office/officeart/2005/8/layout/process5"/>
    <dgm:cxn modelId="{39F79BC4-BCA5-C64C-9999-5052FC625546}" type="presParOf" srcId="{7A55DE4A-BC27-1944-8E77-CBAE34C951B8}" destId="{2006BB91-3B87-DA40-B6AE-2A5108A2EF2F}" srcOrd="1" destOrd="0" presId="urn:microsoft.com/office/officeart/2005/8/layout/process5"/>
    <dgm:cxn modelId="{5D3B5E07-AF77-1348-A6C4-CE85FBAD502F}" type="presParOf" srcId="{2006BB91-3B87-DA40-B6AE-2A5108A2EF2F}" destId="{004FA4B3-4998-2945-B776-017C90EC168C}" srcOrd="0" destOrd="0" presId="urn:microsoft.com/office/officeart/2005/8/layout/process5"/>
    <dgm:cxn modelId="{32C1262B-B545-9A43-AAA5-16481361F436}" type="presParOf" srcId="{7A55DE4A-BC27-1944-8E77-CBAE34C951B8}" destId="{BCC1E542-A582-F347-92E2-47FFAB05B4F4}" srcOrd="2" destOrd="0" presId="urn:microsoft.com/office/officeart/2005/8/layout/process5"/>
    <dgm:cxn modelId="{3E1A5336-E152-874B-BCAF-0827BE70EFA1}" type="presParOf" srcId="{7A55DE4A-BC27-1944-8E77-CBAE34C951B8}" destId="{5C63AE9C-3248-D543-A4CF-FBBF3E8FEF02}" srcOrd="3" destOrd="0" presId="urn:microsoft.com/office/officeart/2005/8/layout/process5"/>
    <dgm:cxn modelId="{A58063FE-A0CC-864A-B455-301E7F1B41C1}" type="presParOf" srcId="{5C63AE9C-3248-D543-A4CF-FBBF3E8FEF02}" destId="{373AAE06-BB4C-5B45-B86C-ECC2CDC0D6A5}" srcOrd="0" destOrd="0" presId="urn:microsoft.com/office/officeart/2005/8/layout/process5"/>
    <dgm:cxn modelId="{770A4A67-374C-DB4D-9282-FD7B18A4B816}" type="presParOf" srcId="{7A55DE4A-BC27-1944-8E77-CBAE34C951B8}" destId="{7A3273C6-06DA-2A4F-9E7A-C786AEC7AEAC}" srcOrd="4" destOrd="0" presId="urn:microsoft.com/office/officeart/2005/8/layout/process5"/>
    <dgm:cxn modelId="{4D229857-4EB2-8044-9D67-20431D659616}" type="presParOf" srcId="{7A55DE4A-BC27-1944-8E77-CBAE34C951B8}" destId="{9D560C38-FF45-9045-A810-1BF24480C61F}" srcOrd="5" destOrd="0" presId="urn:microsoft.com/office/officeart/2005/8/layout/process5"/>
    <dgm:cxn modelId="{5343BC63-DBD9-E645-804D-0B534575F941}" type="presParOf" srcId="{9D560C38-FF45-9045-A810-1BF24480C61F}" destId="{A37E27AC-C956-8946-9215-BDF0F1FFEAEC}" srcOrd="0" destOrd="0" presId="urn:microsoft.com/office/officeart/2005/8/layout/process5"/>
    <dgm:cxn modelId="{DBA83D1B-074A-6147-B62F-302AF799F91A}" type="presParOf" srcId="{7A55DE4A-BC27-1944-8E77-CBAE34C951B8}" destId="{326859DC-81AC-A14D-930E-03D3AB419642}" srcOrd="6" destOrd="0" presId="urn:microsoft.com/office/officeart/2005/8/layout/process5"/>
    <dgm:cxn modelId="{5AB93D99-7679-B842-B3D4-5B7BDF26A88D}" type="presParOf" srcId="{7A55DE4A-BC27-1944-8E77-CBAE34C951B8}" destId="{805C6834-FB35-294F-B4C8-3486D3ACB1FC}" srcOrd="7" destOrd="0" presId="urn:microsoft.com/office/officeart/2005/8/layout/process5"/>
    <dgm:cxn modelId="{5AFEE842-57B7-C449-A8A2-376EDE7CB34F}" type="presParOf" srcId="{805C6834-FB35-294F-B4C8-3486D3ACB1FC}" destId="{A154FEDF-EF7F-254C-B605-0D3C10E012F1}" srcOrd="0" destOrd="0" presId="urn:microsoft.com/office/officeart/2005/8/layout/process5"/>
    <dgm:cxn modelId="{0CE41917-AEA0-044D-82D7-050AE18D0C43}" type="presParOf" srcId="{7A55DE4A-BC27-1944-8E77-CBAE34C951B8}" destId="{DDF3FDD6-440B-A94B-BF4E-63FA31DC858B}" srcOrd="8" destOrd="0" presId="urn:microsoft.com/office/officeart/2005/8/layout/process5"/>
    <dgm:cxn modelId="{771F435C-997B-DA4A-B269-BE107CF16328}" type="presParOf" srcId="{7A55DE4A-BC27-1944-8E77-CBAE34C951B8}" destId="{13239FAD-D619-4A49-8F9B-6ACE90C6968A}" srcOrd="9" destOrd="0" presId="urn:microsoft.com/office/officeart/2005/8/layout/process5"/>
    <dgm:cxn modelId="{BD9B7530-0078-E84A-A1F4-92D4C463FE1C}" type="presParOf" srcId="{13239FAD-D619-4A49-8F9B-6ACE90C6968A}" destId="{7DE86167-FED6-484B-9B39-75818C30BE68}" srcOrd="0" destOrd="0" presId="urn:microsoft.com/office/officeart/2005/8/layout/process5"/>
    <dgm:cxn modelId="{140DD657-3D09-7445-8F63-2785792809A6}" type="presParOf" srcId="{7A55DE4A-BC27-1944-8E77-CBAE34C951B8}" destId="{345D1EA6-731A-154F-A4B5-AB0B53187FB6}" srcOrd="10" destOrd="0" presId="urn:microsoft.com/office/officeart/2005/8/layout/process5"/>
    <dgm:cxn modelId="{1BFB8E43-4F35-D143-9A74-9C77328AF21B}" type="presParOf" srcId="{7A55DE4A-BC27-1944-8E77-CBAE34C951B8}" destId="{51D6E1CA-56DC-124D-8077-6C5DF4D18494}" srcOrd="11" destOrd="0" presId="urn:microsoft.com/office/officeart/2005/8/layout/process5"/>
    <dgm:cxn modelId="{64B4B99E-2BDC-BC47-A5D6-40C73A6674F1}" type="presParOf" srcId="{51D6E1CA-56DC-124D-8077-6C5DF4D18494}" destId="{38D5BF3C-9979-B747-9345-3CDBC081EE76}" srcOrd="0" destOrd="0" presId="urn:microsoft.com/office/officeart/2005/8/layout/process5"/>
    <dgm:cxn modelId="{7F9B0DFB-0E3A-184A-B385-57458EA836B9}" type="presParOf" srcId="{7A55DE4A-BC27-1944-8E77-CBAE34C951B8}" destId="{47648A24-091E-A440-9803-7FF254809863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00F2E7-5140-0B44-A47F-00138E696C9A}">
      <dsp:nvSpPr>
        <dsp:cNvPr id="0" name=""/>
        <dsp:cNvSpPr/>
      </dsp:nvSpPr>
      <dsp:spPr>
        <a:xfrm>
          <a:off x="0" y="150975"/>
          <a:ext cx="8558947" cy="912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Program code</a:t>
          </a:r>
        </a:p>
      </dsp:txBody>
      <dsp:txXfrm>
        <a:off x="44549" y="195524"/>
        <a:ext cx="8469849" cy="823502"/>
      </dsp:txXfrm>
    </dsp:sp>
    <dsp:sp modelId="{4A1A3D03-DB08-6D4A-9013-6A326781C6BD}">
      <dsp:nvSpPr>
        <dsp:cNvPr id="0" name=""/>
        <dsp:cNvSpPr/>
      </dsp:nvSpPr>
      <dsp:spPr>
        <a:xfrm>
          <a:off x="0" y="1063575"/>
          <a:ext cx="8558947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747" tIns="27940" rIns="156464" bIns="27940" numCol="1" spcCol="1270" anchor="t" anchorCtr="0">
          <a:noAutofit/>
        </a:bodyPr>
        <a:lstStyle/>
        <a:p>
          <a:pPr marL="282575" lvl="1" indent="-282575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SzPct val="75000"/>
            <a:buFont typeface="Wingdings" pitchFamily="2" charset="2"/>
            <a:buChar char="n"/>
          </a:pPr>
          <a:r>
            <a:rPr lang="en-US" sz="22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rPr>
            <a:t>which may be shared with other processes that are executing the same program</a:t>
          </a:r>
        </a:p>
      </dsp:txBody>
      <dsp:txXfrm>
        <a:off x="0" y="1063575"/>
        <a:ext cx="8558947" cy="645840"/>
      </dsp:txXfrm>
    </dsp:sp>
    <dsp:sp modelId="{02FDE227-3421-A249-B877-4E1ACDF3ED5A}">
      <dsp:nvSpPr>
        <dsp:cNvPr id="0" name=""/>
        <dsp:cNvSpPr/>
      </dsp:nvSpPr>
      <dsp:spPr>
        <a:xfrm>
          <a:off x="0" y="1802623"/>
          <a:ext cx="8558947" cy="912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 set of data associated with that code</a:t>
          </a:r>
        </a:p>
      </dsp:txBody>
      <dsp:txXfrm>
        <a:off x="44549" y="1847172"/>
        <a:ext cx="8469849" cy="8235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458A4-26D2-2C44-B9FB-71A1610693F2}">
      <dsp:nvSpPr>
        <dsp:cNvPr id="0" name=""/>
        <dsp:cNvSpPr/>
      </dsp:nvSpPr>
      <dsp:spPr>
        <a:xfrm>
          <a:off x="3679537" y="324841"/>
          <a:ext cx="2007877" cy="1034992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Identifier</a:t>
          </a:r>
        </a:p>
      </dsp:txBody>
      <dsp:txXfrm>
        <a:off x="3679537" y="324841"/>
        <a:ext cx="2007877" cy="1034992"/>
      </dsp:txXfrm>
    </dsp:sp>
    <dsp:sp modelId="{FFB3EB76-2E6C-B649-857A-BF94DBD248C3}">
      <dsp:nvSpPr>
        <dsp:cNvPr id="0" name=""/>
        <dsp:cNvSpPr/>
      </dsp:nvSpPr>
      <dsp:spPr>
        <a:xfrm>
          <a:off x="1679791" y="1359828"/>
          <a:ext cx="2007877" cy="1204726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State</a:t>
          </a:r>
        </a:p>
      </dsp:txBody>
      <dsp:txXfrm>
        <a:off x="1679791" y="1359828"/>
        <a:ext cx="2007877" cy="1204726"/>
      </dsp:txXfrm>
    </dsp:sp>
    <dsp:sp modelId="{F9C2771E-E09D-7E4B-8BC7-2EACC928AB9D}">
      <dsp:nvSpPr>
        <dsp:cNvPr id="0" name=""/>
        <dsp:cNvSpPr/>
      </dsp:nvSpPr>
      <dsp:spPr>
        <a:xfrm>
          <a:off x="3679557" y="1359828"/>
          <a:ext cx="2007877" cy="120472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Priority</a:t>
          </a:r>
        </a:p>
      </dsp:txBody>
      <dsp:txXfrm>
        <a:off x="3679557" y="1359828"/>
        <a:ext cx="2007877" cy="1204726"/>
      </dsp:txXfrm>
    </dsp:sp>
    <dsp:sp modelId="{B373FAC3-5061-AF49-B501-530831A6C23F}">
      <dsp:nvSpPr>
        <dsp:cNvPr id="0" name=""/>
        <dsp:cNvSpPr/>
      </dsp:nvSpPr>
      <dsp:spPr>
        <a:xfrm>
          <a:off x="5679303" y="1359828"/>
          <a:ext cx="2007877" cy="1204726"/>
        </a:xfrm>
        <a:prstGeom prst="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Program counter</a:t>
          </a:r>
        </a:p>
      </dsp:txBody>
      <dsp:txXfrm>
        <a:off x="5679303" y="1359828"/>
        <a:ext cx="2007877" cy="1204726"/>
      </dsp:txXfrm>
    </dsp:sp>
    <dsp:sp modelId="{C89EF9B4-EDC8-C84D-A659-29B518ACADDB}">
      <dsp:nvSpPr>
        <dsp:cNvPr id="0" name=""/>
        <dsp:cNvSpPr/>
      </dsp:nvSpPr>
      <dsp:spPr>
        <a:xfrm>
          <a:off x="559937" y="2554810"/>
          <a:ext cx="2007877" cy="1204726"/>
        </a:xfrm>
        <a:prstGeom prst="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Memory pointers</a:t>
          </a:r>
        </a:p>
      </dsp:txBody>
      <dsp:txXfrm>
        <a:off x="559937" y="2554810"/>
        <a:ext cx="2007877" cy="1204726"/>
      </dsp:txXfrm>
    </dsp:sp>
    <dsp:sp modelId="{5787ADE3-2B9F-7944-82CB-CE71DF883FF9}">
      <dsp:nvSpPr>
        <dsp:cNvPr id="0" name=""/>
        <dsp:cNvSpPr/>
      </dsp:nvSpPr>
      <dsp:spPr>
        <a:xfrm>
          <a:off x="2559683" y="2554810"/>
          <a:ext cx="2007877" cy="1204726"/>
        </a:xfrm>
        <a:prstGeom prst="rect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Context data</a:t>
          </a:r>
        </a:p>
      </dsp:txBody>
      <dsp:txXfrm>
        <a:off x="2559683" y="2554810"/>
        <a:ext cx="2007877" cy="1204726"/>
      </dsp:txXfrm>
    </dsp:sp>
    <dsp:sp modelId="{F5765459-F0DD-B04E-8F83-90F8421A8211}">
      <dsp:nvSpPr>
        <dsp:cNvPr id="0" name=""/>
        <dsp:cNvSpPr/>
      </dsp:nvSpPr>
      <dsp:spPr>
        <a:xfrm>
          <a:off x="4559429" y="2554810"/>
          <a:ext cx="2007877" cy="1204726"/>
        </a:xfrm>
        <a:prstGeom prst="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I/O status information</a:t>
          </a:r>
        </a:p>
      </dsp:txBody>
      <dsp:txXfrm>
        <a:off x="4559429" y="2554810"/>
        <a:ext cx="2007877" cy="1204726"/>
      </dsp:txXfrm>
    </dsp:sp>
    <dsp:sp modelId="{4B2744D8-5219-FE41-ACC6-C2EE72C25ABB}">
      <dsp:nvSpPr>
        <dsp:cNvPr id="0" name=""/>
        <dsp:cNvSpPr/>
      </dsp:nvSpPr>
      <dsp:spPr>
        <a:xfrm>
          <a:off x="6559196" y="2554810"/>
          <a:ext cx="2007877" cy="1204726"/>
        </a:xfrm>
        <a:prstGeom prst="rect">
          <a:avLst/>
        </a:prstGeom>
        <a:solidFill>
          <a:schemeClr val="accent4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Accounting information</a:t>
          </a:r>
        </a:p>
      </dsp:txBody>
      <dsp:txXfrm>
        <a:off x="6559196" y="2554810"/>
        <a:ext cx="2007877" cy="12047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28402-8223-1345-8F86-B41D09DF4999}">
      <dsp:nvSpPr>
        <dsp:cNvPr id="0" name=""/>
        <dsp:cNvSpPr/>
      </dsp:nvSpPr>
      <dsp:spPr>
        <a:xfrm>
          <a:off x="319954" y="3"/>
          <a:ext cx="1558636" cy="7793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kern="1200" dirty="0"/>
            <a:t>Trace</a:t>
          </a:r>
          <a:endParaRPr lang="en-US" sz="2000" kern="1200" dirty="0"/>
        </a:p>
      </dsp:txBody>
      <dsp:txXfrm>
        <a:off x="342779" y="22828"/>
        <a:ext cx="1512986" cy="733668"/>
      </dsp:txXfrm>
    </dsp:sp>
    <dsp:sp modelId="{6792DD43-5CA5-8E48-AF98-B37112383575}">
      <dsp:nvSpPr>
        <dsp:cNvPr id="0" name=""/>
        <dsp:cNvSpPr/>
      </dsp:nvSpPr>
      <dsp:spPr>
        <a:xfrm>
          <a:off x="475818" y="779321"/>
          <a:ext cx="1843901" cy="6759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5918"/>
              </a:lnTo>
              <a:lnTo>
                <a:pt x="1843901" y="67591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D83BD6-2A2F-574C-9D5C-736CF5FE7520}">
      <dsp:nvSpPr>
        <dsp:cNvPr id="0" name=""/>
        <dsp:cNvSpPr/>
      </dsp:nvSpPr>
      <dsp:spPr>
        <a:xfrm>
          <a:off x="2319719" y="559927"/>
          <a:ext cx="1972073" cy="17906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behavior of an individual process by listing the sequence of instructions that execute for that process</a:t>
          </a:r>
        </a:p>
      </dsp:txBody>
      <dsp:txXfrm>
        <a:off x="2372165" y="612373"/>
        <a:ext cx="1867181" cy="1685731"/>
      </dsp:txXfrm>
    </dsp:sp>
    <dsp:sp modelId="{1C89C9B8-759F-944F-AA18-FE790C10A65E}">
      <dsp:nvSpPr>
        <dsp:cNvPr id="0" name=""/>
        <dsp:cNvSpPr/>
      </dsp:nvSpPr>
      <dsp:spPr>
        <a:xfrm>
          <a:off x="475818" y="779321"/>
          <a:ext cx="2403825" cy="273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9428"/>
              </a:lnTo>
              <a:lnTo>
                <a:pt x="2403825" y="273942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076669-4CFF-0B4F-8B31-76E9F2CCEE9B}">
      <dsp:nvSpPr>
        <dsp:cNvPr id="0" name=""/>
        <dsp:cNvSpPr/>
      </dsp:nvSpPr>
      <dsp:spPr>
        <a:xfrm>
          <a:off x="2879643" y="2719667"/>
          <a:ext cx="2812939" cy="1598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behavior of the processor can be characterized by showing how the traces of the various processes are interleaved</a:t>
          </a:r>
        </a:p>
      </dsp:txBody>
      <dsp:txXfrm>
        <a:off x="2926452" y="2766476"/>
        <a:ext cx="2719321" cy="1504545"/>
      </dsp:txXfrm>
    </dsp:sp>
    <dsp:sp modelId="{64F1C8D8-40A2-DF44-AC72-3FFC719959BB}">
      <dsp:nvSpPr>
        <dsp:cNvPr id="0" name=""/>
        <dsp:cNvSpPr/>
      </dsp:nvSpPr>
      <dsp:spPr>
        <a:xfrm>
          <a:off x="5599314" y="3"/>
          <a:ext cx="1558636" cy="7793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kern="1200" dirty="0"/>
            <a:t>Dispatcher</a:t>
          </a:r>
          <a:r>
            <a:rPr lang="en-US" sz="1600" kern="1200" dirty="0"/>
            <a:t>  </a:t>
          </a:r>
        </a:p>
      </dsp:txBody>
      <dsp:txXfrm>
        <a:off x="5622139" y="22828"/>
        <a:ext cx="1512986" cy="733668"/>
      </dsp:txXfrm>
    </dsp:sp>
    <dsp:sp modelId="{4F8FA6E2-0E58-0840-912D-8E16EF91B389}">
      <dsp:nvSpPr>
        <dsp:cNvPr id="0" name=""/>
        <dsp:cNvSpPr/>
      </dsp:nvSpPr>
      <dsp:spPr>
        <a:xfrm>
          <a:off x="5755178" y="779321"/>
          <a:ext cx="804019" cy="1096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6111"/>
              </a:lnTo>
              <a:lnTo>
                <a:pt x="804019" y="109611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F818EE-1FFA-0148-A0A6-03F1AC28E0C7}">
      <dsp:nvSpPr>
        <dsp:cNvPr id="0" name=""/>
        <dsp:cNvSpPr/>
      </dsp:nvSpPr>
      <dsp:spPr>
        <a:xfrm>
          <a:off x="6559197" y="1039871"/>
          <a:ext cx="1690359" cy="1671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Small program that switches the processor from one process to another</a:t>
          </a:r>
        </a:p>
      </dsp:txBody>
      <dsp:txXfrm>
        <a:off x="6608143" y="1088817"/>
        <a:ext cx="1592467" cy="15732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2A570-2292-6042-8F87-375482494525}">
      <dsp:nvSpPr>
        <dsp:cNvPr id="0" name=""/>
        <dsp:cNvSpPr/>
      </dsp:nvSpPr>
      <dsp:spPr>
        <a:xfrm>
          <a:off x="98353" y="45946"/>
          <a:ext cx="3130599" cy="11174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1" kern="1200" dirty="0"/>
            <a:t>Process spawning</a:t>
          </a:r>
          <a:endParaRPr lang="en-US" sz="3100" kern="1200" dirty="0"/>
        </a:p>
      </dsp:txBody>
      <dsp:txXfrm>
        <a:off x="98353" y="45946"/>
        <a:ext cx="3130599" cy="1117449"/>
      </dsp:txXfrm>
    </dsp:sp>
    <dsp:sp modelId="{6E5587B0-CB6B-5F49-99BC-8512D84E1718}">
      <dsp:nvSpPr>
        <dsp:cNvPr id="0" name=""/>
        <dsp:cNvSpPr/>
      </dsp:nvSpPr>
      <dsp:spPr>
        <a:xfrm>
          <a:off x="98353" y="1188132"/>
          <a:ext cx="3130599" cy="3318705"/>
        </a:xfrm>
        <a:prstGeom prst="rect">
          <a:avLst/>
        </a:prstGeom>
        <a:solidFill>
          <a:schemeClr val="bg1"/>
        </a:solidFill>
        <a:ln w="1587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3100" kern="1200" dirty="0"/>
            <a:t>When the OS creates a process at the explicit request of another process</a:t>
          </a:r>
          <a:endParaRPr lang="en-NZ" sz="3100" b="1" i="1" kern="1200" dirty="0"/>
        </a:p>
      </dsp:txBody>
      <dsp:txXfrm>
        <a:off x="98353" y="1188132"/>
        <a:ext cx="3130599" cy="3318705"/>
      </dsp:txXfrm>
    </dsp:sp>
    <dsp:sp modelId="{3B7AAAD3-B4B2-894D-BD62-FBDCA5DB86E5}">
      <dsp:nvSpPr>
        <dsp:cNvPr id="0" name=""/>
        <dsp:cNvSpPr/>
      </dsp:nvSpPr>
      <dsp:spPr>
        <a:xfrm>
          <a:off x="3768699" y="62585"/>
          <a:ext cx="3130599" cy="11174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1" kern="1200" dirty="0"/>
            <a:t>Parent process</a:t>
          </a:r>
          <a:endParaRPr lang="en-US" sz="3100" kern="1200" dirty="0"/>
        </a:p>
      </dsp:txBody>
      <dsp:txXfrm>
        <a:off x="3768699" y="62585"/>
        <a:ext cx="3130599" cy="1117449"/>
      </dsp:txXfrm>
    </dsp:sp>
    <dsp:sp modelId="{094610A3-C2C3-B640-879C-283BC4C4886A}">
      <dsp:nvSpPr>
        <dsp:cNvPr id="0" name=""/>
        <dsp:cNvSpPr/>
      </dsp:nvSpPr>
      <dsp:spPr>
        <a:xfrm>
          <a:off x="3581396" y="1242619"/>
          <a:ext cx="3522800" cy="3318705"/>
        </a:xfrm>
        <a:prstGeom prst="rect">
          <a:avLst/>
        </a:prstGeom>
        <a:solidFill>
          <a:schemeClr val="bg1"/>
        </a:solidFill>
        <a:ln w="1587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Is the originally created process that spawns another</a:t>
          </a:r>
        </a:p>
      </dsp:txBody>
      <dsp:txXfrm>
        <a:off x="3581396" y="1242619"/>
        <a:ext cx="3522800" cy="3318705"/>
      </dsp:txXfrm>
    </dsp:sp>
    <dsp:sp modelId="{B5437CEF-732C-D940-ADAA-BDDAA09C9E8D}">
      <dsp:nvSpPr>
        <dsp:cNvPr id="0" name=""/>
        <dsp:cNvSpPr/>
      </dsp:nvSpPr>
      <dsp:spPr>
        <a:xfrm>
          <a:off x="7533683" y="62585"/>
          <a:ext cx="3130599" cy="11174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1" kern="1200" dirty="0"/>
            <a:t>Child process </a:t>
          </a:r>
          <a:endParaRPr lang="en-US" sz="3100" kern="1200" dirty="0"/>
        </a:p>
      </dsp:txBody>
      <dsp:txXfrm>
        <a:off x="7533683" y="62585"/>
        <a:ext cx="3130599" cy="1117449"/>
      </dsp:txXfrm>
    </dsp:sp>
    <dsp:sp modelId="{B830ED57-4DAF-3040-BF6C-9CF6B5560015}">
      <dsp:nvSpPr>
        <dsp:cNvPr id="0" name=""/>
        <dsp:cNvSpPr/>
      </dsp:nvSpPr>
      <dsp:spPr>
        <a:xfrm>
          <a:off x="7533683" y="1180034"/>
          <a:ext cx="3130599" cy="3318705"/>
        </a:xfrm>
        <a:prstGeom prst="rect">
          <a:avLst/>
        </a:prstGeom>
        <a:solidFill>
          <a:schemeClr val="bg1"/>
        </a:solidFill>
        <a:ln w="1587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Is the new process (the spawned process)</a:t>
          </a: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NZ" sz="3100" kern="1200" dirty="0"/>
        </a:p>
      </dsp:txBody>
      <dsp:txXfrm>
        <a:off x="7533683" y="1180034"/>
        <a:ext cx="3130599" cy="33187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F2B9F-EC41-2140-8EC1-5E16AF2C7855}">
      <dsp:nvSpPr>
        <dsp:cNvPr id="0" name=""/>
        <dsp:cNvSpPr/>
      </dsp:nvSpPr>
      <dsp:spPr>
        <a:xfrm>
          <a:off x="-197337" y="0"/>
          <a:ext cx="8837981" cy="766106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Assigns a unique process identifier to the new process</a:t>
          </a:r>
        </a:p>
      </dsp:txBody>
      <dsp:txXfrm>
        <a:off x="-174899" y="22438"/>
        <a:ext cx="7917886" cy="721230"/>
      </dsp:txXfrm>
    </dsp:sp>
    <dsp:sp modelId="{5B5D711A-1B3F-D448-9482-44A847364F32}">
      <dsp:nvSpPr>
        <dsp:cNvPr id="0" name=""/>
        <dsp:cNvSpPr/>
      </dsp:nvSpPr>
      <dsp:spPr>
        <a:xfrm>
          <a:off x="-13108" y="872509"/>
          <a:ext cx="9783792" cy="766106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Allocates space for the process</a:t>
          </a:r>
        </a:p>
      </dsp:txBody>
      <dsp:txXfrm>
        <a:off x="9330" y="894947"/>
        <a:ext cx="8454661" cy="721230"/>
      </dsp:txXfrm>
    </dsp:sp>
    <dsp:sp modelId="{E6CD32AC-3E96-AB44-A760-F359511BBE11}">
      <dsp:nvSpPr>
        <dsp:cNvPr id="0" name=""/>
        <dsp:cNvSpPr/>
      </dsp:nvSpPr>
      <dsp:spPr>
        <a:xfrm>
          <a:off x="385968" y="1745019"/>
          <a:ext cx="10299905" cy="766106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Initializes the process control block</a:t>
          </a:r>
        </a:p>
      </dsp:txBody>
      <dsp:txXfrm>
        <a:off x="408406" y="1767457"/>
        <a:ext cx="8903027" cy="721230"/>
      </dsp:txXfrm>
    </dsp:sp>
    <dsp:sp modelId="{AC35228F-21E7-5E47-83A7-D0492D254D58}">
      <dsp:nvSpPr>
        <dsp:cNvPr id="0" name=""/>
        <dsp:cNvSpPr/>
      </dsp:nvSpPr>
      <dsp:spPr>
        <a:xfrm>
          <a:off x="1181260" y="2592255"/>
          <a:ext cx="9962693" cy="766106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Sets the appropriate linkages - </a:t>
          </a:r>
          <a:r>
            <a:rPr lang="en-US" sz="1600" b="0" kern="120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For example, if the OS maintains each scheduling queue as a linked list, then the new process must be put in the Ready </a:t>
          </a:r>
          <a:r>
            <a:rPr lang="en-US" sz="1600" b="0" kern="1200" baseline="0" dirty="0" err="1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orReady</a:t>
          </a:r>
          <a:r>
            <a:rPr lang="en-US" sz="1600" b="0" kern="120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/Suspend list.</a:t>
          </a:r>
          <a:endParaRPr lang="en-US" sz="1600" kern="1200" dirty="0">
            <a:highlight>
              <a:srgbClr val="FFFF00"/>
            </a:highlight>
          </a:endParaRPr>
        </a:p>
      </dsp:txBody>
      <dsp:txXfrm>
        <a:off x="1203698" y="2614693"/>
        <a:ext cx="8610079" cy="721230"/>
      </dsp:txXfrm>
    </dsp:sp>
    <dsp:sp modelId="{6DAEB0AD-3B63-8740-A6E5-6B3AE3531A2D}">
      <dsp:nvSpPr>
        <dsp:cNvPr id="0" name=""/>
        <dsp:cNvSpPr/>
      </dsp:nvSpPr>
      <dsp:spPr>
        <a:xfrm>
          <a:off x="2074626" y="3490038"/>
          <a:ext cx="9551123" cy="766106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Creates or expands other data structures - </a:t>
          </a:r>
          <a:r>
            <a:rPr lang="en-US" sz="1500" b="0" kern="120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For example, the OS may maintain an </a:t>
          </a:r>
          <a:r>
            <a:rPr lang="en-US" sz="1500" b="1" kern="120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accounting file on each process </a:t>
          </a:r>
          <a:r>
            <a:rPr lang="en-US" sz="1500" b="0" kern="1200" baseline="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rPr>
            <a:t>to be used subsequently for billing and/or performance assessment purposes</a:t>
          </a:r>
          <a:endParaRPr lang="en-US" sz="1500" kern="1200" dirty="0">
            <a:highlight>
              <a:srgbClr val="FFFF00"/>
            </a:highlight>
          </a:endParaRPr>
        </a:p>
      </dsp:txBody>
      <dsp:txXfrm>
        <a:off x="2097064" y="3512476"/>
        <a:ext cx="8252533" cy="721230"/>
      </dsp:txXfrm>
    </dsp:sp>
    <dsp:sp modelId="{109E467C-1E73-8C45-B39E-5EC0C5B03450}">
      <dsp:nvSpPr>
        <dsp:cNvPr id="0" name=""/>
        <dsp:cNvSpPr/>
      </dsp:nvSpPr>
      <dsp:spPr>
        <a:xfrm>
          <a:off x="8123623" y="559683"/>
          <a:ext cx="497968" cy="4979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/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235666" y="559683"/>
        <a:ext cx="273882" cy="374721"/>
      </dsp:txXfrm>
    </dsp:sp>
    <dsp:sp modelId="{2BDB5B10-9839-7244-804C-B97A8A38670F}">
      <dsp:nvSpPr>
        <dsp:cNvPr id="0" name=""/>
        <dsp:cNvSpPr/>
      </dsp:nvSpPr>
      <dsp:spPr>
        <a:xfrm>
          <a:off x="8780757" y="1432192"/>
          <a:ext cx="497968" cy="4979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/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892800" y="1432192"/>
        <a:ext cx="273882" cy="374721"/>
      </dsp:txXfrm>
    </dsp:sp>
    <dsp:sp modelId="{B61A2D92-3241-AB4E-9449-C71D8D3EE5B6}">
      <dsp:nvSpPr>
        <dsp:cNvPr id="0" name=""/>
        <dsp:cNvSpPr/>
      </dsp:nvSpPr>
      <dsp:spPr>
        <a:xfrm>
          <a:off x="9437891" y="2291934"/>
          <a:ext cx="497968" cy="4979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/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49934" y="2291934"/>
        <a:ext cx="273882" cy="374721"/>
      </dsp:txXfrm>
    </dsp:sp>
    <dsp:sp modelId="{77EDA281-184C-FE4B-B762-E3375FFA90A8}">
      <dsp:nvSpPr>
        <dsp:cNvPr id="0" name=""/>
        <dsp:cNvSpPr/>
      </dsp:nvSpPr>
      <dsp:spPr>
        <a:xfrm>
          <a:off x="10095024" y="3172956"/>
          <a:ext cx="497968" cy="4979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/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10207067" y="3172956"/>
        <a:ext cx="273882" cy="3747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8FE6C-2B05-C445-8F1C-C2D56EC0B341}">
      <dsp:nvSpPr>
        <dsp:cNvPr id="0" name=""/>
        <dsp:cNvSpPr/>
      </dsp:nvSpPr>
      <dsp:spPr>
        <a:xfrm>
          <a:off x="3510" y="300638"/>
          <a:ext cx="3846713" cy="961678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If no interrupts are pending the processor:</a:t>
          </a:r>
        </a:p>
      </dsp:txBody>
      <dsp:txXfrm>
        <a:off x="31677" y="328805"/>
        <a:ext cx="3790379" cy="905344"/>
      </dsp:txXfrm>
    </dsp:sp>
    <dsp:sp modelId="{944F2D45-0854-FF4F-9A45-0B5FBB9415E6}">
      <dsp:nvSpPr>
        <dsp:cNvPr id="0" name=""/>
        <dsp:cNvSpPr/>
      </dsp:nvSpPr>
      <dsp:spPr>
        <a:xfrm rot="5400000">
          <a:off x="1842719" y="1346463"/>
          <a:ext cx="168293" cy="168293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8E7D38-9573-7A46-8835-570D9ED3C168}">
      <dsp:nvSpPr>
        <dsp:cNvPr id="0" name=""/>
        <dsp:cNvSpPr/>
      </dsp:nvSpPr>
      <dsp:spPr>
        <a:xfrm>
          <a:off x="3510" y="1598904"/>
          <a:ext cx="3846713" cy="961678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bg2">
              <a:lumMod val="2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Proceeds to the fetch stage and fetches the next instruction of the current program in the current process</a:t>
          </a:r>
        </a:p>
      </dsp:txBody>
      <dsp:txXfrm>
        <a:off x="31677" y="1627071"/>
        <a:ext cx="3790379" cy="905344"/>
      </dsp:txXfrm>
    </dsp:sp>
    <dsp:sp modelId="{DB54DFA3-E01E-B442-9482-07C506B84309}">
      <dsp:nvSpPr>
        <dsp:cNvPr id="0" name=""/>
        <dsp:cNvSpPr/>
      </dsp:nvSpPr>
      <dsp:spPr>
        <a:xfrm>
          <a:off x="4388762" y="300638"/>
          <a:ext cx="3846713" cy="961678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If an interrupt is pending the processor:</a:t>
          </a:r>
        </a:p>
      </dsp:txBody>
      <dsp:txXfrm>
        <a:off x="4416929" y="328805"/>
        <a:ext cx="3790379" cy="905344"/>
      </dsp:txXfrm>
    </dsp:sp>
    <dsp:sp modelId="{A7450743-EE58-D742-9C11-C40E3AA314B2}">
      <dsp:nvSpPr>
        <dsp:cNvPr id="0" name=""/>
        <dsp:cNvSpPr/>
      </dsp:nvSpPr>
      <dsp:spPr>
        <a:xfrm rot="5400000">
          <a:off x="6227972" y="1346463"/>
          <a:ext cx="168293" cy="168293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B7510-114B-054F-B7FC-E55A1C978F4A}">
      <dsp:nvSpPr>
        <dsp:cNvPr id="0" name=""/>
        <dsp:cNvSpPr/>
      </dsp:nvSpPr>
      <dsp:spPr>
        <a:xfrm>
          <a:off x="4388762" y="1598904"/>
          <a:ext cx="3846713" cy="961678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bg2">
              <a:lumMod val="2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Sets the program counter to the starting address of an interrupt handler program</a:t>
          </a:r>
        </a:p>
      </dsp:txBody>
      <dsp:txXfrm>
        <a:off x="4416929" y="1627071"/>
        <a:ext cx="3790379" cy="905344"/>
      </dsp:txXfrm>
    </dsp:sp>
    <dsp:sp modelId="{74BDB899-755B-444E-915E-34234A2F80E2}">
      <dsp:nvSpPr>
        <dsp:cNvPr id="0" name=""/>
        <dsp:cNvSpPr/>
      </dsp:nvSpPr>
      <dsp:spPr>
        <a:xfrm rot="5400000">
          <a:off x="6227972" y="2644729"/>
          <a:ext cx="168293" cy="168293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CBE4C9-9854-3443-A76A-5007F14AEB74}">
      <dsp:nvSpPr>
        <dsp:cNvPr id="0" name=""/>
        <dsp:cNvSpPr/>
      </dsp:nvSpPr>
      <dsp:spPr>
        <a:xfrm>
          <a:off x="4388762" y="2897170"/>
          <a:ext cx="3846713" cy="961678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bg2">
              <a:lumMod val="2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Switches from user mode to kernel mode so that the interrupt processing code may include privileged instructions</a:t>
          </a:r>
        </a:p>
      </dsp:txBody>
      <dsp:txXfrm>
        <a:off x="4416929" y="2925337"/>
        <a:ext cx="3790379" cy="9053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D3BDD-AEEA-5940-BEF7-E4CEB4F3E8D7}">
      <dsp:nvSpPr>
        <dsp:cNvPr id="0" name=""/>
        <dsp:cNvSpPr/>
      </dsp:nvSpPr>
      <dsp:spPr>
        <a:xfrm>
          <a:off x="1121398" y="71455"/>
          <a:ext cx="1697056" cy="1018234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Save the context of the processor</a:t>
          </a:r>
        </a:p>
      </dsp:txBody>
      <dsp:txXfrm>
        <a:off x="1151221" y="101278"/>
        <a:ext cx="1637410" cy="958588"/>
      </dsp:txXfrm>
    </dsp:sp>
    <dsp:sp modelId="{2006BB91-3B87-DA40-B6AE-2A5108A2EF2F}">
      <dsp:nvSpPr>
        <dsp:cNvPr id="0" name=""/>
        <dsp:cNvSpPr/>
      </dsp:nvSpPr>
      <dsp:spPr>
        <a:xfrm rot="119203">
          <a:off x="2957286" y="410196"/>
          <a:ext cx="334900" cy="4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957316" y="492628"/>
        <a:ext cx="234430" cy="252522"/>
      </dsp:txXfrm>
    </dsp:sp>
    <dsp:sp modelId="{BCC1E542-A582-F347-92E2-47FFAB05B4F4}">
      <dsp:nvSpPr>
        <dsp:cNvPr id="0" name=""/>
        <dsp:cNvSpPr/>
      </dsp:nvSpPr>
      <dsp:spPr>
        <a:xfrm>
          <a:off x="3449963" y="48173"/>
          <a:ext cx="1668970" cy="1225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Update the process control block of the process currently in the Running state</a:t>
          </a:r>
        </a:p>
      </dsp:txBody>
      <dsp:txXfrm>
        <a:off x="3485853" y="84063"/>
        <a:ext cx="1597190" cy="1153593"/>
      </dsp:txXfrm>
    </dsp:sp>
    <dsp:sp modelId="{5C63AE9C-3248-D543-A4CF-FBBF3E8FEF02}">
      <dsp:nvSpPr>
        <dsp:cNvPr id="0" name=""/>
        <dsp:cNvSpPr/>
      </dsp:nvSpPr>
      <dsp:spPr>
        <a:xfrm rot="14">
          <a:off x="5293192" y="450430"/>
          <a:ext cx="419804" cy="4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293192" y="534604"/>
        <a:ext cx="293863" cy="252522"/>
      </dsp:txXfrm>
    </dsp:sp>
    <dsp:sp modelId="{7A3273C6-06DA-2A4F-9E7A-C786AEC7AEAC}">
      <dsp:nvSpPr>
        <dsp:cNvPr id="0" name=""/>
        <dsp:cNvSpPr/>
      </dsp:nvSpPr>
      <dsp:spPr>
        <a:xfrm>
          <a:off x="5911018" y="151753"/>
          <a:ext cx="1697056" cy="1018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Move the process control block of this process to the appropriate queue</a:t>
          </a:r>
        </a:p>
      </dsp:txBody>
      <dsp:txXfrm>
        <a:off x="5940841" y="181576"/>
        <a:ext cx="1637410" cy="958588"/>
      </dsp:txXfrm>
    </dsp:sp>
    <dsp:sp modelId="{9D560C38-FF45-9045-A810-1BF24480C61F}">
      <dsp:nvSpPr>
        <dsp:cNvPr id="0" name=""/>
        <dsp:cNvSpPr/>
      </dsp:nvSpPr>
      <dsp:spPr>
        <a:xfrm rot="5563564">
          <a:off x="6542669" y="1283513"/>
          <a:ext cx="354420" cy="4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6596146" y="1316798"/>
        <a:ext cx="252522" cy="248094"/>
      </dsp:txXfrm>
    </dsp:sp>
    <dsp:sp modelId="{326859DC-81AC-A14D-930E-03D3AB419642}">
      <dsp:nvSpPr>
        <dsp:cNvPr id="0" name=""/>
        <dsp:cNvSpPr/>
      </dsp:nvSpPr>
      <dsp:spPr>
        <a:xfrm>
          <a:off x="5830730" y="1837948"/>
          <a:ext cx="1697056" cy="1018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Select another process for execution</a:t>
          </a:r>
        </a:p>
      </dsp:txBody>
      <dsp:txXfrm>
        <a:off x="5860553" y="1867771"/>
        <a:ext cx="1637410" cy="958588"/>
      </dsp:txXfrm>
    </dsp:sp>
    <dsp:sp modelId="{805C6834-FB35-294F-B4C8-3486D3ACB1FC}">
      <dsp:nvSpPr>
        <dsp:cNvPr id="0" name=""/>
        <dsp:cNvSpPr/>
      </dsp:nvSpPr>
      <dsp:spPr>
        <a:xfrm rot="4938424">
          <a:off x="6593579" y="3016778"/>
          <a:ext cx="409138" cy="4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-5400000">
        <a:off x="6663671" y="3023197"/>
        <a:ext cx="252522" cy="286397"/>
      </dsp:txXfrm>
    </dsp:sp>
    <dsp:sp modelId="{DDF3FDD6-440B-A94B-BF4E-63FA31DC858B}">
      <dsp:nvSpPr>
        <dsp:cNvPr id="0" name=""/>
        <dsp:cNvSpPr/>
      </dsp:nvSpPr>
      <dsp:spPr>
        <a:xfrm>
          <a:off x="6071610" y="3621194"/>
          <a:ext cx="1697056" cy="1018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Update the process control block of the process selected</a:t>
          </a:r>
        </a:p>
      </dsp:txBody>
      <dsp:txXfrm>
        <a:off x="6101433" y="3651017"/>
        <a:ext cx="1637410" cy="958588"/>
      </dsp:txXfrm>
    </dsp:sp>
    <dsp:sp modelId="{13239FAD-D619-4A49-8F9B-6ACE90C6968A}">
      <dsp:nvSpPr>
        <dsp:cNvPr id="0" name=""/>
        <dsp:cNvSpPr/>
      </dsp:nvSpPr>
      <dsp:spPr>
        <a:xfrm rot="10908884">
          <a:off x="5597908" y="3883288"/>
          <a:ext cx="334858" cy="4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698340" y="3969053"/>
        <a:ext cx="234401" cy="252522"/>
      </dsp:txXfrm>
    </dsp:sp>
    <dsp:sp modelId="{345D1EA6-731A-154F-A4B5-AB0B53187FB6}">
      <dsp:nvSpPr>
        <dsp:cNvPr id="0" name=""/>
        <dsp:cNvSpPr/>
      </dsp:nvSpPr>
      <dsp:spPr>
        <a:xfrm>
          <a:off x="3743062" y="3547417"/>
          <a:ext cx="1697056" cy="1018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Update memory management data structures</a:t>
          </a:r>
        </a:p>
      </dsp:txBody>
      <dsp:txXfrm>
        <a:off x="3772885" y="3577240"/>
        <a:ext cx="1637410" cy="958588"/>
      </dsp:txXfrm>
    </dsp:sp>
    <dsp:sp modelId="{51D6E1CA-56DC-124D-8077-6C5DF4D18494}">
      <dsp:nvSpPr>
        <dsp:cNvPr id="0" name=""/>
        <dsp:cNvSpPr/>
      </dsp:nvSpPr>
      <dsp:spPr>
        <a:xfrm rot="10802269">
          <a:off x="2710037" y="3727824"/>
          <a:ext cx="731437" cy="4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2836298" y="3812040"/>
        <a:ext cx="605176" cy="252522"/>
      </dsp:txXfrm>
    </dsp:sp>
    <dsp:sp modelId="{47648A24-091E-A440-9803-7FF254809863}">
      <dsp:nvSpPr>
        <dsp:cNvPr id="0" name=""/>
        <dsp:cNvSpPr/>
      </dsp:nvSpPr>
      <dsp:spPr>
        <a:xfrm>
          <a:off x="531246" y="2983261"/>
          <a:ext cx="1835926" cy="16561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Restore the context of the processor to that which existed at the time the selected process was last switched out</a:t>
          </a:r>
          <a:endParaRPr lang="en-NZ" sz="1400" kern="1200" dirty="0"/>
        </a:p>
      </dsp:txBody>
      <dsp:txXfrm>
        <a:off x="579753" y="3031768"/>
        <a:ext cx="1738912" cy="1559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9BED9-0B80-4399-A458-3ADCCC0057AE}" type="datetimeFigureOut">
              <a:rPr lang="en-US" smtClean="0"/>
              <a:pPr/>
              <a:t>1/31/2024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649A7-53D2-4D96-9688-A4162C228653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423112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59:18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25752 3502 24575,'0'0'0</inkml:trace>
  <inkml:trace contextRef="#ctx0" brushRef="#br0" timeOffset="1">26036 8076 24575,'-72'-56'0,"0"0"0,17 18 0,4 8 0,-19 8 0,19 22 0,3 0 0,-6 0 0,-2 0 0,-2 0 0,-3 0 0,0 0 0,9-9 0,-15-2 0,22-1 0,-32 3 0,23 9 0,-15-9 0,-1-2 0,7-9 0,-7 9 0,10 2 0,-1 0 0,9 6 0,-15-6 0,22 9 0,-32 0 0,23 0 0,-16 0 0,1 0 0,-3 0 0,-18 0 0,-3 0 0,-8 0 0,9 0 0,2 0 0,18 0 0,2 0 0,-8 0 0,12 0 0,-21 0 0,6 0 0,-21 0 0,-1 9-263,43 0 0,1 3 263,-45 10 0,-6 7 0,0 0 0,49-13 0,0 0 0,0-1 0,-1 1 0,-4 9 0,1-2 0,4-12 0,1 2 0,3 15 0,1 1 0,-45 4 0,11 26 0,9-16 0,9 15-16,2-15 16,10 15 0,8-6 0,-7 9 0,26-1 0,-15 1 525,17 0-525,8 0 17,-4-10-17,16 8 0,0-7 0,-7 17 0,16-6 0,-16 25 0,15-5 0,-24 9-495,14 16 495,-25-13 0,15 15 0,-6-9 0,0 0 0,6 10 0,3 1 0,6-51 0,1-1 0,-1 53 0,-15-3 0,9-18 0,9-2 0,2-9 0,9-9 0,0 7 0,0-16 0,0 16 0,0-7 495,0 0-495,0 6 0,18-6 0,13 0 0,21 16 0,9-23-296,-23-21 1,2 0 295,35 19 0,-31-24 0,2 1 0,-1-4 0,0 0 0,38 35 0,-38-31 0,0-1 0,27 24 0,6 7 0,-15-9 0,16-1 0,-16-8 0,16 7 0,-7-17 0,18 17 0,-7-17 0,7 8 0,-18-10 0,7 1-63,2-1 63,2-8 0,7-3 0,0 0 0,2-6 0,9-3 0,10-11-638,-8-9 638,-44 0 0,1 0 0,1 0 0,0 0 0,0 0 0,2 0 0,2 0 0,0 0 0,-4 0 0,0 0 0,4 0 0,0 0 0,-3 0 0,0 0 0,7 0 0,1 0 0,-4 0 0,1 0 0,8 1 0,1-2 0,-9-3 0,1-1 0,6 1 0,0-3 0,-11-7 0,-2-1 0,0 3 0,-1 1 0,50-18 0,-17 9 0,-3-10-178,0 8 178,-7-16 0,7 6 0,-9-8 0,0-10 0,-9-1 0,-2-19 0,-10-2 0,-8-9 0,16-9 0,-32-2 0,-4 41 0,1 0 0,0-50 0,-7 47 0,-2-2-47,-7-4 0,-3-1 47,6-1 0,-1 0 0,-3-8 0,-1 1 0,1 7 0,0 0 0,3-8 0,0 0 0,-7 8 0,-2 1 0,5-5 0,0 1 0,5-47 0,-14 52 0,-1 1 0,4-54 0,-9 1 0,0 52 0,0 0 0,0-52 0,0 0 0,0 52 0,0 0 0,0 0 0,0-1 0,0-1 0,0 0 0,0 1 0,0 1 0,1 0 0,-2 1 0,-8-45 0,1 44 0,-4 1 0,-20-44 0,13 47 0,-2 1 0,-4 0 0,0 0 0,-17-48 0,18 48 0,-2-1 0,-3 1 0,0 0 0,2 3 0,0 1 0,-7-5 0,-2 2 0,-3 3 0,-1 0 0,4-4 0,-2 0 0,-15 4 0,-2-1 0,9-8 0,-2 1-804,-23 6 1,-5 2 803,9-8 0,-3-1-844,8 17 1,-5 0 0,-2-2 843,-9-9 0,-3-4 0,0 0 0,-6-4 0,-1 0 0,-3-1 0,15 11 0</inkml:trace>
  <inkml:trace contextRef="#ctx0" brushRef="#br0" timeOffset="2">22149 4311 24575,'-97'60'0,"1"0"0,0 0 0,0 0 0,-1-1 0,14-3 0,4-3 0,7-1 0,9-3 0,-8 12 0,21-3 0,25 23 0,-4 2 0,6 5 0,8-5 0,6 16 0,6-16 0,-6 7 0,9 0 0,0-7 0,0 7 0,0 0 0,0-7 0,0 7 0,9-9 0,3-9 0,8 7 0,0-25 0,-9 13 0,16-15 0,-4 9 0,17 0 0,10-10 0,-16 8 0,22-17 0,-22 8 0,15-10 0,-8 1 0,-10-10 0,-2-1 0,0-1 0,3 2 0,-1 1 0,8-3 0,-8-9 0,19 1 0,1-1 0,10 0 0,9-9 0,2-2 0,9-9 0,0 0 0,9 0 0,-7 0 0,16 0 0,-7 0 0,1 0 0,5-9-463,4-2 463,1-18 0,7 6 0,-8-24 0,-47 30 0,0 0 0,48-32 0,-43 24 0,0 0 0,-8 0 0,-1-1 0,4 1 0,0-2 0,-4-7 0,-1 0 0,52-10 0,-10-24 0,-2 7 0,-9-11 0,-9 0 0,-2-15 0,-19 12 0,-1-23 0,-19 5 0,-10-17 0,-11 50 0,-2-1-450,-7-5 0,0-1 450,8-4 0,0 0 0,-7 1 0,-2-1 0,5-5 0,-1 1 0,-3 12 0,-2 0 0,1-6 0,0 1-422,0-45 422,0 1 0,0 11 0,0 2 0,-9 15 0,-11-14 0,-30 5 0,-4-8 0,20 50 0,-1 1 0,1-1 0,-2 1 0,-7-2 0,-4 3-599,-7-3 1,-5 2 598,-9-2 0,-5 3-993,-9 6 0,-7 3 993,14 8 0,-5 1 0,-4 6-969,-13 8 0,-5 8 1,-5-1 968,13 0 0,-3 0 0,-3 1 0,-5 2-798,7 3 1,-4 1 0,-2 2 0,-3 3 0,-1 4 797,6 4 0,-2 4 0,-2 2 0,-2 3 0,-1 1 0,-1 0-352,4 0 1,-2 0-1,-1 2 1,-2 1-1,-1 2 1,-1 3-1,-2 3 352,13-1 0,-2 3 0,-1 3 0,-2 1 0,0 2 0,0 1 0</inkml:trace>
  <inkml:trace contextRef="#ctx0" brushRef="#br0" timeOffset="3">25590 4878 24575,'106'-22'0,"-18"8"0,-18 10 0,-1 4 0,-15 0 0,16 0 0,-9 0 0,-3-9 0,3-5 0,9 5 0,-16 0 0,15 9 0,-26 0 0,4 0 0,-24 0 0,6 0 0,-18 18 0,-2-4 0,-9 42 0,0-11 0,0 34 0,0-8 0,0 19 0,0-6 0,0 15 0,-9-7 0,7 9-433,-16 9 433,16-6 0,-7-45 0,0 1 0,7 43 0,-3-43 0,1 0 0,4 52 0,0-52 0,0 1 0,0 0 0,0 0 0,0 51 0,0-48 0,0 1 0,-5-3 0,1-1 0,3 1 0,-1 0 0,-2 2 0,-1 0 0,5 49 0,0-53 0,0 1 0,0 0 0,0-1 0,0 53 0,0-54 0,0 1 0,0 53 0,0-1 0,4-52 0,1-1 0,7 45 0,2-45 0,1 1 0,7 52 0,-3-51 0,1 0 0,-4 0 0,-1-1 0,8 53 0,-5-54 0,0 1 0,-5 52 0,1-51 0,1 0 0,-4 0 0,-1-1 0,10 53 0,9-3 0,-6 0 0,6-7 0,-15-43 0,1 0 0,17 43 0,-21-43 0,0-1 0,16 45 0,-16 6 0,10-9 0,-1 0 0,0 1 0,-9-10 0,-2 7 0,0-7 0,-6 9 0,15 0 0,-16 1 0,16-10 0,-16 7 0,7-7 0,0 9 0,-7-9 0,7-2 0,0-18 0,-6-2 0,6-9 0,-9-10 0,0-1 0,0-1 433,0-15-433,0 22 0,0-22 0,9 16 0,-7-10 0,7 10 0,-9 1 0,0 1 0,9-3 0,-7 1 0,7-16 0,-9 4 0,0-18 0,0 0 0,0 1 0,0-1 0,0 0 0,-9-9 0,-2-2 0,-18-9 0,-1 0 0,-3 0 0,-15 0 0,15 0 0,-17 0 0,1 0 0,6 0 0,-16 0 0,-1 0 0,-3 0 0,-7 0 0,0 0 0,-2 0 0,0 0 0,2 0 0,1 0 0,6 0 0,2 0 0,-6 0 0,13 0 0,-16 0 0,0 0 0,7 0 0,-16 0 0,16 0 0,-24 0 0,21 0 0,-21 0 0,24-9 0,-16-2 0,7 0 0,0-7 0,2 7 0,9-1 0,1-6 0,-1 16 0,18-7 0,-13 9 0,22 0 0,-24 0 0,15 0 0,-4 0 0,4 0 0,12 0 0,-8-9 0,8 7 0,-1-7 0,-6 9 0,16 0 0,-8 0 0,19 18 0,2 4 0,54 28 0,11 2 0</inkml:trace>
  <inkml:trace contextRef="#ctx0" brushRef="#br0" timeOffset="4">25894 11861 24575,'-65'68'0,"0"-1"0,10-21 0,2-11 0,-24-8 0,-11-27 0,23 18 0,-14 5 0,10 8 0,-3 25 0,-9-11 0,0 25-466,-9 0 466,-2-7 0,41-33 0,0 0 0,1 6 0,-1-4 0,-50 4 0,50-3 0,1-1 0,-52 2 0,1-3 0,9-4 0,29-22 0,22 8 0,14-8 0,43 4 0,18-9 0,56 0 0,22 0-749,-46 0 0,1 0 749,8 0 0,1 0 0,-4 0 0,0 0 0,8 0 0,0 0-145,-17 0 0,0 0 145,2-1 0,-2 2 0,29 8 0,-11 2 0,-20 9 0,-21-8 1474,-20 6-1474,-11-7 780,-9 9-780,9-9 0,3-2 0,8-9 0,-9-18 0,-2-22 0,-9-41 0,0 24 0,0-5 0,0-15 0,0-2 0,0 3 0,0-3-756,0-15 1,0-1 755,0 13 0,0 0 0,-1-3 0,2-1 0,8 1 0,5-1 0,4-8 0,4-1 0,2 2 0,4-3 0,8-11 0,2-1 0</inkml:trace>
  <inkml:trace contextRef="#ctx0" brushRef="#br0" timeOffset="5">24781 5425 24575,'96'-12'0,"-24"6"0,-27 3 0,-7 3 0,-6 0 0,11 0 0,4 0 0,5 0 0,-1 0 0,17 0 0,-14 0 0,16 0 0,8 0 0,-12 0 0,12 0 0,-17 0 0,0 0 0,-9 0 0,6 0 0,-15 0 0,-3 0 0,-1 0 0,-17 0 0,7 0 0,-8 0 0,-1 0 0,0 0 0,0 0 0,0 0 0,-8 9 0,-3 3 0,-9 17 0,0 2 0,0 19 0,0 2 0,0 8 0,0 1 0,-9 0 0,6 8 0,-15 3 0,7 18 0,0 12-459,1-43 0,2 3 459,6-1 0,2 2 0,-4 6 0,-1 1 0,0 0 0,1 2 0,3 7 0,0 4-916,-4 7 1,1 2 915,-1 4 0,1 1 0,-1 4 0,-2 1 0,-2-1 0,-2 0 0,1 5 0,0 0 0,0-4 0,0 0 0,-1 4 0,1 0 0,0-10 0,0 1 0,1 8 0,-2-1 0,-4-15 0,1 0 0,6 10 0,2 0 0,-3-7 0,0-2 0,4-7 0,1 0 0,-1 7 0,-1-2-461,1-15 0,-1-2 461,-4 1 0,2-2-134,5 42 134,-6-13 782,9-36-782,0-5 1802,0-26-1802,0-3 1057,0-9-1057,0 1 164,0-1-164,0 9 0,0 3 0,0-1 0,9 25 0,3-20 0,8 32 0,-9-16 0,7-10 0,-7 6 0,10-17 0,-10 0 0,7-1 0,-16-1 0,7 2 0,-9 10 0,0 8 0,0 3 0,0 9 0,0 0 0,0-10 0,0 8 0,0-25 0,0 4 0,0-18 0,0-18 0,-9-4 0,-11-21 0,-14-3 0,-4 3 0,-3-4 0,-8-4 0,4 1 0,-9-3 0,0-6 0,-7 8 0,0-1 0,10-15 0,-17 22 0,14-29 0,-13 14 0,-5-5 0,0 4 0,-9 10 0,0-7 0,9 6 0,-16 1 0,14-7 0,-7 15 0,11-6 0,0 9 0,7-1 0,-6-8 0,8 7 0,0 1 0,9 3 0,3 16 0,17-16 0,3 16 0,9-7 0,18 0 0,31-2 0,29-12 0,37-4 0,-32 10 0,4-6-241,20-23 0,0-5 0,-20 16 0,-2-2 0,2-16 0,-1 0 1</inkml:trace>
  <inkml:trace contextRef="#ctx0" brushRef="#br0" timeOffset="6">30733 5000 24575,'-87'-40'0,"1"1"0,18 12 0,5 7 0,-27 4 0,11 16 0,-8 0 0,-10-2 0,2-5 0,-1 5 0,1-5 0,5 5 0,9 2 0,0 0 0,0 0 0,0 0 0,-9 0 0,7 0 0,-16 0 0,16 2 0,-5 5 0,14 13 0,-5 11 0,16 1 0,-7 6 0,10-6 0,-1 17 0,9-15 0,3 22 0,17-22 0,3 42 0,18-20 0,2 41 0,9-23 0,0 34-549,0-4 549,0 8 0,-1-48 0,2 0 0,2-6 0,3-1 0,2 8 0,4 0 0,2-7 0,4-3 0,22 46 0,9-2 0,12-7 0,-26-45 0,2-1 0,6-4 0,4-4 0,2-1 0,3-4 0,12-1 0,3-3-591,4-2 1,2-2 590,2 1 0,3-3 0,6-6 0,1-2 0,-4 0 0,2-1 0,7-7 0,2-3 0,-1 1 0,0-1 0,-4-3 0,-1-2-741,5 1 1,-2 0 740,-6 1 0,-1-2 0,3-1 0,1-5 0,-5-10 0,-1-4 0,2 0 0,-2-3 0,-7-9 0,-2-4-453,0 3 1,-2-2 452,-7 2 0,-3-4 0,-6-1 0,-2-2 53,0 1 1,-3-1-54,24-40 0,-20-9 0,-14-3 0,-27-17 0,-2-2-45,-6 43 0,-6-2 45,-11 0 0,-8-2 0,-6-7 0,-7-2-380,-12-3 0,-9 0 380,10 23 0,-5 2 0,-1-1-548,-3-1 1,-3 0-1,-2 2 548,-8-2 0,-4 0 0,-2 4 0,-2 1 0,-1 3 0,-4 3-764,-3 3 1,-3 4 0,-3 3 763,-7 0 0,-4 3 0,-2 7-821,-6 7 0,-3 8 1,-5 2 820,16 2 0,-4 2 0,-2 4 0,0 7 0,-4 12 0,-1 9 0,-1 3 0,-1-2 0,17-7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59:18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18120 1437 24575,'-89'55'0,"1"0"0,0 0 0,0 1 0,1 0 0,6-1 0,10-2 0,4 4 0,13-2 0,-7 37 0,2 1 0,14-3 0,-2-7 0,7 13 0,6-1 0,2 6 0,15-45 0,1 3 0,0 6 0,3 2-527,2 0 0,1 1 527,0 11 0,0 2 0,0 0 0,0 0-742,0 1 0,0 0 742,0 8 0,-1 0 0,-3-8 0,-1 0 0,4 8 0,0 0 0,-8-7 0,-1-2 0,4 5 0,1-1 0,-1-3 0,0-2 0,1-8 0,1 0 0,7 7 0,3 0-517,-1-8 0,1 2 517,3 7 0,2 1 0,-1 0 0,0 0-709,0 9 0,0 0 709,0 2 0,0 1-532,-4 11 1,-1 3 531,0 0 0,-1 0 0,-3-1 0,-3 1 0,-2 4 0,-1-1 0,4-12 0,0 0 0,-9 6 0,1 1 0,8-8 0,0-1-126,-3 1 0,-1 0 126,0-6 0,0 0 0,4-1 0,0 0 0,0-8 0,2 0 0,-1 8 0,2 0 0,2-8 0,0 0-99,-4 3 0,0 1 99,4-1 0,1 1 0,-5 0 0,2 1 0,6 4 0,2 0 0,-5-4 0,1-1 0,3 0 0,2-1 0,-1-4 0,0 0 0,0 5 0,0-1 0,0-12 0,0 0 0,0 11 0,0-1 295,-1-16 1,2 1-296,2 15 0,3 2 0,-1-12 0,1 0 0,3 12 0,2-1 0,-1-7 0,0-1 311,4 9 1,2 1-312,3 1 0,2-1 0,0-4 0,1 0 0,6 8 0,2-2 0,0-14 0,1-2 0,4 9 0,2-2 0,-2-12 0,2-1 0,2 4 0,1-1 0,-4-7 0,0 0 305,-1-2 0,2 1-305,3 3 0,-2 0 0,-6-6 0,-1-1 0,8 8 0,1 0 0,0-4 0,1 0 0,4 4 0,2 0 0,7-2 0,3-2 0,2 1 0,3-3 0,7-6 0,4-4 0,2-3 0,3-2 0,-2-7 0,1-2 0,2-4 0,1-2 0,1-2 0,0-4-127,9-6 1,3-3 126,3 2 0,1-2 0,4-8 0,1-1 0,-2 0 0,2-1-576,8-3 1,0-2 575,-6-1 0,-1-5 0,8-7 0,-1-10 0,-7-18 0,-4-6 0,0 6 0,-4-6 0,-32-2 0,-3-7 0,-1 2 0,20-12 0,-5-3 0,-24 10 0,-4-6 0,-3 0 0,11-30 0,-4-1 0,6-4 0,-4 0 0,-18 5 0,-3-2 0,-5 26 0,1-1 0,-3 0 0,3-34 0,-3-2 0,-6 26 0,-1-3 0,0 3 0,8-20 0,0-3 0,-8 9 0,-1-7 0,0 8 0,6 0 0,-1-1 0,-3-5 0,-1-8 0,-3 5 0,-5 26 0,-2 4 0,0-3-367,0-14 1,-1-3-1,-1 1 367,-4 8 0,-2 2 0,1 0 0,0-3 0,0 0 0,0 0 0,-1 2 0,-2 0 0,-2 1 0,-6 2 0,-2 0 0,-1 1 0,0-6 0,-1 0 0,-1 2 0,-4 6 0,-1 1 0,1-1 0,-1-10 0,1-2 0,2 1 0,4 1 0,0 1 0,0 0 0,-6-4 0,-1 0 0,3 1 0,6 3 0,3 1 0,-4-1 0,-7-2 0,-4-1 0,3 2 0,9 6 0,2 1 0,-4 0 0,-9-2 0,-5 0 0,3 0 0,6-2 0,3-1 0,-3 1 0,-6 7 0,-3 0 0,2-1 0,4-12 0,3-2 0,-3 1 0,-4 7 0,-1 2 0,1-2 0,4-7 0,2-1 0,-1-1 0,-2 1 0,0 0 0,-1-1 0,1 0 0,0 1 0,0-3-574,-1-6 0,1-1 0,-2 1 574,-1 7 0,-1 0 0,-1 0 0,-4-7 0,-2-1 0,1 1 0,2 7 0,1 1 0,-4 0 0,-5-3 0,-5 0 0,-1 2 0,0 6 0,-2 2 0,-3 0 0,-2 0 0,-3 1 0,-2 2 0,-1 2 0,-3 2 0,-2 2 0,-5-1 0,-2 3 0,-1 0 0,1 1 0,-2 1 0,-2 3-461,-7 2 1,-3 3 0,-3 2 460,-5-1 0,-2 2 0,-1 3-388,-3 3 1,-1 4 0,-1 1 387,22 14 0,0 1 0,-1 1 0,-1 1 0,-6-1 0,-2 2 0,0 0 0,1 2 0,5 3 0,0 2 0,0 0 0,-3 0 0,-7-2 0,-3 1 0,-1-1 0,-1-1 0,-4-2 0,-2-2 0,-1 0 0,1 1 0,-2 2 0,1 0 0</inkml:trace>
  <inkml:trace contextRef="#ctx0" brushRef="#br0" timeOffset="1">30368 1498 24575,'-79'62'0,"0"1"0,0-1 0,0 1 0,-1-1 0,9 0 0,4-2 0,5-2 0,8-1 0,-11 23 0,15-1 0,22-9 0,7 0 0,0 4 0,2 0-1253,-5-1 0,3 3 1253,3 12 0,4 1 0,1-10 0,1 0 0,2 8 0,0 1 0,2 0 0,0 0-625,2-7 0,1 2 625,0 11 0,1 1 0,4-8 0,0 1 0,0 7 0,0 1 0,0 0 0,0-1 0,0 2 0,0 0 0,-1 4 0,2 0-574,3 0 0,1 1 574,-1 7 0,3 2 0,7 1 0,2 1-769,-9-33 0,0 1 0,1 1 769,2 4 0,0 2 0,-1-1 0,-1-5 0,-1 0 0,-1 1 0,-2 3 0,0 2 0,-1-1 0,0 0 0,1 0 0,-2 0 0,-2-2 0,0 1 0,0-1 0,0 2 0,0 1 0,0 0 0,0 5 0,0 1 0,0-2 0,0-5 0,0-2 0,0 2 0,0 6 0,0 2 0,0-2 0,0-5 0,0-1 0,0 1 0,0 3 0,0 0 0,0-1 0,0-7 0,0-1 0,0 1 0,0 9 0,0 1 0,0-2 0,0 24 0,0 0 0,-1-30 0,1 3 0,1-3 0,3 28 0,1-1-288,-5-32 1,0 1 0,2-1 287,6 33 0,2-1 0,-4-1 0,-1 0 0,0 0 0,2-1 0,2-8 0,-1 0 0,-7 5 0,1-2-69,7-18 1,0 1 68,-8 25 0,0-3 0,8-42 0,0 1 0,-5 46 0,3-3 0,7-49 0,1-2 0,-4 30 0,1 2 383,11-20 1,1-2-384,-8 6 0,2-1 0,14-4 0,3-2 0,-7 0 0,-2-1 0,4-6 0,1-2 0,3 0 0,0 0 0,-3-1 0,1-1 897,3-7 0,2-1-897,-3 0 0,1-1 0,4-4 0,1-2 0,-4 3 0,2-4 0,52 23 0,0 1 0,3-18 0,8-6 0,-46-22 0,0-1 0,48 18 0,8-16 0,-52-6 0,1-2 0,1-7 0,2-3 0,7 1 0,1-1 606,4-4 1,1 0-607,4 0 0,2 0 0,4-1 0,1-7 70,9-25 0,-1-8-70,-2 9 0,-1-8-520,-21-11 0,-1-10 0,-2 0 520,-7 7 0,-2 0 0,-1-5 0,7-13 0,-1-6 0,-4-4-912,-6-2 0,-5-4 0,1-3 912,-8 13 0,2-3 0,-2 0 0,-2 0 0,8-19 0,-2 0 0,-2-4 0,-8 12 0,0-5 0,-2-1 0,-1 3 0,-3 8 0,-2 3 0,-1-1 0,-2-1 0,0-4 0,-1-1 0,-2-1 0,0-2 0,-1-6 0,0-4 0,-1 2 0,-1 4 0,2-10 0,0 4 0,-3-4 0,-4 12 0,-2-4 0,0 0 0,0 5 0,2-11 0,0 4 0,-2-1 0,0-4 0,-2-2 0,0 2-576,-3 2 0,0 2 1,-1 0 575,0 7 0,1 2 0,-2-1 0,-1-5 0,0-1 0,-1 0 0,1 3 0,0 0 0,0 0 0,-1-1 0,0 0 0,0 2-304,-3 5 0,0 1 0,0 0 304,0-3 0,0 1 0,0 1 45,0 8 1,0 2 0,0 0-46,0-1 0,0-1 0,0-1 0,0-1 0,0 0 0,0 0 0,0 3 0,0 1 0,0-1 0,-2 2 0,-1 0 0,-1-2 0,-4-5 0,-2-2 0,-2 3 0,0 9 0,-1 3 0,-4-1 0,-7-8 0,-3 0 0,-1 0 0,-1 0 0,-2 0 0,-1 2 0,-4 2 0,-2 2 0,-1 0 0,-3-3 0,-2-1 0,0 2 0,0 2 0,0 1 0,-1 0 0,-2 2 0,-1 1 0,1 1 0,6 2 0,0 0 0,-1-1 0,-6-4 0,-2-1 0,2 1 0,8 4 0,2 0 0,-1 0 0,-4-2 0,-1-1 0,1 1 0,2 0 0,2 1 0,0 0 0,1 4 0,1 1 0,-1 0 0,-2 0 0,-1 1 0,1 0 0,-1-3 0,1 0 0,-1 0 0,-2 2 0,0 0 0,-1 0 0,0 0 0,0 0 0,-1-1 0,-4-4 0,-1 0 0,-2 1 0,2 6 0,-1 2 0,-1-2 0,-4-7 0,0-1 0,-3 1 215,0 4 0,-2 1 1,-1 0-216,-1 0 0,-1 0 0,-2 2 0,-6 3 0,-3 4 0,1-1 0,3-2 0,1 1 0,-5 4 0,-9 5 0,-4 5 0,2 0 0,6-2 0,2 2 0,-3 3 0,-10 6 0,-3 4 0,0 5 0,9 5 0,1 3 0,-3 3 0,-11 2 0,-2 3 0,-1 4 0,-4 3 0,0 3 0,0 3 0,-4 1 0,-1 3 0,0 0 0</inkml:trace>
  <inkml:trace contextRef="#ctx0" brushRef="#br0" timeOffset="2">25226 1053 24575,'-98'6'0,"0"1"0,24-1 0,7 2 0,-30 14 0,34 9 0,-7 19 0,9 4 0,7 13 0,0 8 0,-9 3 0,9 3-559,17-32 0,-2 1 559,-24 45 0,19-36 0,-2 1 0,0-8 0,0-1 0,0 9 0,-1 0 0,-2-4 0,0 0 0,2 0 0,1 0 0,0-1 0,0 1 0,4-2 0,3 2 0,3 0 0,2 0 0,3 0 0,2 1 0,-2 2 0,1 1 0,3-4 0,2 0 0,-1 9 0,3 1 0,6 0 0,2 1 0,0-1 0,1 0 0,3 4 0,2 0 0,2-9 0,2 1 0,0 8 0,1 0 0,4-8 0,0 0 0,0 3 0,0 0 0,0-4 0,0-1 0,0 1 0,0 0 0,0 51 0,0-52 0,0-1 0,0 54 68,0-53 0,0 1 1,0 1-1,0 0-68,0 2 0,0 0 0,4-2 0,1 0-255,4 3 0,3 0 255,2-3 0,3-2 0,7 1 0,2-1 0,-6-3 0,2-1 0,7 0 0,1-2 0,13 38 0,15-2 0,-6-9 0,9 0 0,-1 0 0,19 0 0,-38-40 0,1-1 0,4 1 0,0-1 0,4 1 0,-1-1 0,35 32 0,-36-31 0,3-3 0,50 16 0,-50-19 0,1-3 0,3-14 0,1-2 0,-1 8 0,0-1 0,57-1 0,-56-6 0,1-2 0,3-7 0,-1-3 0,44 5 0,8-9 0,-10 0 0,0 0 0,0-18 0,-45-3 0,-1-8-534,2-8 1,-2-9 533,2-11 0,-1-7-549,0-9 0,-2-5 549,-2-7 0,-3-3 0,-2-8 0,-2-1 0,1 0 0,-2 0 0,-3-4 0,-1 2 0,1 11 0,-1 1 0,-3-8 0,-2 1 0,1 11 0,-2 1 0,-2-3 0,-3 0 0,-7-1 0,-2 1 0,5-2 0,-2 0-621,-6 1 0,-3-1 621,-2 2 0,-1-1 0,3 0 0,-1 1 0,-7 8 0,-1-1 0,5-7 0,0 2 0,-4 10 0,-1 2 0,1-5 0,-3 1-88,-2 8 0,-2 1 88,1 1 0,0 0 0,0-1 0,0 1 0,0 4 0,0-1 0,0-8 0,0 0 0,0 4 0,0 0 0,1-5 0,-2 0 0,-7-1 0,-2 2 0,5 8 0,-3 0 0,-14-7 0,-3 1 0,4 11 0,-1 0 0,-6-9 0,-5 1 0,-5 8 0,-3 2 0,1-5 0,-3 0-7,-7 4 0,-1 0 7,1-4 0,-1-1 0,-3-1 0,-3 2 0,-6-1 0,-4 1-86,-3-1 1,-4 0 85,-14-5 0,-4 2-432,29 22 1,-1 2 0,-2-2 431,-10-7 0,-1-1 0,-2 1 0,-4 1 0,-1 1 0,-3-2-885,10 3 1,-2-1-1,-1-2 1,-4 2 884,-8-2 0,-4 0 0,-2 0 0,0 0 0,15 7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6T15:59:18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2996 5627 24575,'102'-11'0,"0"0"0,-1-1 0,1 1 0,0 0 0,2 1 0,-3 1 0,-4 1 0,-3 1 0,6 2 0,-4 1 0,-2 2 0,-9 1 0,-1 3 0,1-1-2267,8 1 1,1 1-1,2-1 2267,9-2 0,2 1 0,1 0 0,5 4 0,1 1 0,1-1 0,-25-3 0,0 0 0,2-1 0,0 1 0,6-1 0,2 1 0,0 0 0,-2-1-655,-5 0 0,0-1 1,-1-1-1,1 1 655,7 0 0,1 0 0,1 0 0,-2 0 0,-5 0 0,0 0 0,-2 0 0,0 0 0,21 0 0,-1 0 0,-3 0-49,-7 0 0,-2 0 0,-3 0 49,-12 0 0,-2 0 0,-3 0-418,25 0 1,-7 0 417,-15 1 0,-6-2 2254,32-8-2254,-49-2 3666,-23-9-3666,-17 9 2915,-10-7-2915,-2 6 1566,-9-8-1566,0 0 0,0 0 0,0-10 0,0-10 0,9-48 0,2-18 0</inkml:trace>
  <inkml:trace contextRef="#ctx0" brushRef="#br0" timeOffset="0.94">7896 4129 24575,'52'58'0,"-1"0"0,1-1 0,25 30 0,3-14 0,-5-38 0,1-7-1760,1 7 0,1 0 1760,16 0 0,1-1 0,-6 1 0,0 0 0,9 2 0,0 0 0,-13-1 0,-2-2 0,3-7 0,-3-2 330,-19 1 1,-4-3-331,50 0 675,-38 4-675,-22-25 0,-21 7 0,-36-9 1809,-24 9-1809,-50 20 0,26-1 0,-3 5-834,-16 10 0,-3 6 834,-8 18 0,-3 6-996,25-20 0,-2 1 0,0 3 996,-5 5 0,-1 3 0,0 1 0,-3 4 0,0 2 0,0-2 0,4-7 0,2 0 0,-1-3 0,-2-1 0,0-2 0,3-2-672,-10 13 0,1-5 672,1-15 0,4-4-30,23-7 1,3-4 29,-32-2 1556,46-22-1556,14-74 0,36-41 0,4 11 0,6-10 0,-8 27 0,3-3 0,1-3-232,6-12 0,3-3 1,-1-3 231,-3-6 0,-1-3 0,0-3-770,-5 19 1,1-3 0,-1-2 0,-3 0 769,-2-3 0,-2-2 0,-2 0 0,1-1 0,1-4 0,-1-2 0,0 0 0,-3 1 0,-2 4 0,-3-1 0,0 2 0,1 0-692,2 3 1,0 1 0,0 2-1,-2 0 692,-3 8 0,-2 1 0,-1 0 0,2 1 0,0-1 0,2 1 0,-2 0 0</inkml:trace>
  <inkml:trace contextRef="#ctx0" brushRef="#br0" timeOffset="1.94">11418 2753 24575,'-81'-40'0,"-1"1"0,1 0 0,-1-1 0,-5 4 0,3 3 0,6 8 0,-7 5 0,5 8 0,10 11 0,1 2 0,-1-1 0,0 0 0,-3 0 0,-2 0 0,-4 3 0,1 3 0,5 4 0,2 3 0,-4 4 0,1 6 0,1 9 0,2 4-1013,0 3 1,0 5 1012,0 9 0,1 4 0,-2 3 0,2 2 0,3 2 0,1 4-728,-4 11 1,1 2 727,5 0 0,4 2 0,3 11 0,2 3 0,-1-1 0,4 2 0,8 1 0,4 4-765,13-27 0,-1 1 0,2 0 765,-11 31 0,5 2 0,15-31 0,4 1 0,0 1 0,-1 2 0,1 1 0,2-1 0,2-3 0,3-1 0,0 0 0,2 5 0,0 0 0,1 0 0,0 3 0,-1-1 0,2 0 0,2-3 0,0-1 0,0 0 0,0 3 0,0 0 0,0 0 0,0-2 0,0 1 0,0-2 0,0 31 0,0-1 0,0-35 0,0 1 0,0-1 0,-1 30 0,2-1-708,5 1 1,6-2 707,6-12 0,5-2 0,5 5 0,7-3 0,7-9 0,6-4 0,1 2 0,3-2 0,-2-3 0,3-3 0,10-6 0,3-3 0,-6-4 0,3-1 0,10 2 0,5-5 0,2-9 0,2-1 0,3 7 0,3 0 0,15-8 0,3 0-340,-37-10 0,-1 2 1,2-2 339,11 0 0,3-3 0,1 1 0,1 4 0,1-1 0,3-1-497,15-1 1,4-2 0,-1 0 496,-5-1 0,0-2 0,4 0-339,-14-7 0,5 0 0,0-2 1,-3 2 338,-8 0 0,-3 0 0,0 0 0,3-2 0,9-3 0,3-2 0,0-1 0,-1 1 0,-4 1 0,0 1 0,-1 0 0,1-3 0,2-3 0,0-2 0,0-1 0,1 0 0,1 0 0,1-1 0,0 0 0,-1-1 0,-3-1 0,0-1 0,-1 0 0,0-1-293,-5-1 1,0 0 0,0-1 0,-1-1 292,0 0 0,0 1 0,-1-2 0,-1-3-114,15-6 0,-2-4 0,0-1 114,5 0 0,1-2 0,-4-8 0,-9-10 0,-5-8 0,0-1 0,-4 3 0,-2-1 0,-2-4 213,-6-5 1,-3-4-1,-2-2-213,-2-2 0,-3-2 0,-1-2 0,-2 2 0,-3-2 0,-1-2 0,3-10 0,-1-3 0,-4-2 0,-3 0 0,-4-3 0,-1 0 0,3-2 0,-2-1 0,-3-2 0,-7-3 0,-3-1 0,-2 0 275,0 0 1,-2 1 0,-2-1-276,-2 0 0,-3-1 0,-2 0 0,-2 1 0,-1 0 0,-3-1 0,-3-4 0,-1-2 0,-3 2 0,0 3 0,-2 2 0,-2-2 0,-2-4 0,-2-1 0,-2 1 0,1 2 0,-1 1 0,-4-1 0,-3-2 0,-4-1 0,-3 1 0,-2 1 0,-2 2 0,-5-2 0,-8-4 0,-4-1 0,-3 1-124,-2-1 1,-2 0 0,-3-1 123,7 20 0,-1-2 0,-3 1 0,-2 0 0,-3-2 0,-2 1 0,-2 0 0,-5-1-275,3 11 1,-2-2 0,-3 1 0,-3 1-1,-1 2 275,-5 0 0,-1 1 0,-3 1 0,-3 2 0,-5 1-275,-1 3 1,-3 1 0,-4 1 0,-3 2-1,-2 2 1,-2 2 274,8 9 0,-1 3 0,-2 1 0,-1 1 0,-3 3 0,-3 1 0,-1 1-146,-1 3 1,-2 1 0,-2 1 0,-2 2 0,-3 2 0,-1 1 0,-2 2 0,-2 3 145,9 3 0,-3 3 0,-1 2 0,-2 2 0,-2 1 0,0 1 0</inkml:trace>
  <inkml:trace contextRef="#ctx0" brushRef="#br0" timeOffset="2.94">16682 6659 24575,'54'-60'0,"0"0"0,0 0 0,8 0 0,-2 12 0,30 12 0,-18 36 0,11 0 0,5 0 0,6 0 0,14 0 0,5 0 0,-47 0 0,3 0 0,-3 0 0,3 0-1007,11 0 1,2 0 1006,-14 0 0,1 0 0,14 0 0,2 0 0,-3 0 0,-2 0-673,2 0 0,1 0 673,6 0 0,2 0 0,-5 0 0,1 0 0,8 0 0,1 0 0,0 0 0,1 0-545,4 0 0,1 0 545,-1 5 0,0-1 0,-3-2 0,-2-1 0,-5 3 0,0 1-632,0 0 1,-2-1 631,-11-3 0,-1 0 0,4 4 0,-2-1 106,-17-4 1,0 0-107,7 0 0,-1 0 0,38 0 0,-46-1 0,-1 2 0,33 8 1260,-2-7-1260,-9 16 1899,0-7-1899,-18 1 1551,13-3-1551,-31 0 750,23 2-750,-16 0 39,8-2-39,1-9 0,-9 0 0,-3 0 0,-17 0 0,-3 0 0,-9 0 0,1 0 0,-28-72 0,-7-18 0</inkml:trace>
  <inkml:trace contextRef="#ctx0" brushRef="#br0" timeOffset="3.94">21339 5607 24575,'49'-5'0,"12"19"0,20 37 0,-37-16 0,4 0 0,18 5 0,5 1 0,5 10 0,4-1-363,10-2 0,4-1 363,-25-14 0,2 0 0,-2 0-1072,24 13 0,1-2 1072,-19-15 0,3-1 0,-4-2 0,13 6 0,-3-1 0,2-2 0,-5-4 0,27 2-683,-23 0 683,-33-16 0,-14-2 0,-36 0 465,-22 2-465,-5 10 2294,-31 17-2294,13-13 0,-17 31 0,-10-13 0,-2 8 0,-7 8 0,0-5 0,-2 4 0,14 12 397,-21-7 0,16 9-397,-9-5 0,0-4-773,0 16 773,-9-16 0,-2-2 0,42-30 0,-1-4 0,-50-2-261,-1 2 261,10-27 0,-7 0 0,16-18 0,43-25 0,8-18-1972,11-4 1,8-13 0,7-10 1971,9-4 0,8-12 0,5-7 0,1-3 0,-1 2 0,-6 15 0</inkml:trace>
  <inkml:trace contextRef="#ctx0" brushRef="#br0" timeOffset="4.94">24760 3805 24575,'-98'-28'0,"1"0"0,23 9 0,6 4 0,-38 4 0,32 11 0,-14 0 0,5 0 0,2 0 0,9 0 0,-13 0 0,4 0 0,4 18 0,-2-4 0,7 33 0,-9-4-584,-9 26 584,7 3 0,36-29 0,4 4 0,10 7 0,3 2 0,-5 5 0,3 2 0,9 3 0,3 1 0,-5 2 0,0 1-583,4-4 1,2 1 582,3 8 0,0 1 0,-3-5 0,0 2 0,4 10 0,-1 2 0,-3-7 0,-3-1 0,-2 8 0,-1 1-725,3 0 0,1-1 725,-3 1 0,-1 1-893,-1 9 1,2 0 892,3-5 0,-1 2 0,-3 7 0,1 0 0,3-3 0,1 0 0,3-1 0,3 1 0,2-1 0,4-1 0,2-4 0,3 0 0,2 0 0,2 0 0,-1 1 0,0-1-351,0-9 1,0 0 350,-1 7 0,2-1 0,1-14 0,5-1 0,9 7 0,6-1 0,-2-2 0,5-3 0,12-2 0,5 0 0,-4 8 0,5 0 0,10-3 0,4-1-332,-2 6 0,4-2 332,14-11 0,3-4 0,-10 2 0,3-5 0,9-13 0,4-6 0,2-1 0,3-3 0,7-5 0,5-7 0,-24-14 0,3-3 0,1-2-326,1 0 1,2-2-1,1-2 326,7-1 0,1-3 0,0-3 0,-2-5 0,-1-5 0,1-2 0,2-2 0,0-3 0,-1-6-405,2-9 0,-1-6 0,-2-4 405,-2-5 0,-2-5 0,-1-2 0,2-5 0,-1-2 0,-4-4 0,-4-3 0,-3-4 0,-2-1 0,-2-1 0,-3 0 0,-2-3 0,-1-5 0,-4-2 0,-1-2 0,-3-1 0,-1-1 0,-4-3 0,-4-2 0,-4-2 0,-1-2 0,0-3 0,-2-1 0,-2-2-478,-11 24 1,-1-1 0,-2-1 0,0 0 477,-2 0 0,-1 0 0,0 0 0,-2-1 0,6-26 0,-2 0 0,-1-2 0,-6 24 0,-1-2 0,-1 1 0,-1 2-323,3-14 1,-2 3 0,-1-3 322,-4 14 0,0-2 0,-2 0 0,0 2 0,0-16 0,-1 3 0,-1-2 0,-3-4 0,-2-2 0,-2 1 0,-2 6 0,-1 0 0,-4 3-57,-7 6 0,-3 1 0,-5 2 57,-2 1 0,-5 1 0,-6 5 0,-11 4 0,-6 5 0,-4 2 26,-5-4 1,-5 2 0,-4 3-27,-7 3 0,-6 3 0,-5 5-63,15 15 0,-5 3 0,-2 2 1,-2 3 62,-11-2 0,-2 2 0,-3 4 0,-2 2-290,15 9 1,-1 2-1,-2 2 1,-2 1 0,-1 2 289,-10 0 0,-3 1 0,-1 2 0,-1 2 0,-1 0 0,14 3 0,-1 2 0,0 0 0,-1 1 0,0 0 0,0 0 0,-3 0 0</inkml:trace>
  <inkml:trace contextRef="#ctx0" brushRef="#br0" timeOffset="5.94">26097 6781 24575,'92'-3'0,"0"0"0,0 0 0,0 0 0,4 1 0,-6 0 0,-6 0 0,6 0 0,-9 1 0,-20 1 0,-2-2 0,-2-1 0,0-1 0,4 0 0,-2-3 0,37-13 0,5 0 0,-4 9 0,-5 2 0,-2 9 0,-9 0 0,-9 0 0,7 0 0,-16 0 0,-2 18 0,6-5 0,-22 25 0,23-15 0,-34 24 0,22-13 0,-31 24 0,22 3 0,-7 11 0,-6 9 0,13 0 0,-15 9-491,-1 11 491,-2 2 0,-18-43 0,-1 0 0,10 52 0,-14-52 0,-1 2 0,0 7 0,-1 1 0,1-7 0,-1 0 0,2 11 0,-1 0 0,1-12 0,0 0 0,-2 12 0,1 0 0,-1-11 0,1 0-527,0 16 0,1 0 527,4-12 0,0 1 0,-3 11 0,-3 1 0,1-8 0,-1 0 0,1 8 0,-1 0 0,1-8 0,2 0 0,2 7 0,2 2 0,-1-1 0,0 2 0,1 0 0,-2 0 0,-2-1 0,-2 0 0,0-1 0,-1-1 0,-4-6 0,0-2 0,0 5 0,0-1 0,1-8 0,-2-1 0,-11 0 0,-3-2 0,3-7 0,-1-1-191,-19 45 191,-4-2 0,14-16 0,-10-2 0,-15-11 0,22-10 460,-31 1-460,13-9 0,-26-12 0,-12-1 0,-11-17 0,-10 25 67,44-34 1,-3-1-68,0 7 0,-2 0 0,-2-7 0,-2-4 0,-7-1 0,-1-2 0,4 0 0,-2-1 0,-7-4 0,-2 0 0,2 0 0,-2 0-732,-7 0 1,-2 0 731,4 0 0,-1 0 0,-11 0 0,-2 0 0,0 0 0,-1 0-903,26-2 0,-1-1 0,-2-1 903,-1-2 0,-2-1 0,-1-1 0,-6 2 0,-3-1 0,1-2 0,0-5 0,0-4 0,-1 3 0,-5 3 0,-1 3 0,0-4 0,3-5 0,0-3 0,0 2 0,-3 4 0,0 2 0,1-2 0,2-4 0,1-2 0,0 2-871,-4 4 0,1 2 1,-1-1 870,3-3 0,0 0 0,0 1 0,-5 1 0,-1 1 0,0 3 0,-2 2 0,-1 2 0,-2 0-754,-4-2 1,-2-1 0,-1 2 753,25 4 0,-1 1 0,0 1 0,0 0 0,2-1 0,1 0 0,0 0 0,-2 1 0,-5-1 0,-2 0 0,0 1 0,0 1 0,5 0 0,0 1 0,1 0 0,-1 1 0,-2-1 0,1 0 0,-1 0 0,0 0 0,-5 0 0,0 0 0,0 0 0,1 0 0,7-1 0,3 1 0,-1 0 0,-2 1 0,-7 0 0,-3 1 0,0 1 0,2 0-420,2-1 0,2 1 0,-1-1 1,0 2 419,-4 0 0,0 1 0,-1 1 0,0-1 0,1 0 0,-1 0 0,0 0 0,-1 0 0,0 2 0,-1 1 0,-1 0 0,0-1 0,-1-2 0,0 0 0,-1 0 0,1 2 0,1 4 0,0 1 0,0 1 0,0-2 0,-1-2 0,0-1 0,-1-1 0,1 3-264,-1 3 1,0 3 0,1-1 0,0 0 263,3-4 0,1-1 0,0 0 0,-2 1 0,-3 3 0,-2 2 0,0-1 0,2-1 0,6-5 0,1-1 0,0 0 0,0 1 0,-6 2 0,0 1 0,0 1 0,0-2 0,2-2 0,0-2 0,0 1 0,-1-1 0,-2 1 0,0 0 0,0-1 0,0 2 0,0 0 0,-1 1 0,1 0 0,1-1 0,1-1 0,1 0 0,0 0 0,0-1 0,2 1 0,0 0 0,0-1 0,2 2-138,5 0 1,1 1 0,0 0 0,-2-1 137,-3 0 0,-3-2 0,1 1 0,2 0 0,7-1 0,2 1 0,0 0 0,-1 0 0,-2 2 0,0 0 0,-1 0 0,0-2 0,1-1 0,-1-2 0,0 0 0,3 1 60,-17 4 0,3 0 1,-3-1-61,17-5 0,-3-2 0,1 0 0,3 1 0,-14 3 0,3 1 0,-2-2 0,-7-3 0,-1-2 0,1 1 0,5 1 0,1 2 0,1-1 218,1-3 1,0 0 0,2 0-219,5 0 0,0 0 0,2 0 0,2 0 0,0 0 0,3 0 454,6-2 1,1-1 0,1-1-455,-1-1 0,0-2 0,2-2 0,-28-8 0,3-6 838,0-5 0,2-5-838,11-5 0,3-5 0,-6-2 0,2-2 0,7 1 0,0 0 0,-8 0 0,0 2 0,8 7 0,-1 2 0,-7-5 0,1 1 0,6 3 0,1 0 0,1-4 0,0-1 876,5 5 1,2 0-877,6-3 0,3-1 0,3 5 0,2-1 0,4-8 0,2-2 881,2 1 0,3-3-881,2-5 0,2-4 0,3 2 0,3-2 0,2-7 0,4-3 0,6-3 0,2-1 0,-1-5 0,3-1 0,6-4 0,2 0 451,-1-4 0,3-1-451,6-1 0,3 1 0,-1-1 0,1 0 0,3 2 0,2 0 0,-2-1 0,2 1 0,5-2 0,6 0 0,5-4 0,6 0-22,11 0 0,4 0 22,2-1 0,4 2 0,4 3 0,2 1 0,-4-1 0,1 3 0,3 7 0,1 1 0,-5-1 0,0 3 98,4 11 0,-1 2-98,-7 1 0,-1 1 0,4 7 0,0 3 531,36-25-531,0-3 0,9 35 0,3-8 0,17 19 17,-46 15 1,2 2-18,5 4 0,2 0 0,12 0 0,1 0 0,0-1 0,1 2 0,8 2 0,2 3-158,3-2 0,2 3 158,5 2 0,0 2 0,-1-1 0,1 0 0,3 0 0,1 0 0,0 0 0,1 0 0,-5 0 0,2 0 0,5-1 0,1 2 0,-8 2 0,0 3 0,0-2 0,-1 3 0,-3 2 0,-3 2-262,-8 0 1,-2-2 261,-3-3 0,-3-1-153,-11 1 0,-2-3 153,-4-3 0,-4 0 0,39 9 1100,-12-6-1100,-36 15 2040,-7-16-2040,-27 7 1738,0-9-1738,-8-9 721,-3-11-721,-9-21 0,0-19 0,-18-3 0,4-7 0,-24 18 0,-3-6 0,-1 15 0,-17-7 0,16 10 0,-15-1 0,6 10 0,9-7 0,-4 15 0,25-6 0,-7 9 0,17 0 0,3-1 0,9 1 0,0 0 0,0 0 0,0-1 0,0 1 0,-9 9 0,7-7 0,-7 7 0,9-10 0,0 37 0,9 0 0,20 42 0,14-6 0,18 18 0,8-7 0,12 6-460,-35-33 0,1-2 460,3 3 0,1-2 0,0-3 0,-1-1-409,42 37 409,7-17 0,-24 1 0,-6-20 0,-28-5 0,-12-25 0,-27 7 0,-94-9 0,2 0 0,-16 0-1277,10 0 1,-9 0-1,-4 0 1277,13-1 0,-4-1 0,-3-1 0,-1 0-915,14-2 0,-2-1 0,-1-1 1,-1 1-1,0 1 915,-2 0 0,1 2 0,-2 0 0,0 1 0,-2-1 0,-7-3 0,-2-1 0,-2 1 0,1 3 0,0 7 0,0 9 0,0 6 0,0 5 0,-1 0 0,0-3 0,-1-4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C19E2A7-2174-452B-9BED-C410D2434D57}" type="datetimeFigureOut">
              <a:rPr lang="en-US"/>
              <a:pPr>
                <a:defRPr/>
              </a:pPr>
              <a:t>1/31/2024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FBF5012-E6F5-495C-A541-6B7E71D3D4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19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168" algn="l" rtl="0" eaLnBrk="0" fontAlgn="base" hangingPunct="0">
      <a:spcBef>
        <a:spcPct val="30000"/>
      </a:spcBef>
      <a:spcAft>
        <a:spcPct val="0"/>
      </a:spcAft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336" algn="l" rtl="0" eaLnBrk="0" fontAlgn="base" hangingPunct="0">
      <a:spcBef>
        <a:spcPct val="30000"/>
      </a:spcBef>
      <a:spcAft>
        <a:spcPct val="0"/>
      </a:spcAft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504" algn="l" rtl="0" eaLnBrk="0" fontAlgn="base" hangingPunct="0">
      <a:spcBef>
        <a:spcPct val="30000"/>
      </a:spcBef>
      <a:spcAft>
        <a:spcPct val="0"/>
      </a:spcAft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672" algn="l" rtl="0" eaLnBrk="0" fontAlgn="base" hangingPunct="0">
      <a:spcBef>
        <a:spcPct val="30000"/>
      </a:spcBef>
      <a:spcAft>
        <a:spcPct val="0"/>
      </a:spcAft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“</a:t>
            </a:r>
            <a:r>
              <a:rPr kumimoji="1"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Operating</a:t>
            </a:r>
            <a:r>
              <a:rPr kumimoji="1" lang="en-US" baseline="0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Systems: Internal and Design Principles</a:t>
            </a: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”, 9/e, by William Stallings, Chapter 3 “</a:t>
            </a:r>
            <a:r>
              <a:rPr kumimoji="1" lang="en-GB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Process</a:t>
            </a:r>
            <a:r>
              <a:rPr kumimoji="1" lang="en-GB" baseline="0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Description and Control</a:t>
            </a: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”.</a:t>
            </a:r>
            <a:endParaRPr lang="en-AU" dirty="0">
              <a:latin typeface="Times New Roman" pitchFamily="-106" charset="0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operating system’s principal responsibility is controlling the execution of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processes;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59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defining the term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, it is useful to summarize some of the concepts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introduced in Chapters 1 and 2 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A computer platform consists of a collection of hardware resources, such 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processor, main memory, I/O modules, timers, disk drives, and so 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Computer applications are developed to perform some task. Typically, they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 input from the outside world, perform some processing, and generate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It is inefficient for applications to be written directly for a given hardware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platform. The principal reasons for this are as follows: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 Numerous applications can be developed for the same platform. Thus, it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 sense to develop common routines for accessing the computer’s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processor itself provides only limited support for multiprogramming.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is needed to manage the sharing of the processor and other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 by multiple applications at the same time.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When multiple applications are active at the same time, it is necessary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 the data, I/O use, and other resource use of each application from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others.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The OS was developed to provide a convenient, feature-rich, secure, and consistent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 for applications to use. The OS is a layer of software between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applications and the computer hardware ( Figure 2.1 ) that supports applications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utilities.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We can think of the OS as providing a uniform, abstract representation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 that can be requested and accessed by applications. Resources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 main memory, network interfaces, file systems, and so on. Once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 has created these resource abstractions for applications to use, it must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manage their use. For example, an OS may permit resource sharing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 protection.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328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 that we have the concepts of applications, system software, and resources,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are in a position to discuss how the OS can, in an orderly fashion,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 of applications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that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Resources are made available to multiple applications.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physical processor is switched among multiple applications so all will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appear to be progressing.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processor and I/O devices can be used efficiently.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approach taken by all modern operating systems is to rely on a model in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the execution of an application corresponds to the existence of one or more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58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Figure 2.8 , the process index register indicates that process B is executing.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 was previously executing but has been temporarily interrupted. 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contents of all the registers at the moment of A’s interruption were recorded in its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 context. Later, the OS can perform a process switch and resume execution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process A. The process switch consists of storing the context of B and restoring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context of A. When the program counter is loaded with a value pointing into A’s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 area, process A will automatically resume execution.</a:t>
            </a:r>
            <a:endParaRPr lang="en-US" dirty="0"/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Figure 2.8 ) or frequently in a separate region of memory.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 index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 contains the index into the process list of the process currently controlling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processor. The program counter points to the next instruction in that process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executed. The base and limit registers define the region in memory occupied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the process: The base register is the starting address of the region of memory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limit is the size of the region (in bytes or words). The program counter and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data references are interpreted relative to the base register and must not exceed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value in the limit register. This prevents </a:t>
            </a:r>
            <a:r>
              <a:rPr lang="en-US" sz="1200" b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interprocess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interference.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2.8 indicates a way in which processes may be managed. Two processes,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and B, exist in portions of main memory. That is, a block of memory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allocated to each process that contains the program, data, and context information.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process is recorded in a process list built and maintained by the OS.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list contains one entry for each process, which includes a pointer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 of the block of memory that contains the process. The entry may also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 part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all of the execution context of the process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remainder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 context is stored elsewhere, perhaps with the process itself (as indicated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1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also think of a process as an entity that consists of a number of elements.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essential elements of a process are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 code (which may be shared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processes that are executing the same program) and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of data associated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that code. Let us suppose that the processor begins to execute this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code, and we refer to this executing entity as a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00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any given point in time,</a:t>
            </a: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the program is executing , this process can be uniquely characterized by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elements, including the following: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Identifier: A unique identifier associated with this process, to distinguish it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all other processes.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State: If the process is currently executing, it is in the running state.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Priority: Priority level relative to other processes.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Program counter: The address of the next instruction in the program to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Memory pointers: Includes pointers to the program code and data associated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this process, plus any memory blocks shared with other processes.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Context data: These are data that are present in registers in the processor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the process is executing.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I/O status information: Includes outstanding I/O requests, I/O devices (e.g.,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drives) assigned to this process, a list of files in use by the process,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Accounting information: May include the amount of processor time and clock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used, time limits, account numbers, and so on.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267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information in the preceding list is stored in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structure,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typically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 a process control block ( Figure 3.1 ), that is created and managed by the OS.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significant point about the process control block is that it contains sufficient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 so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it is possible to interrupt a running process and later resume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 as if the interruption had not occurred. The process control block is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tool that enables the OS to support multiple processes and to provide for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multiprocessing. 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is interrupted, the current values of the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 and the processor registers (context data) are saved in the appropriate fields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corresponding process control block, and the state of the process is changed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some other value, such as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 or ready (described subsequently). The OS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 free to put some other process in the running state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program counter and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 data for this process are loaded into the processor registers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this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 begins to execute.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we can say that a process consists of program code and associated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 a process control block.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 single-processor computer, at any given time, at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one process is executing and that process is in the </a:t>
            </a:r>
            <a:r>
              <a:rPr lang="en-US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state.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15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just discussed, for a program to be executed, a process, or task, is created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program.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processor’s point of view, it executes instructions from its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repertoire in some sequence dictated by the changing values in the program counter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time, the program counter may refer to code in different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part of different processes.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point of view of an individual program,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execution involves a sequence of instructions need as within that program.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characterize the behavior of an individual process by 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isting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 of instructions that execute for that process. Such a listing is referred to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trace of the process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We can characterize behavior of the processor by showing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the traces of the various processes are interleaved.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334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just discussed, for a program to be executed, a process, or task, is created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program.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processor’s point of view, it executes instructions from its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repertoire in some sequence dictated by the changing values in the program counter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time, the program counter may refer to code in different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part of different processes.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point of view of an individual program,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execution involves a sequence of instructions need as within that program.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characterize the behavior of an individual process by 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isting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 of instructions that execute for that process. Such a listing is referred to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trace of the process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We can characterize behavior of the processor by showing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the traces of the various processes are interleaved.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89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us consider a very simple example. Figure 3.2 shows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memory layout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three processes. To simplify the discussion, we assume no use of virtual memory;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 all three processes are represented by programs that are fully loaded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main memory. In addition, there is a small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dispatcher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 that switches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 from one process to another.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86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baseline="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From the point of view of an individual program: its execution involves a sequence of instructions within that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08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operating system’s principal responsibility is controlling the execution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processes; this includes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determining the interleaving pattern for execution and allocating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 to processes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first step in designing an OS to control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to describe the behavior that we would like the processes to exhibit.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construct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simplest possible model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 observing that, at any time,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is either being executed by a processor or not. In this model, a process may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in one of two states: Running or Not Running, as shown in Figure 3.5a 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OS creates a new process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it creates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control block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process and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enters that process into the system in the Not Running state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process exists,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known to the OS, and is waiting for an opportunity to execute. From time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time, the currently running process will be interrupted and the dispatcher portion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OS will select some other process to run. The former process moves from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state to the Not Running state, and one of the other processes moves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Running state.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424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Implementation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this simple model, we can already begin to appreciate some of the design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elements of the OS.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process must be represented in some way so that the OS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keep track of it.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is, there must be some information relating to each process,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including current state and location in memory; this is the process control block.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 that are not running must be kept in some sort of queue,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waiting their turn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execute. Figure 3.5b suggests a structure. There is a single queue in which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 is a pointer to the process control block of a particular process. Alternatively,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queue may consist of a linked list of data blocks, in which each block represents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process; we will explore this latter implementation subsequently.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describe the behavior of the dispatcher in terms of this queuing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diagram.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that is interrupted is transferred to the queue of waiting processes.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Alternatively, if the process has completed or aborted, it is discarded (exits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system). In either case, the dispatcher takes another process from the queue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execute.</a:t>
            </a:r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434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another example,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server process (e.g., print server, file server) may generate a new process for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 that it handles. 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OS creates a process at the explicit request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process, the action is referred to as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spawning 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one process spawns another, the former is referred to as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,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spawned process is referred to as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process 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“related” processes need to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communicate and cooperate w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ith each other.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Achieving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cooperation is a difficult task for the programme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r; this topic is discussed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Chapter 5 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Concurrency: mutual exclusion and synchronization </a:t>
            </a:r>
            <a:endParaRPr lang="en-NZ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502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 new process is to be added to those currently being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managed, the OS builds the data structures that are used to manage the process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allocates address space in main memory to the process.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We describe these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structures in Section 3.3 . These actions constitute the creation of a new process.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Four common events lead to the creation of a process, as indicated in Table 3.1 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batch environment, a process is created in response to the submission of a job.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an interactive environment, a process is created when a new user attempts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 on.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both cases, the OS is responsible for the creation of the new process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 may also create a process on behalf of an application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For example, if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requests that a file be printed, the OS can create a process that will manage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printing. The requesting process can thus proceed independently of the time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required to complete the printing task.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Traditionally, the OS created all processes in a way that was transparent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or application program, and this is still commonly found with many contemporary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operating systems. However, it can be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useful to allow one process to cause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creation of another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For example,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application process may generate another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to receive data that the application is generating and to organize those data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a form suitable for later analysis.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new process runs in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parallel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original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and is activated from time to time when new data are available.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arrangement can be very useful in structuring the application.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741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computer system must provide a means for a process to indicate its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completion. A batch job should include a Halt instruction or an explicit OS service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 for termination. In the former case,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Halt instruction will generate an interrupt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alert the OS that a process has completed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For an interactive application, the action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user will indicate when the process is completed. For example, in a time-sharing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system, the process for a particular user is to be terminated when the user logs off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turns off his or her terminal.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a personal computer or workstation, a user may quit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application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(e.g., word processing or spreadsheet). All of these actions ultimately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 in a service request to the OS to terminate the requesting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682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Additionally, a number of error and fault conditions can lead to the termination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process. Table 3.2 lists some of the more commonly recognized conditions. 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Finally, in some operating systems, a process may be terminated by the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created it or when the parent process is itself terminated.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14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just discussed, for a program to be executed, a process, or task, is created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program.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processor’s point of view, it executes instructions from its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repertoire in some sequence dictated by the changing values in the program counter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time, the program counter may refer to code in different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part of different processes.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point of view of an individual program,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execution involves a sequence of instructions need as within that program.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characterize the behavior of an individual process by 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isting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 of instructions that execute for that process. Such a listing is referred to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trace of the process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We can characterize behavior of the processor by showing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the traces of the various processes are interleaved.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3737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five states in this new diagram are: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Running: The process that is currently being executed. For this chapter, we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assume a computer with a single processor, so at most one process at a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can be in this state.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Ready: A process that is prepared to execute when given the opportunity.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Blocked/Waiting:  A process that cannot execute until some event occurs,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as the completion of an I/O operation.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New: A process that has just been created but has not yet been admitted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 of executable processes by the OS.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Typically, a new process has not yet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been loaded into main memory, although its process control block has been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Exit: A process that has been released from the pool of executable processes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the OS,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either because it halted or because it aborted for some reason.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all processes were always ready to execute, then the queuing discipline suggested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Figure 3.5b would be effective. The queue is a first-in-first-out list and the processor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operates in round-robin fashion on the available processes (each process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queue is given a certain amount of time, in turn, to execute and then returned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queue, unless blocked). However, even with the simple example that we have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described, this implementation is inadequate: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processes in the Not Running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are ready to execute, while others are blocked, waiting for an I/O operation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complete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Thus,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a single queue, the dispatcher could not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 select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at the oldest end of the queue. Rather, the dispatcher would have to scan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list looking for the process that is not blocked and that has been in the queue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longest.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3.6 indicates the types of events that lead to each state transition for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process; the possible transitions are as follows: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Null : New: A new process is created to execute a program. This event occurs for any of the reasons listed in Table 3.1 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New : Ready: The OS will move a process from the New state to the Ready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it is prepared to take on an additional process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Most systems set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limit based on the number of existing processes or the amount of virtual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committed to existing processes. This limit assures that there are not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many active processes as to degrade performance.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Ready : Running: When it is time to select a process to run, the OS chooses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of the processes in the Ready state. This is the job of the scheduler or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dispatcher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Scheduling is explored in Part Four.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Running : Ready: The most common reason for this transition is that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process has reached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maximum allowable time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uninterrupted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execution; virtually all multiprogramming operating systems impose this type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time discipline. There are several other alternative causes for this transition,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are not implemented in all operating systems. Of particular importance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case in which the OS assigns different levels of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different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: Blocked: A process is put in the Blocked state if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requests something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which it must wait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 request to the OS is usually in the form of a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service call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that is, a call from the running program to a procedure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 part of the operating system code. For example, a process may request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service from the OS that the OS is not prepared to perform immediately. It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request a resource, such as a file or a shared section of virtual memory,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 not immediately available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Or the process may initiate an action, such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I/O operation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that must be completed before the process can continue.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processes communicate with each other, a process may be blocked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it is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waiting for another process to provide data or waiting for a message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another process.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Blocked : Ready: A process in the Blocked state is moved to the Ready state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event for which it has been waiting occurs.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Ready : Exit: For clarity, this transition is not shown on the state diagram.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systems, a parent may terminate a child’ process at any time. Also, if a parent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terminates, all child processes associated with that parent may be terminated.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Blocked : Exit: The comments under the preceding item apply.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Running : Exit: The currently running process is terminated by the OS if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indicates that it has completed, or if it aborts. See Table 3.2 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1198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Returning to our simple example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Figure 3.7 shows the transition of each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among the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750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 that the reason for all of this elaborate machinery is that I/O activities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much slower than computation and therefore the processor in a uniprogramming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is idle most of the time. But the arrangement of Figure 3.8b does not entirely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solve the problem. It is true that, in this case, memory holds multiple processes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processor can move to another process when one process is blocked. But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 is so much faster than I/O that it will be common for all of the processes in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to be waiting for I/O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Thus, even with multiprogramming, a processor could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idle most of the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to do?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 memory could be expanded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accommodate more processes.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there are two flaws in this approach. First, there is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cost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 memory, which, though small on a per-byte basis, begins to add up as we get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the gigabytes of storage. Second, the appetite of programs for memory has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grown as fast as the cost of memory has dropped.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larger memory results in larger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processes, not more processes.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solution is swapping, which involves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 part or all of a process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main memory to disk.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When none of the processes in main memory is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 state, the OS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swaps one of the blocked processes out on to disk into a suspend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This is a queue of existing processes that have been temporarily kicked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 of main memory, or suspended. The OS then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brings in another process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 queue,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it honors a new-process request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Execution then continues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newly arrived process.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Swapping, however, is an I/O operation,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therefore there is the potential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making the problem worse, not better. But because disk I/O is generally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fastest I/O on a system (e.g., compared to tape or printer I/O), swapping will usually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98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use of swapping as just described, one other state must be added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process behavior model ( Figure 3.9a ):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Suspend state. When all of the processes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main memory are in the Blocked state, the OS can suspend one process by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putting it in the Suspend state and transferring it to disk.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space that is freed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 memory can then be used to bring in another process.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OS has performed a swapping-out operation, it has two choices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selecting a process to bring into main memory: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can admit a newly created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can bring in a previously suspended process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It would appear that the preference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should be to bring in a previously suspended process, to provide it with service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rather than increasing the total load on the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this line of reasoning presents a difficulty. All of the processes that have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been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suspended were in the Blocked state at the time of suspension.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clearly would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do any good to bring a blocked process back into main memory, because it is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still not ready for execution.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Recognize, however, that each process in the Suspend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was originally blocked on a particular event.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that event occurs, the process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not blocked and is potentially available for execution.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Therefore, we need to rethink this aspect of the design. There are two independent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concepts here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whether a process is waiting on an event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(blocked or not)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whether a process has been swapped out of main memory (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suspended or not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accommodate this 2 X 2 combination, we need four states: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Ready:  The process is in main memory and available for execution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Blocked:  The process is in main memory and awaiting an event.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• Blocked/Suspend: The process is in secondary memory and awaiting an event.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• Ready/Suspend: The process is in secondary memory but is available for execution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soon as it is loaded into main memory.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looking at a state transition diagram that encompasses the two new suspend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states, one other point should be mentioned.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discussion so far has assumed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virtual memory is not in use and that a process is either all in main memory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all out of main memory.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With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 memory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possible to execute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that is only partially in main memory.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reference is made to a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 that is not in main memory, then the appropriate portion of the process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brought in. The use of virtual memory would appear to eliminate the need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 swapping, because any desired address in any desired process can be moved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or out of main memory by the memory management hardware of the processor.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as we shall see in Chapter 8, the performance of a virtual memory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collapse if there is a sufficiently large number of active processes, all of which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partially in main memory. Therefore,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in a virtual memory system, the OS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need to swap out processes explicitly and completely from time to time in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interests of performance.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98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us look now, in Figure 3.9b , at the state transition model that we have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developed. (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dashed lines in the figure indicate possible but not necessary transitions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.)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Important new transitions are the following: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Blocked : Blocked/Suspend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If there are no ready processes, then at least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blocked process is swapped out to make room for another process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not blocked. This transition can be made even if there are ready processes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available, if the OS determines that the currently running process or a ready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that it would like to dispatch requires more main memory to maintain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adequate performance.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Blocked/Suspend : Ready/Suspend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process in the Blocked/Suspend state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moved to the Ready/Suspend state when the event for which it has been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waiting occurs. Note that this requires that the state information concerning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suspended processes must be accessible to the OS.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Ready/Suspend : Ready: When there are no ready processes in main memory,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OS will need to bring one in to continue execution. In addition, it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might be the case that a process in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Ready/Suspend state has higher priority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 any of the processes in the Ready state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 that case, the OS designer may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dictate that it is more important to get at the higher-priority process than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minimize swapping.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 : Ready/Suspend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Normally, the OS would prefer to suspend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 process rather than a ready one, because the ready process can now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executed, whereas the blocked process is taking up main memory space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cannot be executed. However,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may be necessary to suspend a ready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if that is the only way to free up a sufficiently large block of main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the OS may choose to suspend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lower–priority ready process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rather than a higher–priority blocked process if it believes that the blocked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will be ready soon.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Several other transitions that are worth considering are the following: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- Ready/Suspend and New - Ready: 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 new process is created,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either be added to the Ready queue or the Ready/Suspend queue. In either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case,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 must create a process control block and allocate an address space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process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It might be preferable for the OS to perform these housekeeping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duties at an early time, so that it can maintain a large pool of processes that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blocked. With this strategy, there would often be insufficient room in main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for a new process; hence the use of the (New - Ready/Suspend)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transition. On the other hand, we could argue that a just-in-time philosophy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creating processes as late as possible reduces OS overhead and allows that OS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perform the process creation duties at a time when the system is clogged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 processes anyway.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Blocked/Suspend - Blocked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Inclusion of this transition may seem to be poor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design. After all, if a process is not ready to execute and is not already in main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memory, what is the point of bringing it in? But consider the following scenario: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terminates, freeing up some main memory. There is a process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Blocked/Suspend) queue with a higher priority than any of the processes in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(Ready/Suspend) queue and the OS has reason to believe that the blocking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 for that process will occur soon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Under these circumstances, it would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seem reasonable to bring a blocked process into main memory in preference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 ready process.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- Ready/Suspend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Normally, a running process is moved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 state when its time allocation expires. If, however, the OS is preempting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a higher-priority process on the Blocked/Suspend queue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just become unblocked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 OS could move the running process directly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(Ready/Suspend) queue and free some main memory.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• Any State - Exit: Typically, a process terminates while it is running, either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it has completed or because of some fatal fault condition. However,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operating systems, a process may be terminated by the process that created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or when the parent process is itself terminated. If this is allowed, then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in any state can be moved to the Exit state.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7148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generalize the concept of a suspended process. Let us define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suspended process as having the following characteristics: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The process is not immediately available for execution.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The process may or may not be waiting on an event. If it is,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blocked condition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independent of the suspend condition,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occurrence of the blocking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 does not enable the process to be executed immediately.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 was placed in a suspended state by an agent: either itself, a parent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process, or the OS, for the purpose of preventing its execution.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The process may not be removed from this state until the agent explicitly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 the removal.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433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3.3 lists some reasons for the suspension of a process. One reason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have discussed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to provide memory space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either to bring in a Ready/Suspended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or to increase the memory allocated to other Ready processes. The OS may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other motivations for suspending a process. For example,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auditing or tracing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may be employed to monitor activity on the system;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process may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used to record the level of utilization of various resources (processor, memory,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channels) and the rate of progress of the user processes in the system. The OS,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operator control,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turn this process on and off from time to time. 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OS detects or suspects a problem, it may suspend a process. One example of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deadlock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is discussed in Chapter 6 . As another example, a problem is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detected on a communications line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 operator has the OS suspend the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 using the line while some tests are run.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set of reasons concerns the actions of an interactive user. For example,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user suspects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bug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program, he or she may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debug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program by suspending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execution, examining and modifying the program or data, and resuming execution.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there may be a background process that is collecting trace or accounting statistics,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the user may wish to be able to turn on and off.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Timing considerations may also lead to a swapping decision. For example, if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is to be activated periodically but is idle most of the time, then it should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swapped out between uses.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 that monitors utilization or user activit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Finally, a parent process may wish to suspend a descendent process. For example,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may spawn process B to perform a file read.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Subsequently, process 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encounters an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file read procedure and reports this to process A.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suspends process B to investigate the cause.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all of these cases, the activation of a suspended process is requested by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agent that initially requested the suspension.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835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third major category of information in the process control block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called, for want of a better name,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control information . This is the additional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 needed by the OS to control and coordinate the various active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processes. The last part of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3.5 indicates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scope of this information.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examine the details of operating system functionality in succeeding chapters,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need for the various items on this list should become clear.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3923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 is to manage processes and resources, it must have information about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current status of each process and resource.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universal approach to providing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information is straightforward: The OS constructs and maintains tables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 about each entity that it is managing. A general idea of the scope of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effort is indicated in Figure 3.11 , which shows four different types of tables maintained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the OS: memory, I/O, file, and process. Although the details will differ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one OS to another,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fundamentally, all operating systems maintain information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these four categories.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0667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3.13 suggests the structure of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images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virtual memory.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image consists of a process control block, a user stack, the private address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of the process, and any other address space that the process shares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processes. In the figure, each process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appears as a contiguous range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addresses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 an actual implementation, this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not be the case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it will depend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the memory management scheme and the way in which control structures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organized by the OS.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7803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indicated in Table 3.5 , the process control block may contain structuring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information, including pointers that allow the linking of process control blocks.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queues (slide 22) 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hat were described in the preceding section could be implemented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linked lists of process control blocks. For example, the queuing structure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Figure 3.8a could be implemented as suggested in Figure 3.14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7187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just discussed, for a program to be executed, a process, or task, is created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program.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processor’s point of view, it executes instructions from its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repertoire in some sequence dictated by the changing values in the program counter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time, the program counter may refer to code in different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part of different processes.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point of view of an individual program,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execution involves a sequence of instructions need as within that program.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characterize the behavior of an individual process by 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isting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 of instructions that execute for that process. Such a listing is referred to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trace of the process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We can characterize behavior of the processor by showing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the traces of the various processes are interleaved.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100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 control block is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important data structure in an OS. Each process control block contains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information about a process that is needed by the OS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blocks are read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and/or modified by virtually every module in the OS, including those involved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scheduling, resource allocation, interrupt processing, and performance monitoring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analysis.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can say that the set of process control blocks defines the state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brings up an important design issue. A number of routines within the OS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need access to information in process control blocks. The provision of direct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to these tables is not difficult. Each process is equipped with a unique ID,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can be used as an index into a table of pointers to the process control blocks.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difficulty is not access but rather protection. Two problems present themselves: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 bug in a single routine,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as an interrupt handler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could damage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 blocks, which could destroy the system’s ability to manage the affected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 design change in the structure or semantics of the process control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 affect a number of modules in the OS.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problems can be addressed by requiring all routines in the OS to go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 a handler routine, the only job of which is to protect process control blocks,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which is the sole arbiter for reading and writing these blocks. The trade-off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 of such a routine involves performance issues and the degree to which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remainder of the system software can be trusted to be correct.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36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continuing with our discussion of the way in which the OS manages processes,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need to distinguish between the mode of processor execution normally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 with the OS and that normally associated with user programs.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processors support at least two modes of execution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Certain instructions can only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executed in the more-privileged mode. These would include reading or altering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control register, such as the program status word; primitive I/O instructions;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instructions that relate to memory management. In addition, certain regions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can only be accessed in the more-privileged mode.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less-privileged mode is often referred to as the user mode , because user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programs typically would execute in this mode. The more-privileged mode is referred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as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mode , control mode , or kernel mode 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last term refers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 of the OS, which is that portion of the OS that encompasses the important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functions.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7821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3.7 lists the functions typically found in the kernel of an 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02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 the OS decides, for whatever reason ( Table 3.1 ), to create a new process,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can proceed as follows: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Assign a unique process identifier to the new process. At this time, a new entry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added to the primary process table, which contains one entry per process.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Allocate space for the process. This includes all elements of the process image.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 must know how much space is needed for the private user address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(programs and data) and the user stack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These values can be assigned by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default based on the type of process, or they can be set based on user request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job creation time. If a process is spawned by another process, the parent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can pass the needed values to the OS as part of the process-creation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any existing address space is to be shared by this new process,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appropriate linkages must be set up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Finally, space for a process control block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be allocated.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Initialize the process control block. The process identification portion contains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ID of this process plus other appropriate IDs, such as that of the parent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processor state information portion will typically be initialized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most entries zero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 for the program counter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(set to the program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 point) and system stack pointers (set to define the process stack boundaries).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 control information portion is initialized based on standard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default values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 attributes that have been requested for this process. For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 state would typically be initialized to Ready or Ready/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priority may be set by default to the lowest priority unless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 request is made for a higher priority.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Initially, the process may own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resources (I/O devices, files)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unless there is an explicit request for these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unless they are inherited from the parent.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Set the appropriate linkages. For example, if the OS maintains each scheduling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 as a linked list, then the new process must be put in the Ready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Ready/Suspend list.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Create or expand other data structures. For example, the OS may maintain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accounting file on each process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used subsequently for billing and/or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assessment purposes.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3174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switch may occur any time that the OS has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gained control from the currently running process. Table 3.8 suggests the possible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events that may give control to the OS.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84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let us consider system interrupts. Actually, we can distinguish, as many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 do, two kinds of system interrupts, one of which is simply referred to as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interrupt, and the other as a trap. The former is due to some sort of event that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to and independent of the currently running process, such as the completion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an I/O operation. The latter relates to an error or exception condition generated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the currently running process, such as an illegal file access attempt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With an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ordinary interrupt , control is first transferred to an interrupt handler, which does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basic housekeeping and then branches to an OS routine that is concerned with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particular type of interrupt that has occurred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Examples include the following: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Clock interrupt: The OS determines whether the currently running process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been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executing for the maximum allowable unit of time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referred to as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slice . That is, a time slice is the maximum amount of time that a process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execute before being interrupted. If so, this process must be switched to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 state and another process dispatched.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I/O interrupt: The OS determines what I/O action has occurred. If the I/O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 constitutes an event for which one or more processes are waiting,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the OS moves all of the corresponding blocked processes to the Ready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(and Blocked/Suspend processes to the Ready/Suspend state). The OS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then decide whether to resume execution of the process currently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Running state or to preempt that process for a higher-priority Ready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Memory fault: The processor encounters a virtual memory address reference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 word t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hat is not in main memory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OS must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 in the block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(page or segment) of memory containing the reference from secondary memory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main memory.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After the I/O request is issued to bring in the block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memory, the process with the memory fault is placed in a blocked state;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 then performs a process switch to resume execution of another process.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the desired block is brought into memory, that process is placed in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 state.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 trap , the OS determines if the error or exception condition is fatal.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so, then the currently running process is moved to the Exit state and a process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 occurs. If not, then the action of the OS will depend on the nature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error and the design of the OS. It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attempt some recovery procedure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simply notify the user. It may do a process switch or resume the currently running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8448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Chapter 1 , we discussed the inclusion of an interrupt stage 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 of the instruction cycle. Recall that, in the interrupt stage, the processor checks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see if any interrupts are pending, indicated by the presence of an interrupt signal.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no interrupts are pending, the processor proceeds to the fetch stage and fetches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next instruction of the current program in the current process.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an interrupt is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pending, the processor does the following: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It sets the program counter to the starting address of an interrupt handler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It switches from user mode to kernel mode so that the interrupt processing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may include privileged instructions.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 now proceeds to the fetch stage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fetches the first instruction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interrupt handler program, which will service the interrupt. At this point, typically,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context of the process that has been interrupted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saved into that process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 block of the interrupted program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question that may now occur to you is, What constitutes the context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saved? The answer is that it must include any information that may be altered by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execution of the interrupt handler and that will be needed to resume the program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was interrupted. Thus, the portion of the process control block that was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referred to as processor state information must be saved. This includes the program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counter, other processor registers, and stack information.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 anything else need to be done? That depends on what happens next.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interrupt handler is typically a short program that performs a few basic tasks related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an interrupt. For example, it resets the flag or indicator that signals the presence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an interrupt. It may send an acknowledgment to the entity that issued the interrupt,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as an I/O module. And it may do some basic housekeeping relating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effects of the event that caused the interrupt. For example, if the interrupt relates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an I/O event, the interrupt handler will check for an error condition. If an error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occurred, the interrupt handler may send a signal to the process that originally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requested the I/O operation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If the interrupt is by the clock, then the handler will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 control over to the dispatcher, which will want to pass control to another process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the time slice allotted to the currently running process has expired.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about the other information in the process control block? If this interrupt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to be followed by a switch to another process, then some work will need to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done. However, in most operating systems, the occurrence of an interrupt does not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necessarily mean a process switch. It is possible that, after the interrupt handler has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executed, the currently running process will resume execution. In that case, all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necessary is to save the processor state information when the interrupt occurs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restore that information when control is returned to the program that was running.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Typically, the saving and restoring functions are performed in hardware.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9765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clear, then, that the mode switch is a concept distinct from that of the process switch. </a:t>
            </a:r>
            <a:r>
              <a:rPr lang="en-US" sz="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mode switch may occur without changing the state of the process that is currently in the Running state. In that case,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context saving and subsequent restoral involve little overhead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if the currently running process is to be moved to another state (Ready, Blocked, etc.),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the OS must make substantial changes in its environment. The steps involved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full process switch are as follows: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Save the context of the processor, including program counter and other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Update the process control block of the process that is currently in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state. This includes changing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of the process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one of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states (Ready; Blocked; Ready/Suspend; or Exit). Other relevant fields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also be updated, including the reason for leaving the Running state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accounting information.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Move the process control block of this process to the appropriate queue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(Ready; Blocked on Event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; Ready/Suspend).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Select another process for execution; this topic is explored in Part Four.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Update the process control block of the process selected. This includes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state of this process to Runni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ng.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6. Update memory management data structures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This may be required, depending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how address translation is managed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this topic is explored in Part Three.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7. Restore the context of the processor to that which existed at the time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 process was last switched out of the Running state, by loading in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previous values of the program counter and other registers.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the process switch, which involves a state change, requires more effort than a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 switch.</a:t>
            </a:r>
            <a:endParaRPr lang="en-NZ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132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just discussed, for a program to be executed, a process, or task, is created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program.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processor’s point of view, it executes instructions from its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repertoire in some sequence dictated by the changing values in the program counter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register.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time, the program counter may refer to code in different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part of different processes.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point of view of an individual program,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execution involves a sequence of instructions need as within that program.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characterize the behavior of an individual process by 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isting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 of instructions that execute for that process. Such a listing is referred to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trace of the process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We can characterize behavior of the processor by showing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the traces of the various processes are interleaved.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3974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</a:t>
            </a:r>
            <a:r>
              <a:rPr lang="en-US"/>
              <a:t>3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2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9882" y="2236455"/>
            <a:ext cx="10878661" cy="15431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9764" y="4079611"/>
            <a:ext cx="8958898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9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9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9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9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9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9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9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07387-0957-7347-B399-B33F38AE960C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8EC8E-1171-46D3-BB9C-E76E2EDA8E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B7A9B-C338-F845-AB4B-7938CC3D4652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18911-2E00-4AF1-A4F5-64BB56B771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987" y="4626227"/>
            <a:ext cx="10878661" cy="1429864"/>
          </a:xfrm>
        </p:spPr>
        <p:txBody>
          <a:bodyPr anchor="t"/>
          <a:lstStyle>
            <a:lvl1pPr algn="l">
              <a:defRPr sz="41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0987" y="3051378"/>
            <a:ext cx="10878661" cy="1574849"/>
          </a:xfrm>
        </p:spPr>
        <p:txBody>
          <a:bodyPr anchor="b"/>
          <a:lstStyle>
            <a:lvl1pPr marL="0" indent="0">
              <a:buNone/>
              <a:defRPr sz="2099">
                <a:solidFill>
                  <a:schemeClr val="tx1">
                    <a:tint val="75000"/>
                  </a:schemeClr>
                </a:solidFill>
              </a:defRPr>
            </a:lvl1pPr>
            <a:lvl2pPr marL="479935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69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805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73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7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608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54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478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1013F-EA10-AD41-BA10-AD4128D63B5E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35068-BD0A-4769-B0ED-BC9178C28D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921" y="1679841"/>
            <a:ext cx="5652638" cy="4751214"/>
          </a:xfrm>
        </p:spPr>
        <p:txBody>
          <a:bodyPr/>
          <a:lstStyle>
            <a:lvl1pPr>
              <a:defRPr sz="2939"/>
            </a:lvl1pPr>
            <a:lvl2pPr>
              <a:defRPr sz="2519"/>
            </a:lvl2pPr>
            <a:lvl3pPr>
              <a:defRPr sz="209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5867" y="1679841"/>
            <a:ext cx="5652638" cy="4751214"/>
          </a:xfrm>
        </p:spPr>
        <p:txBody>
          <a:bodyPr/>
          <a:lstStyle>
            <a:lvl1pPr>
              <a:defRPr sz="2939"/>
            </a:lvl1pPr>
            <a:lvl2pPr>
              <a:defRPr sz="2519"/>
            </a:lvl2pPr>
            <a:lvl3pPr>
              <a:defRPr sz="209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E8DD5-D188-A643-B5CF-33CC25CA25BA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2D202-9CB7-4AA3-8392-91713E932C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923" y="1611513"/>
            <a:ext cx="5654860" cy="671602"/>
          </a:xfrm>
        </p:spPr>
        <p:txBody>
          <a:bodyPr anchor="b"/>
          <a:lstStyle>
            <a:lvl1pPr marL="0" indent="0">
              <a:buNone/>
              <a:defRPr sz="2519" b="1"/>
            </a:lvl1pPr>
            <a:lvl2pPr marL="479935" indent="0">
              <a:buNone/>
              <a:defRPr sz="2099" b="1"/>
            </a:lvl2pPr>
            <a:lvl3pPr marL="959869" indent="0">
              <a:buNone/>
              <a:defRPr sz="1889" b="1"/>
            </a:lvl3pPr>
            <a:lvl4pPr marL="1439805" indent="0">
              <a:buNone/>
              <a:defRPr sz="1680" b="1"/>
            </a:lvl4pPr>
            <a:lvl5pPr marL="1919739" indent="0">
              <a:buNone/>
              <a:defRPr sz="1680" b="1"/>
            </a:lvl5pPr>
            <a:lvl6pPr marL="2399674" indent="0">
              <a:buNone/>
              <a:defRPr sz="1680" b="1"/>
            </a:lvl6pPr>
            <a:lvl7pPr marL="2879608" indent="0">
              <a:buNone/>
              <a:defRPr sz="1680" b="1"/>
            </a:lvl7pPr>
            <a:lvl8pPr marL="3359543" indent="0">
              <a:buNone/>
              <a:defRPr sz="1680" b="1"/>
            </a:lvl8pPr>
            <a:lvl9pPr marL="383947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9923" y="2283115"/>
            <a:ext cx="5654860" cy="4147938"/>
          </a:xfrm>
        </p:spPr>
        <p:txBody>
          <a:bodyPr/>
          <a:lstStyle>
            <a:lvl1pPr>
              <a:defRPr sz="2519"/>
            </a:lvl1pPr>
            <a:lvl2pPr>
              <a:defRPr sz="2099"/>
            </a:lvl2pPr>
            <a:lvl3pPr>
              <a:defRPr sz="1889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1425" y="1611513"/>
            <a:ext cx="5657081" cy="671602"/>
          </a:xfrm>
        </p:spPr>
        <p:txBody>
          <a:bodyPr anchor="b"/>
          <a:lstStyle>
            <a:lvl1pPr marL="0" indent="0">
              <a:buNone/>
              <a:defRPr sz="2519" b="1"/>
            </a:lvl1pPr>
            <a:lvl2pPr marL="479935" indent="0">
              <a:buNone/>
              <a:defRPr sz="2099" b="1"/>
            </a:lvl2pPr>
            <a:lvl3pPr marL="959869" indent="0">
              <a:buNone/>
              <a:defRPr sz="1889" b="1"/>
            </a:lvl3pPr>
            <a:lvl4pPr marL="1439805" indent="0">
              <a:buNone/>
              <a:defRPr sz="1680" b="1"/>
            </a:lvl4pPr>
            <a:lvl5pPr marL="1919739" indent="0">
              <a:buNone/>
              <a:defRPr sz="1680" b="1"/>
            </a:lvl5pPr>
            <a:lvl6pPr marL="2399674" indent="0">
              <a:buNone/>
              <a:defRPr sz="1680" b="1"/>
            </a:lvl6pPr>
            <a:lvl7pPr marL="2879608" indent="0">
              <a:buNone/>
              <a:defRPr sz="1680" b="1"/>
            </a:lvl7pPr>
            <a:lvl8pPr marL="3359543" indent="0">
              <a:buNone/>
              <a:defRPr sz="1680" b="1"/>
            </a:lvl8pPr>
            <a:lvl9pPr marL="383947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1425" y="2283115"/>
            <a:ext cx="5657081" cy="4147938"/>
          </a:xfrm>
        </p:spPr>
        <p:txBody>
          <a:bodyPr/>
          <a:lstStyle>
            <a:lvl1pPr>
              <a:defRPr sz="2519"/>
            </a:lvl1pPr>
            <a:lvl2pPr>
              <a:defRPr sz="2099"/>
            </a:lvl2pPr>
            <a:lvl3pPr>
              <a:defRPr sz="1889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02BD5-6A5C-F641-AB68-8798E06261C7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BEC64-3B96-40E2-BB51-2BFA4C7324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DB7A2-28F5-3346-8041-01E14120BE5B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A33BB-380D-4808-B45C-DF9583064D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B56C5-44BF-9C4A-ADCA-78D5C19BC311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C68AA-9F9C-4D36-A856-C77A640380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24" y="286639"/>
            <a:ext cx="4210593" cy="1219884"/>
          </a:xfrm>
        </p:spPr>
        <p:txBody>
          <a:bodyPr anchor="b"/>
          <a:lstStyle>
            <a:lvl1pPr algn="l">
              <a:defRPr sz="20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3828" y="286641"/>
            <a:ext cx="7154676" cy="6144414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19"/>
            </a:lvl3pPr>
            <a:lvl4pPr>
              <a:defRPr sz="2099"/>
            </a:lvl4pPr>
            <a:lvl5pPr>
              <a:defRPr sz="2099"/>
            </a:lvl5pPr>
            <a:lvl6pPr>
              <a:defRPr sz="2099"/>
            </a:lvl6pPr>
            <a:lvl7pPr>
              <a:defRPr sz="2099"/>
            </a:lvl7pPr>
            <a:lvl8pPr>
              <a:defRPr sz="2099"/>
            </a:lvl8pPr>
            <a:lvl9pPr>
              <a:defRPr sz="20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24" y="1506525"/>
            <a:ext cx="4210593" cy="4924531"/>
          </a:xfrm>
        </p:spPr>
        <p:txBody>
          <a:bodyPr/>
          <a:lstStyle>
            <a:lvl1pPr marL="0" indent="0">
              <a:buNone/>
              <a:defRPr sz="1470"/>
            </a:lvl1pPr>
            <a:lvl2pPr marL="479935" indent="0">
              <a:buNone/>
              <a:defRPr sz="1259"/>
            </a:lvl2pPr>
            <a:lvl3pPr marL="959869" indent="0">
              <a:buNone/>
              <a:defRPr sz="1050"/>
            </a:lvl3pPr>
            <a:lvl4pPr marL="1439805" indent="0">
              <a:buNone/>
              <a:defRPr sz="945"/>
            </a:lvl4pPr>
            <a:lvl5pPr marL="1919739" indent="0">
              <a:buNone/>
              <a:defRPr sz="945"/>
            </a:lvl5pPr>
            <a:lvl6pPr marL="2399674" indent="0">
              <a:buNone/>
              <a:defRPr sz="945"/>
            </a:lvl6pPr>
            <a:lvl7pPr marL="2879608" indent="0">
              <a:buNone/>
              <a:defRPr sz="945"/>
            </a:lvl7pPr>
            <a:lvl8pPr marL="3359543" indent="0">
              <a:buNone/>
              <a:defRPr sz="945"/>
            </a:lvl8pPr>
            <a:lvl9pPr marL="3839478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D9B8A-0AC1-A942-B607-D508CCF788EA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4CD6E-A0B3-4429-9019-071CBE34D6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581" y="5039519"/>
            <a:ext cx="7679055" cy="594944"/>
          </a:xfrm>
        </p:spPr>
        <p:txBody>
          <a:bodyPr anchor="b"/>
          <a:lstStyle>
            <a:lvl1pPr algn="l">
              <a:defRPr sz="20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8581" y="643272"/>
            <a:ext cx="7679055" cy="4319588"/>
          </a:xfrm>
        </p:spPr>
        <p:txBody>
          <a:bodyPr rtlCol="0">
            <a:normAutofit/>
          </a:bodyPr>
          <a:lstStyle>
            <a:lvl1pPr marL="0" indent="0">
              <a:buNone/>
              <a:defRPr sz="3359"/>
            </a:lvl1pPr>
            <a:lvl2pPr marL="479935" indent="0">
              <a:buNone/>
              <a:defRPr sz="2939"/>
            </a:lvl2pPr>
            <a:lvl3pPr marL="959869" indent="0">
              <a:buNone/>
              <a:defRPr sz="2519"/>
            </a:lvl3pPr>
            <a:lvl4pPr marL="1439805" indent="0">
              <a:buNone/>
              <a:defRPr sz="2099"/>
            </a:lvl4pPr>
            <a:lvl5pPr marL="1919739" indent="0">
              <a:buNone/>
              <a:defRPr sz="2099"/>
            </a:lvl5pPr>
            <a:lvl6pPr marL="2399674" indent="0">
              <a:buNone/>
              <a:defRPr sz="2099"/>
            </a:lvl6pPr>
            <a:lvl7pPr marL="2879608" indent="0">
              <a:buNone/>
              <a:defRPr sz="2099"/>
            </a:lvl7pPr>
            <a:lvl8pPr marL="3359543" indent="0">
              <a:buNone/>
              <a:defRPr sz="2099"/>
            </a:lvl8pPr>
            <a:lvl9pPr marL="3839478" indent="0">
              <a:buNone/>
              <a:defRPr sz="2099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8581" y="5634464"/>
            <a:ext cx="7679055" cy="844919"/>
          </a:xfrm>
        </p:spPr>
        <p:txBody>
          <a:bodyPr/>
          <a:lstStyle>
            <a:lvl1pPr marL="0" indent="0">
              <a:buNone/>
              <a:defRPr sz="1470"/>
            </a:lvl1pPr>
            <a:lvl2pPr marL="479935" indent="0">
              <a:buNone/>
              <a:defRPr sz="1259"/>
            </a:lvl2pPr>
            <a:lvl3pPr marL="959869" indent="0">
              <a:buNone/>
              <a:defRPr sz="1050"/>
            </a:lvl3pPr>
            <a:lvl4pPr marL="1439805" indent="0">
              <a:buNone/>
              <a:defRPr sz="945"/>
            </a:lvl4pPr>
            <a:lvl5pPr marL="1919739" indent="0">
              <a:buNone/>
              <a:defRPr sz="945"/>
            </a:lvl5pPr>
            <a:lvl6pPr marL="2399674" indent="0">
              <a:buNone/>
              <a:defRPr sz="945"/>
            </a:lvl6pPr>
            <a:lvl7pPr marL="2879608" indent="0">
              <a:buNone/>
              <a:defRPr sz="945"/>
            </a:lvl7pPr>
            <a:lvl8pPr marL="3359543" indent="0">
              <a:buNone/>
              <a:defRPr sz="945"/>
            </a:lvl8pPr>
            <a:lvl9pPr marL="3839478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69C09-4C2E-FC4C-A333-02610641EEC3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93133-C805-422B-9705-D56F310862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4721B-8A5A-784D-A05A-B3B3DBE1B80D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09671-C39D-4B40-9BE0-D936833A2F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8858" y="288309"/>
            <a:ext cx="2879645" cy="6142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1" y="288309"/>
            <a:ext cx="8425630" cy="61427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54EAA-41B9-2C41-9CF3-776198A24123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07808-BABC-4730-BF31-D5862FFC7F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/>
          <p:nvPr/>
        </p:nvSpPr>
        <p:spPr>
          <a:xfrm>
            <a:off x="477404" y="975145"/>
            <a:ext cx="11802992" cy="1858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9753" y="1016375"/>
            <a:ext cx="10916434" cy="1298700"/>
          </a:xfrm>
        </p:spPr>
        <p:txBody>
          <a:bodyPr anchor="b" anchorCtr="0"/>
          <a:lstStyle>
            <a:lvl1pPr algn="r">
              <a:lnSpc>
                <a:spcPts val="5249"/>
              </a:lnSpc>
              <a:defRPr sz="4829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9753" y="2319780"/>
            <a:ext cx="10916434" cy="489365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1pPr>
            <a:lvl2pPr marL="479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9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9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9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9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9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9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FA7F0B-F8AC-A74D-9E1B-19A924C700A0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25927" y="6816019"/>
            <a:ext cx="746574" cy="383297"/>
          </a:xfrm>
        </p:spPr>
        <p:txBody>
          <a:bodyPr vert="horz" lIns="91440" tIns="45720" rIns="91440" bIns="45720" rtlCol="0" anchor="ctr"/>
          <a:lstStyle>
            <a:lvl1pPr marL="0" algn="ctr" defTabSz="959869" rtl="0" eaLnBrk="1" latinLnBrk="0" hangingPunct="1">
              <a:defRPr sz="1155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D0884869-B25C-4578-8BC2-8D4E9232F63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7946" y="335969"/>
            <a:ext cx="11902535" cy="6527377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9923" y="857453"/>
            <a:ext cx="11518582" cy="12478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tleSlid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23" y="479954"/>
            <a:ext cx="11518582" cy="374396"/>
          </a:xfrm>
          <a:prstGeom prst="rect">
            <a:avLst/>
          </a:prstGeom>
        </p:spPr>
      </p:pic>
      <p:pic>
        <p:nvPicPr>
          <p:cNvPr id="10" name="Picture 9" descr="TitleSlideBot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3" y="2835009"/>
            <a:ext cx="11518582" cy="3884353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434" y="6816019"/>
            <a:ext cx="478059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59869" rtl="0" eaLnBrk="1" latinLnBrk="0" hangingPunct="1">
              <a:defRPr sz="1155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4D4A-814C-CD41-8C4D-D2A31D8C580B}" type="datetime1">
              <a:rPr lang="en-US" smtClean="0"/>
              <a:t>1/31/2024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Pearson Education, Inc., Hoboken, NJ. All rights reserved.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1679-83E0-4571-98D7-4BB535B5F505}" type="slidenum">
              <a:rPr/>
              <a:pPr/>
              <a:t>‹#›</a:t>
            </a:fld>
            <a:endParaRPr/>
          </a:p>
        </p:txBody>
      </p:sp>
      <p:pic>
        <p:nvPicPr>
          <p:cNvPr id="7" name="Picture 6" descr="green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1798549" y="5839443"/>
            <a:ext cx="999877" cy="879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and.g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" y="6419387"/>
            <a:ext cx="1666461" cy="779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/>
          <p:cNvSpPr/>
          <p:nvPr userDrawn="1"/>
        </p:nvSpPr>
        <p:spPr>
          <a:xfrm>
            <a:off x="1639801" y="6429388"/>
            <a:ext cx="10198744" cy="229978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top.gif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rot="18850181">
            <a:off x="132177" y="163339"/>
            <a:ext cx="2099800" cy="146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457087" y="380917"/>
            <a:ext cx="11813151" cy="26435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6183" y="3753672"/>
            <a:ext cx="7553465" cy="1407180"/>
          </a:xfrm>
        </p:spPr>
        <p:txBody>
          <a:bodyPr tIns="0" bIns="0" anchor="b" anchorCtr="0"/>
          <a:lstStyle>
            <a:lvl1pPr algn="r">
              <a:defRPr sz="4829" b="0" cap="none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6183" y="5228159"/>
            <a:ext cx="7553465" cy="851262"/>
          </a:xfrm>
        </p:spPr>
        <p:txBody>
          <a:bodyPr tIns="0" bIns="0" anchor="t" anchorCtr="0">
            <a:normAutofit/>
          </a:bodyPr>
          <a:lstStyle>
            <a:lvl1pPr marL="0" indent="0" algn="r">
              <a:spcBef>
                <a:spcPts val="315"/>
              </a:spcBef>
              <a:buNone/>
              <a:defRPr sz="188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79935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2pPr>
            <a:lvl3pPr marL="959869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805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73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67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608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54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478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BC9075-9B98-A446-BA24-3961C574D15C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28059" y="6815352"/>
            <a:ext cx="746574" cy="383297"/>
          </a:xfrm>
        </p:spPr>
        <p:txBody>
          <a:bodyPr vert="horz" lIns="91440" tIns="45720" rIns="91440" bIns="45720" rtlCol="0" anchor="ctr"/>
          <a:lstStyle>
            <a:lvl1pPr marL="0" algn="ctr" defTabSz="959869" rtl="0" eaLnBrk="1" latinLnBrk="0" hangingPunct="1">
              <a:defRPr sz="1155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3FF1C51-8566-4549-A1BC-4215581B4BE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SectionHeader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44" y="479955"/>
            <a:ext cx="3102416" cy="62394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7946" y="335969"/>
            <a:ext cx="11902535" cy="6527377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728551" y="3516467"/>
            <a:ext cx="6239405" cy="1663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2238" y="2399773"/>
            <a:ext cx="5119370" cy="4031283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2154" y="2399773"/>
            <a:ext cx="5119370" cy="4031283"/>
          </a:xfrm>
        </p:spPr>
        <p:txBody>
          <a:bodyPr/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AF3A4C-A291-2A44-AFA5-9FA77CE62BBE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382D0-6287-4D06-8660-66459861A2E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13" y="2141615"/>
            <a:ext cx="5119370" cy="766767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150"/>
              </a:lnSpc>
              <a:spcBef>
                <a:spcPts val="315"/>
              </a:spcBef>
              <a:buNone/>
              <a:defRPr sz="2729" b="1">
                <a:solidFill>
                  <a:schemeClr val="accent1"/>
                </a:solidFill>
              </a:defRPr>
            </a:lvl1pPr>
            <a:lvl2pPr marL="479935" indent="0">
              <a:buNone/>
              <a:defRPr sz="2099" b="1"/>
            </a:lvl2pPr>
            <a:lvl3pPr marL="959869" indent="0">
              <a:buNone/>
              <a:defRPr sz="1889" b="1"/>
            </a:lvl3pPr>
            <a:lvl4pPr marL="1439805" indent="0">
              <a:buNone/>
              <a:defRPr sz="1680" b="1"/>
            </a:lvl4pPr>
            <a:lvl5pPr marL="1919739" indent="0">
              <a:buNone/>
              <a:defRPr sz="1680" b="1"/>
            </a:lvl5pPr>
            <a:lvl6pPr marL="2399674" indent="0">
              <a:buNone/>
              <a:defRPr sz="1680" b="1"/>
            </a:lvl6pPr>
            <a:lvl7pPr marL="2879608" indent="0">
              <a:buNone/>
              <a:defRPr sz="1680" b="1"/>
            </a:lvl7pPr>
            <a:lvl8pPr marL="3359543" indent="0">
              <a:buNone/>
              <a:defRPr sz="1680" b="1"/>
            </a:lvl8pPr>
            <a:lvl9pPr marL="383947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8513" y="2936387"/>
            <a:ext cx="5119370" cy="349466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57569" y="2141615"/>
            <a:ext cx="5119370" cy="766767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150"/>
              </a:lnSpc>
              <a:spcBef>
                <a:spcPts val="315"/>
              </a:spcBef>
              <a:buNone/>
              <a:defRPr sz="2729" b="1">
                <a:solidFill>
                  <a:schemeClr val="accent1"/>
                </a:solidFill>
              </a:defRPr>
            </a:lvl1pPr>
            <a:lvl2pPr marL="479935" indent="0">
              <a:buNone/>
              <a:defRPr sz="2099" b="1"/>
            </a:lvl2pPr>
            <a:lvl3pPr marL="959869" indent="0">
              <a:buNone/>
              <a:defRPr sz="1889" b="1"/>
            </a:lvl3pPr>
            <a:lvl4pPr marL="1439805" indent="0">
              <a:buNone/>
              <a:defRPr sz="1680" b="1"/>
            </a:lvl4pPr>
            <a:lvl5pPr marL="1919739" indent="0">
              <a:buNone/>
              <a:defRPr sz="1680" b="1"/>
            </a:lvl5pPr>
            <a:lvl6pPr marL="2399674" indent="0">
              <a:buNone/>
              <a:defRPr sz="1680" b="1"/>
            </a:lvl6pPr>
            <a:lvl7pPr marL="2879608" indent="0">
              <a:buNone/>
              <a:defRPr sz="1680" b="1"/>
            </a:lvl7pPr>
            <a:lvl8pPr marL="3359543" indent="0">
              <a:buNone/>
              <a:defRPr sz="1680" b="1"/>
            </a:lvl8pPr>
            <a:lvl9pPr marL="383947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57569" y="2936387"/>
            <a:ext cx="5119370" cy="349466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B203D4-3058-0D46-83D5-59D6FCF7B3CA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C966AC-1F3B-4B3D-973B-B23837B0449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627718" y="4707607"/>
            <a:ext cx="3542995" cy="2222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443" y="2399773"/>
            <a:ext cx="10985315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513816-15EE-DB4F-8FAE-E15B8F356325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F6211F-5278-4B8E-96CF-461F9E543A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915443" y="4517119"/>
            <a:ext cx="10985315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57569" y="2399773"/>
            <a:ext cx="5119370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E41BB1-DA7F-B241-832E-5A4ED82018E9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F6211F-5278-4B8E-96CF-461F9E543A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757569" y="4517119"/>
            <a:ext cx="5119370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915492" y="2399773"/>
            <a:ext cx="5119370" cy="4031283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57569" y="2399773"/>
            <a:ext cx="5119370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A3A69B-799A-C445-B6E0-B863B6BBDC72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F6211F-5278-4B8E-96CF-461F9E543A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757569" y="4517119"/>
            <a:ext cx="5119370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922240" y="2399773"/>
            <a:ext cx="5119370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922240" y="4517119"/>
            <a:ext cx="5119370" cy="1919817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1889"/>
            </a:lvl6pPr>
            <a:lvl7pPr>
              <a:defRPr sz="1889"/>
            </a:lvl7pPr>
            <a:lvl8pPr>
              <a:defRPr sz="1889"/>
            </a:lvl8pPr>
            <a:lvl9pPr>
              <a:defRPr sz="1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407518-8780-4440-AE62-06D43CC61D12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341592-6554-482E-89C6-70009B56558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/>
        </p:nvSpPr>
        <p:spPr>
          <a:xfrm>
            <a:off x="497716" y="594231"/>
            <a:ext cx="11752205" cy="27273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7946" y="335969"/>
            <a:ext cx="11902535" cy="6527377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9923" y="479954"/>
            <a:ext cx="11518582" cy="12478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E05566-1A28-D244-A4AA-E34813AAA333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91A038-A212-40E3-97EA-B3C2AAB2987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467245" y="594232"/>
            <a:ext cx="11833463" cy="22397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7946" y="335969"/>
            <a:ext cx="11902535" cy="6527377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9923" y="479954"/>
            <a:ext cx="11518582" cy="12478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487" y="1726731"/>
            <a:ext cx="5119370" cy="1152994"/>
          </a:xfrm>
        </p:spPr>
        <p:txBody>
          <a:bodyPr anchor="b"/>
          <a:lstStyle>
            <a:lvl1pPr algn="l">
              <a:defRPr sz="3779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7569" y="686830"/>
            <a:ext cx="5119370" cy="5759450"/>
          </a:xfrm>
        </p:spPr>
        <p:txBody>
          <a:bodyPr>
            <a:normAutofit/>
          </a:bodyPr>
          <a:lstStyle>
            <a:lvl1pPr>
              <a:defRPr sz="1889"/>
            </a:lvl1pPr>
            <a:lvl2pPr>
              <a:defRPr sz="1889"/>
            </a:lvl2pPr>
            <a:lvl3pPr>
              <a:defRPr sz="1889"/>
            </a:lvl3pPr>
            <a:lvl4pPr>
              <a:defRPr sz="1889"/>
            </a:lvl4pPr>
            <a:lvl5pPr>
              <a:defRPr sz="1889"/>
            </a:lvl5pPr>
            <a:lvl6pPr>
              <a:defRPr sz="2099"/>
            </a:lvl6pPr>
            <a:lvl7pPr>
              <a:defRPr sz="2099"/>
            </a:lvl7pPr>
            <a:lvl8pPr>
              <a:defRPr sz="2099"/>
            </a:lvl8pPr>
            <a:lvl9pPr>
              <a:defRPr sz="20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1487" y="2912828"/>
            <a:ext cx="5119370" cy="3326579"/>
          </a:xfrm>
        </p:spPr>
        <p:txBody>
          <a:bodyPr>
            <a:normAutofit/>
          </a:bodyPr>
          <a:lstStyle>
            <a:lvl1pPr marL="0" indent="0">
              <a:buNone/>
              <a:defRPr sz="1889"/>
            </a:lvl1pPr>
            <a:lvl2pPr marL="479935" indent="0">
              <a:buNone/>
              <a:defRPr sz="1259"/>
            </a:lvl2pPr>
            <a:lvl3pPr marL="959869" indent="0">
              <a:buNone/>
              <a:defRPr sz="1050"/>
            </a:lvl3pPr>
            <a:lvl4pPr marL="1439805" indent="0">
              <a:buNone/>
              <a:defRPr sz="945"/>
            </a:lvl4pPr>
            <a:lvl5pPr marL="1919739" indent="0">
              <a:buNone/>
              <a:defRPr sz="945"/>
            </a:lvl5pPr>
            <a:lvl6pPr marL="2399674" indent="0">
              <a:buNone/>
              <a:defRPr sz="945"/>
            </a:lvl6pPr>
            <a:lvl7pPr marL="2879608" indent="0">
              <a:buNone/>
              <a:defRPr sz="945"/>
            </a:lvl7pPr>
            <a:lvl8pPr marL="3359543" indent="0">
              <a:buNone/>
              <a:defRPr sz="945"/>
            </a:lvl8pPr>
            <a:lvl9pPr marL="3839478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2F4A21-2939-B941-AF00-D2884FB2823F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FFDD09-5401-43DD-9D21-39E6F6F5F8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497719" y="365679"/>
            <a:ext cx="11802992" cy="24683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7946" y="335969"/>
            <a:ext cx="11902535" cy="6527377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8875123" y="3433757"/>
            <a:ext cx="6239405" cy="33180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487" y="1726731"/>
            <a:ext cx="5119370" cy="1152994"/>
          </a:xfrm>
        </p:spPr>
        <p:txBody>
          <a:bodyPr anchor="b"/>
          <a:lstStyle>
            <a:lvl1pPr algn="l">
              <a:defRPr sz="3779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1487" y="2912828"/>
            <a:ext cx="5119370" cy="3326579"/>
          </a:xfrm>
        </p:spPr>
        <p:txBody>
          <a:bodyPr>
            <a:normAutofit/>
          </a:bodyPr>
          <a:lstStyle>
            <a:lvl1pPr marL="0" indent="0">
              <a:buNone/>
              <a:defRPr sz="1889"/>
            </a:lvl1pPr>
            <a:lvl2pPr marL="479935" indent="0">
              <a:buNone/>
              <a:defRPr sz="1259"/>
            </a:lvl2pPr>
            <a:lvl3pPr marL="959869" indent="0">
              <a:buNone/>
              <a:defRPr sz="1050"/>
            </a:lvl3pPr>
            <a:lvl4pPr marL="1439805" indent="0">
              <a:buNone/>
              <a:defRPr sz="945"/>
            </a:lvl4pPr>
            <a:lvl5pPr marL="1919739" indent="0">
              <a:buNone/>
              <a:defRPr sz="945"/>
            </a:lvl5pPr>
            <a:lvl6pPr marL="2399674" indent="0">
              <a:buNone/>
              <a:defRPr sz="945"/>
            </a:lvl6pPr>
            <a:lvl7pPr marL="2879608" indent="0">
              <a:buNone/>
              <a:defRPr sz="945"/>
            </a:lvl7pPr>
            <a:lvl8pPr marL="3359543" indent="0">
              <a:buNone/>
              <a:defRPr sz="945"/>
            </a:lvl8pPr>
            <a:lvl9pPr marL="3839478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93A053-5F02-9841-BF42-8BDD7A07DDA9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50F2F0-C1E0-4407-97E8-C859ED725D2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757569" y="479955"/>
            <a:ext cx="5068176" cy="623940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3229" y="2399773"/>
            <a:ext cx="11020866" cy="40312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AFCB45-A166-F249-AC26-46B0CD809BC0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20D82-ADCE-4DF0-BB8C-D438A455B46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/>
        </p:nvSpPr>
        <p:spPr>
          <a:xfrm>
            <a:off x="487560" y="380917"/>
            <a:ext cx="11813148" cy="24530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rtical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866" y="479955"/>
            <a:ext cx="2164185" cy="62394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6742551" y="3516467"/>
            <a:ext cx="6239405" cy="16638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4942" y="728267"/>
            <a:ext cx="2086907" cy="5702789"/>
          </a:xfrm>
        </p:spPr>
        <p:txBody>
          <a:bodyPr vert="eaVert" tIns="45720" bIns="4572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1" y="728267"/>
            <a:ext cx="8425630" cy="57027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F69907-EFAA-384D-A564-BC502E086D39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DC7F0D-6920-4708-9B29-4BBAA354F13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7946" y="335969"/>
            <a:ext cx="11902535" cy="6527377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39923" y="288306"/>
            <a:ext cx="11518582" cy="1199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9923" y="1679841"/>
            <a:ext cx="11518582" cy="4751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9922" y="6672699"/>
            <a:ext cx="298629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59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2584268-DA5B-7045-BFDC-1B5737A63DD5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2796" y="6672699"/>
            <a:ext cx="4052834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59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2206" y="6672699"/>
            <a:ext cx="298629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59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EBEA4FE-042C-4C31-965A-79D3153CB5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ransition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1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5pPr>
      <a:lvl6pPr marL="479935" algn="ctr" rtl="0" fontAlgn="base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6pPr>
      <a:lvl7pPr marL="959869" algn="ctr" rtl="0" fontAlgn="base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7pPr>
      <a:lvl8pPr marL="1439805" algn="ctr" rtl="0" fontAlgn="base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8pPr>
      <a:lvl9pPr marL="1919739" algn="ctr" rtl="0" fontAlgn="base">
        <a:spcBef>
          <a:spcPct val="0"/>
        </a:spcBef>
        <a:spcAft>
          <a:spcPct val="0"/>
        </a:spcAft>
        <a:defRPr sz="4618">
          <a:solidFill>
            <a:schemeClr val="tx1"/>
          </a:solidFill>
          <a:latin typeface="Calibri" pitchFamily="34" charset="0"/>
        </a:defRPr>
      </a:lvl9pPr>
    </p:titleStyle>
    <p:bodyStyle>
      <a:lvl1pPr marL="359951" indent="-35995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359" kern="1200">
          <a:solidFill>
            <a:schemeClr val="tx1"/>
          </a:solidFill>
          <a:latin typeface="+mn-lt"/>
          <a:ea typeface="+mn-ea"/>
          <a:cs typeface="+mn-cs"/>
        </a:defRPr>
      </a:lvl1pPr>
      <a:lvl2pPr marL="779894" indent="-29996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939" kern="1200">
          <a:solidFill>
            <a:schemeClr val="tx1"/>
          </a:solidFill>
          <a:latin typeface="+mn-lt"/>
          <a:ea typeface="+mn-ea"/>
          <a:cs typeface="+mn-cs"/>
        </a:defRPr>
      </a:lvl2pPr>
      <a:lvl3pPr marL="1199837" indent="-23996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519" kern="1200">
          <a:solidFill>
            <a:schemeClr val="tx1"/>
          </a:solidFill>
          <a:latin typeface="+mn-lt"/>
          <a:ea typeface="+mn-ea"/>
          <a:cs typeface="+mn-cs"/>
        </a:defRPr>
      </a:lvl3pPr>
      <a:lvl4pPr marL="1679772" indent="-23996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99" kern="1200">
          <a:solidFill>
            <a:schemeClr val="tx1"/>
          </a:solidFill>
          <a:latin typeface="+mn-lt"/>
          <a:ea typeface="+mn-ea"/>
          <a:cs typeface="+mn-cs"/>
        </a:defRPr>
      </a:lvl4pPr>
      <a:lvl5pPr marL="2159706" indent="-23996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99" kern="1200">
          <a:solidFill>
            <a:schemeClr val="tx1"/>
          </a:solidFill>
          <a:latin typeface="+mn-lt"/>
          <a:ea typeface="+mn-ea"/>
          <a:cs typeface="+mn-cs"/>
        </a:defRPr>
      </a:lvl5pPr>
      <a:lvl6pPr marL="2639641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119575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599511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079445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1pPr>
      <a:lvl2pPr marL="479935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2pPr>
      <a:lvl3pPr marL="959869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3pPr>
      <a:lvl4pPr marL="1439805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4pPr>
      <a:lvl5pPr marL="1919739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5pPr>
      <a:lvl6pPr marL="2399674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6pPr>
      <a:lvl7pPr marL="2879608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7pPr>
      <a:lvl8pPr marL="3359543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8pPr>
      <a:lvl9pPr marL="3839478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unningTop-R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923" y="479954"/>
            <a:ext cx="11518582" cy="145078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2110" y="478962"/>
            <a:ext cx="10951986" cy="1388887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9607" y="2399773"/>
            <a:ext cx="8674488" cy="403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64181" y="6816019"/>
            <a:ext cx="298629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5" b="1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B41AE3D-EC6B-B04C-92EC-C3B287712F3A}" type="datetime1">
              <a:rPr lang="en-US" smtClean="0"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434" y="6816019"/>
            <a:ext cx="478059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59869" rtl="0" eaLnBrk="1" latinLnBrk="0" hangingPunct="1">
              <a:defRPr sz="1155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002" y="6455857"/>
            <a:ext cx="746574" cy="383297"/>
          </a:xfrm>
          <a:prstGeom prst="rect">
            <a:avLst/>
          </a:prstGeom>
        </p:spPr>
        <p:txBody>
          <a:bodyPr vert="horz" lIns="91440" tIns="91440" rIns="91440" bIns="91440" rtlCol="0" anchor="ctr"/>
          <a:lstStyle>
            <a:lvl1pPr algn="l">
              <a:defRPr sz="1889" b="0">
                <a:solidFill>
                  <a:schemeClr val="accent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FDF6211F-5278-4B8E-96CF-461F9E543A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7946" y="335969"/>
            <a:ext cx="11902535" cy="6527377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9923" y="1932582"/>
            <a:ext cx="11518582" cy="12478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</p:sldLayoutIdLst>
  <p:transition/>
  <p:hf sldNum="0" hdr="0" dt="0"/>
  <p:txStyles>
    <p:titleStyle>
      <a:lvl1pPr algn="r" defTabSz="959869" rtl="0" eaLnBrk="1" latinLnBrk="0" hangingPunct="1">
        <a:lnSpc>
          <a:spcPts val="5669"/>
        </a:lnSpc>
        <a:spcBef>
          <a:spcPct val="0"/>
        </a:spcBef>
        <a:buNone/>
        <a:defRPr sz="5458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96626" indent="-296626" algn="l" defTabSz="959869" rtl="0" eaLnBrk="1" latinLnBrk="0" hangingPunct="1">
        <a:spcBef>
          <a:spcPts val="1889"/>
        </a:spcBef>
        <a:buClr>
          <a:schemeClr val="accent1"/>
        </a:buClr>
        <a:buSzPct val="75000"/>
        <a:buFont typeface="Wingdings" pitchFamily="2" charset="2"/>
        <a:buChar char="n"/>
        <a:defRPr sz="209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06584" indent="-309958" algn="l" defTabSz="959869" rtl="0" eaLnBrk="1" latinLnBrk="0" hangingPunct="1">
        <a:spcBef>
          <a:spcPts val="630"/>
        </a:spcBef>
        <a:buClr>
          <a:schemeClr val="accent1"/>
        </a:buClr>
        <a:buSzPct val="75000"/>
        <a:buFont typeface="Wingdings" pitchFamily="2" charset="2"/>
        <a:buChar char="n"/>
        <a:defRPr sz="188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03210" indent="-296626" algn="l" defTabSz="959869" rtl="0" eaLnBrk="1" latinLnBrk="0" hangingPunct="1">
        <a:spcBef>
          <a:spcPts val="630"/>
        </a:spcBef>
        <a:buClr>
          <a:schemeClr val="accent1"/>
        </a:buClr>
        <a:buSzPct val="75000"/>
        <a:buFont typeface="Wingdings" pitchFamily="2" charset="2"/>
        <a:buChar char="n"/>
        <a:defRPr sz="188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99837" indent="-296626" algn="l" defTabSz="959869" rtl="0" eaLnBrk="1" latinLnBrk="0" hangingPunct="1">
        <a:spcBef>
          <a:spcPts val="630"/>
        </a:spcBef>
        <a:buClr>
          <a:schemeClr val="accent1"/>
        </a:buClr>
        <a:buSzPct val="75000"/>
        <a:buFont typeface="Wingdings" pitchFamily="2" charset="2"/>
        <a:buChar char="n"/>
        <a:defRPr sz="188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96463" indent="-296626" algn="l" defTabSz="959869" rtl="0" eaLnBrk="1" latinLnBrk="0" hangingPunct="1">
        <a:spcBef>
          <a:spcPts val="630"/>
        </a:spcBef>
        <a:buClr>
          <a:schemeClr val="accent1"/>
        </a:buClr>
        <a:buSzPct val="75000"/>
        <a:buFont typeface="Wingdings" pitchFamily="2" charset="2"/>
        <a:buChar char="n"/>
        <a:defRPr sz="188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639641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119575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599511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079445" indent="-239967" algn="l" defTabSz="959869" rtl="0" eaLnBrk="1" latinLnBrk="0" hangingPunct="1">
        <a:spcBef>
          <a:spcPct val="20000"/>
        </a:spcBef>
        <a:buFont typeface="Arial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1pPr>
      <a:lvl2pPr marL="479935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2pPr>
      <a:lvl3pPr marL="959869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3pPr>
      <a:lvl4pPr marL="1439805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4pPr>
      <a:lvl5pPr marL="1919739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5pPr>
      <a:lvl6pPr marL="2399674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6pPr>
      <a:lvl7pPr marL="2879608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7pPr>
      <a:lvl8pPr marL="3359543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8pPr>
      <a:lvl9pPr marL="3839478" algn="l" defTabSz="959869" rtl="0" eaLnBrk="1" latinLnBrk="0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lsteruniversity.display.vevox.com/#/present/402677/OHUG86LWUHM376OPKD77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6.png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0.png"/><Relationship Id="rId4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ulsteruniversity.display.vevox.com/#/present/402677/OHUG86LWUHM376OPKD77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ulsteruniversity.display.vevox.com/#/present/402677/OHUG86LWUHM376OPKD77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ulsteruniversity.display.vevox.com/#/present/402677/OHUG86LWUHM376OPKD77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>
          <a:xfrm>
            <a:off x="3656012" y="2532856"/>
            <a:ext cx="8458200" cy="1407180"/>
          </a:xfrm>
        </p:spPr>
        <p:txBody>
          <a:bodyPr/>
          <a:lstStyle/>
          <a:p>
            <a:pPr algn="ctr" eaLnBrk="1" hangingPunct="1"/>
            <a:r>
              <a:rPr lang="en-US" dirty="0"/>
              <a:t>Lecture 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Process Description and Control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065040" y="5144277"/>
            <a:ext cx="1834429" cy="8512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Ninth Edition</a:t>
            </a:r>
          </a:p>
          <a:p>
            <a:r>
              <a:rPr lang="en-US" dirty="0">
                <a:solidFill>
                  <a:schemeClr val="tx1"/>
                </a:solidFill>
              </a:rPr>
              <a:t>By William Stallings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8607" y="1587255"/>
            <a:ext cx="2319715" cy="3030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359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Operating Systems:</a:t>
            </a:r>
            <a:br>
              <a:rPr lang="en-US" sz="3359" i="1" dirty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r>
              <a:rPr lang="en-US" sz="3359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Internals and Design Principles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385097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7A3812-6F14-3A4C-940A-6E708AD64134}"/>
              </a:ext>
            </a:extLst>
          </p:cNvPr>
          <p:cNvSpPr txBox="1">
            <a:spLocks/>
          </p:cNvSpPr>
          <p:nvPr/>
        </p:nvSpPr>
        <p:spPr>
          <a:xfrm>
            <a:off x="7237412" y="5332557"/>
            <a:ext cx="2603886" cy="1073177"/>
          </a:xfrm>
          <a:prstGeom prst="rect">
            <a:avLst/>
          </a:prstGeom>
          <a:effectLst/>
        </p:spPr>
        <p:txBody>
          <a:bodyPr vert="horz" lIns="95988" tIns="0" rIns="95988" bIns="0" rtlCol="0" anchor="b" anchorCtr="0">
            <a:noAutofit/>
          </a:bodyPr>
          <a:lstStyle>
            <a:lvl1pPr algn="r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4600" b="0" kern="1200" cap="none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00000"/>
              </a:lnSpc>
              <a:spcAft>
                <a:spcPts val="0"/>
              </a:spcAft>
            </a:pPr>
            <a:r>
              <a:rPr lang="en-US" sz="2099">
                <a:solidFill>
                  <a:schemeClr val="tx1"/>
                </a:solidFill>
              </a:rPr>
              <a:t>Amjad Alam</a:t>
            </a:r>
            <a:endParaRPr lang="en-US" sz="2099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2FA22-A2B2-B8B6-1A5D-806A8971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BD55A-B75F-AC72-E32A-E2608172CBD4}"/>
              </a:ext>
            </a:extLst>
          </p:cNvPr>
          <p:cNvSpPr txBox="1">
            <a:spLocks/>
          </p:cNvSpPr>
          <p:nvPr/>
        </p:nvSpPr>
        <p:spPr>
          <a:xfrm>
            <a:off x="959753" y="780257"/>
            <a:ext cx="10916434" cy="838199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>
            <a:lvl1pPr algn="r" defTabSz="959869" rtl="0" eaLnBrk="1" latinLnBrk="0" hangingPunct="1">
              <a:lnSpc>
                <a:spcPts val="5669"/>
              </a:lnSpc>
              <a:spcBef>
                <a:spcPct val="0"/>
              </a:spcBef>
              <a:buNone/>
              <a:defRPr sz="5458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GB" dirty="0">
                <a:solidFill>
                  <a:schemeClr val="tx1"/>
                </a:solidFill>
              </a:rPr>
              <a:t>Lecture Contents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03D609D-96E5-ED83-156A-BCB5FF91DCD6}"/>
              </a:ext>
            </a:extLst>
          </p:cNvPr>
          <p:cNvSpPr txBox="1">
            <a:spLocks/>
          </p:cNvSpPr>
          <p:nvPr/>
        </p:nvSpPr>
        <p:spPr>
          <a:xfrm>
            <a:off x="445434" y="6816019"/>
            <a:ext cx="7553978" cy="38329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516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033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2550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0067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75840" algn="l" defTabSz="95033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51008" algn="l" defTabSz="95033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26176" algn="l" defTabSz="95033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01344" algn="l" defTabSz="95033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81F0AB-3714-AFB5-8085-7FC50570B9B0}"/>
              </a:ext>
            </a:extLst>
          </p:cNvPr>
          <p:cNvSpPr txBox="1">
            <a:spLocks/>
          </p:cNvSpPr>
          <p:nvPr/>
        </p:nvSpPr>
        <p:spPr>
          <a:xfrm>
            <a:off x="3401845" y="3201019"/>
            <a:ext cx="5992515" cy="2729056"/>
          </a:xfrm>
          <a:prstGeom prst="rect">
            <a:avLst/>
          </a:prstGeom>
          <a:effectLst/>
        </p:spPr>
        <p:txBody>
          <a:bodyPr vert="horz" lIns="95988" tIns="0" rIns="95988" bIns="0" rtlCol="0" anchor="b" anchorCtr="0">
            <a:noAutofit/>
          </a:bodyPr>
          <a:lstStyle>
            <a:lvl1pPr algn="r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4600" b="0" kern="1200" cap="none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</a:rPr>
              <a:t>What is a process</a:t>
            </a:r>
          </a:p>
          <a:p>
            <a:pPr marL="571500" indent="-5715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</a:rPr>
              <a:t>Process states</a:t>
            </a:r>
          </a:p>
          <a:p>
            <a:pPr marL="571500" indent="-5715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</a:rPr>
              <a:t>Process Description</a:t>
            </a:r>
          </a:p>
          <a:p>
            <a:pPr marL="571500" indent="-5715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</a:rPr>
              <a:t>Process Control</a:t>
            </a:r>
          </a:p>
        </p:txBody>
      </p:sp>
    </p:spTree>
    <p:extLst>
      <p:ext uri="{BB962C8B-B14F-4D97-AF65-F5344CB8AC3E}">
        <p14:creationId xmlns:p14="http://schemas.microsoft.com/office/powerpoint/2010/main" val="356183492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Summary of Earlier Concepts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sz="half" idx="1"/>
          </p:nvPr>
        </p:nvSpPr>
        <p:spPr>
          <a:xfrm>
            <a:off x="227012" y="1867849"/>
            <a:ext cx="5903995" cy="516080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2310" dirty="0"/>
              <a:t>A computer platform consists of a collection of hardware resources, E.g. processor, main memory, I/O modules, timers, disks etc.</a:t>
            </a:r>
          </a:p>
          <a:p>
            <a:pPr lvl="1">
              <a:lnSpc>
                <a:spcPct val="120000"/>
              </a:lnSpc>
            </a:pPr>
            <a:endParaRPr lang="en-US" sz="2310" dirty="0"/>
          </a:p>
          <a:p>
            <a:pPr lvl="1">
              <a:lnSpc>
                <a:spcPct val="120000"/>
              </a:lnSpc>
            </a:pPr>
            <a:r>
              <a:rPr lang="en-US" sz="2310" dirty="0"/>
              <a:t>Computer applications are developed to perform some task, </a:t>
            </a:r>
            <a:r>
              <a:rPr lang="en-GB" sz="2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(garbage in, garbage out)</a:t>
            </a:r>
          </a:p>
          <a:p>
            <a:pPr lvl="1">
              <a:lnSpc>
                <a:spcPct val="120000"/>
              </a:lnSpc>
            </a:pPr>
            <a:endParaRPr lang="en-US" sz="2310" dirty="0"/>
          </a:p>
          <a:p>
            <a:pPr lvl="1">
              <a:lnSpc>
                <a:spcPct val="120000"/>
              </a:lnSpc>
            </a:pPr>
            <a:r>
              <a:rPr lang="en-GB" sz="2310" dirty="0"/>
              <a:t>If a system does not employ virtual memory each process to be executed must be fully loaded into main memory.</a:t>
            </a:r>
          </a:p>
          <a:p>
            <a:pPr lvl="1">
              <a:lnSpc>
                <a:spcPct val="120000"/>
              </a:lnSpc>
            </a:pPr>
            <a:endParaRPr lang="en-US" sz="2310" dirty="0"/>
          </a:p>
          <a:p>
            <a:pPr lvl="1">
              <a:lnSpc>
                <a:spcPct val="120000"/>
              </a:lnSpc>
            </a:pPr>
            <a:r>
              <a:rPr lang="en-GB" sz="2310" dirty="0"/>
              <a:t>The OS may create a process on behalf of an application.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7419" y="1999456"/>
            <a:ext cx="5671394" cy="472089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310" dirty="0"/>
              <a:t>The OS was developed to provide a convenient, feature-rich, secure, and consistent interface for applications to use</a:t>
            </a:r>
          </a:p>
          <a:p>
            <a:pPr>
              <a:lnSpc>
                <a:spcPct val="120000"/>
              </a:lnSpc>
            </a:pPr>
            <a:r>
              <a:rPr lang="en-GB" sz="2310" dirty="0"/>
              <a:t>The OS may suspend a process if it detects or suspects a problem.</a:t>
            </a:r>
          </a:p>
          <a:p>
            <a:pPr>
              <a:lnSpc>
                <a:spcPct val="120000"/>
              </a:lnSpc>
            </a:pPr>
            <a:r>
              <a:rPr lang="en-GB" sz="2310" dirty="0"/>
              <a:t>A process that is not in main memory is NOT immediately available for execution, regardless of its status.</a:t>
            </a:r>
            <a:endParaRPr lang="en-US" sz="23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385097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483501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OS Management of Application Execution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sz="half" idx="1"/>
          </p:nvPr>
        </p:nvSpPr>
        <p:spPr>
          <a:xfrm>
            <a:off x="922110" y="2399806"/>
            <a:ext cx="11268302" cy="399950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359" dirty="0"/>
              <a:t>Things to note:</a:t>
            </a:r>
          </a:p>
          <a:p>
            <a:pPr>
              <a:lnSpc>
                <a:spcPct val="150000"/>
              </a:lnSpc>
            </a:pPr>
            <a:r>
              <a:rPr lang="en-US" sz="3359" dirty="0"/>
              <a:t>Resources are made available to multiple applications</a:t>
            </a:r>
          </a:p>
          <a:p>
            <a:pPr>
              <a:lnSpc>
                <a:spcPct val="150000"/>
              </a:lnSpc>
            </a:pPr>
            <a:r>
              <a:rPr lang="en-US" sz="3359" dirty="0"/>
              <a:t>The processor is switched among multiple applications so all will appear to be progressing</a:t>
            </a:r>
          </a:p>
          <a:p>
            <a:pPr>
              <a:lnSpc>
                <a:spcPct val="150000"/>
              </a:lnSpc>
            </a:pPr>
            <a:r>
              <a:rPr lang="en-US" sz="3359" dirty="0"/>
              <a:t>With this, the processor and I/O devices can be used efficiently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4865283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780256"/>
            <a:ext cx="5119370" cy="533400"/>
          </a:xfrm>
        </p:spPr>
        <p:txBody>
          <a:bodyPr/>
          <a:lstStyle/>
          <a:p>
            <a:r>
              <a:rPr lang="en-US" dirty="0"/>
              <a:t>Process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65746" y="1584542"/>
            <a:ext cx="6671665" cy="529471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SzPct val="150000"/>
              <a:buFont typeface="Wingdings" charset="2"/>
              <a:buChar char="§"/>
            </a:pPr>
            <a:r>
              <a:rPr lang="en-US" sz="2400" dirty="0"/>
              <a:t> The entire state of the process at any instant is contained in its context</a:t>
            </a:r>
          </a:p>
          <a:p>
            <a:pPr>
              <a:lnSpc>
                <a:spcPct val="120000"/>
              </a:lnSpc>
              <a:buSzPct val="150000"/>
              <a:buFont typeface="Wingdings" charset="2"/>
              <a:buChar char="§"/>
            </a:pPr>
            <a:r>
              <a:rPr lang="en-US" sz="2400" dirty="0"/>
              <a:t> New features can be designed and incorporated into the OS by expanding the context to include any new information needed to support the feature</a:t>
            </a:r>
          </a:p>
          <a:p>
            <a:pPr>
              <a:lnSpc>
                <a:spcPct val="120000"/>
              </a:lnSpc>
              <a:buSzPct val="150000"/>
              <a:buFont typeface="Wingdings" charset="2"/>
              <a:buChar char="§"/>
            </a:pPr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 list contains one entry for each process, which includes a pointer to the location of the block of memory that contains the process. </a:t>
            </a:r>
            <a:endParaRPr lang="en-US" sz="2400" dirty="0"/>
          </a:p>
        </p:txBody>
      </p:sp>
      <p:pic>
        <p:nvPicPr>
          <p:cNvPr id="7" name="Picture 6" descr="f8.pdf"/>
          <p:cNvPicPr>
            <a:picLocks noChangeAspect="1"/>
          </p:cNvPicPr>
          <p:nvPr/>
        </p:nvPicPr>
        <p:blipFill>
          <a:blip r:embed="rId3"/>
          <a:srcRect l="2353" t="12727" r="24706" b="21818"/>
          <a:stretch>
            <a:fillRect/>
          </a:stretch>
        </p:blipFill>
        <p:spPr>
          <a:xfrm>
            <a:off x="6925077" y="688349"/>
            <a:ext cx="5441475" cy="6319223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66518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B78148-A821-AEE3-3C66-FA5E8EDACEFF}"/>
                  </a:ext>
                </a:extLst>
              </p14:cNvPr>
              <p14:cNvContentPartPr/>
              <p14:nvPr/>
            </p14:nvContentPartPr>
            <p14:xfrm>
              <a:off x="7302960" y="1243080"/>
              <a:ext cx="4126680" cy="3420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B78148-A821-AEE3-3C66-FA5E8EDACE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93600" y="1233720"/>
                <a:ext cx="4145400" cy="343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7"/>
          </a:xfrm>
        </p:spPr>
        <p:txBody>
          <a:bodyPr/>
          <a:lstStyle/>
          <a:p>
            <a:pPr algn="ctr"/>
            <a:r>
              <a:rPr lang="en-US" b="1" dirty="0">
                <a:ln w="1905"/>
                <a:solidFill>
                  <a:schemeClr val="accent1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 Elements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half" idx="1"/>
          </p:nvPr>
        </p:nvSpPr>
        <p:spPr>
          <a:xfrm>
            <a:off x="2239724" y="2239823"/>
            <a:ext cx="8187230" cy="439945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10" dirty="0"/>
              <a:t>Two essential elements of a process are:</a:t>
            </a:r>
          </a:p>
          <a:p>
            <a:pPr marL="296626" lvl="2">
              <a:spcBef>
                <a:spcPts val="1889"/>
              </a:spcBef>
            </a:pPr>
            <a:endParaRPr lang="en-US" sz="2310" dirty="0"/>
          </a:p>
          <a:p>
            <a:pPr marL="296626" lvl="2">
              <a:spcBef>
                <a:spcPts val="1889"/>
              </a:spcBef>
            </a:pPr>
            <a:endParaRPr lang="en-US" sz="2310" dirty="0"/>
          </a:p>
          <a:p>
            <a:pPr marL="0" lvl="2" indent="0">
              <a:spcBef>
                <a:spcPts val="1889"/>
              </a:spcBef>
              <a:buSzPct val="25000"/>
              <a:buNone/>
            </a:pPr>
            <a:endParaRPr lang="en-US" sz="2310" dirty="0"/>
          </a:p>
          <a:p>
            <a:pPr marL="0" lvl="2" indent="0">
              <a:spcBef>
                <a:spcPts val="1889"/>
              </a:spcBef>
              <a:buSzPct val="25000"/>
              <a:buNone/>
            </a:pPr>
            <a:endParaRPr lang="en-US" sz="2310" dirty="0"/>
          </a:p>
          <a:p>
            <a:pPr marL="0" lvl="2" indent="0">
              <a:spcBef>
                <a:spcPts val="1889"/>
              </a:spcBef>
              <a:buSzPct val="25000"/>
              <a:buNone/>
            </a:pPr>
            <a:endParaRPr lang="en-US" sz="2310" dirty="0"/>
          </a:p>
          <a:p>
            <a:pPr marL="342900" lvl="2" indent="-342900">
              <a:spcBef>
                <a:spcPts val="1889"/>
              </a:spcBef>
              <a:buSzPct val="25000"/>
            </a:pPr>
            <a:r>
              <a:rPr lang="en-US" sz="2099" dirty="0"/>
              <a:t>when the processor begins to execute the program code, we refer to this executing entity as a </a:t>
            </a:r>
            <a:r>
              <a:rPr lang="en-US" sz="2310" b="1" i="1" dirty="0">
                <a:solidFill>
                  <a:schemeClr val="accent1"/>
                </a:solidFill>
              </a:rPr>
              <a:t>process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2159734" y="2879745"/>
          <a:ext cx="8558947" cy="2772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945028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291385" y="479047"/>
            <a:ext cx="8213990" cy="1200847"/>
          </a:xfrm>
        </p:spPr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 Elements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4294967295"/>
          </p:nvPr>
        </p:nvSpPr>
        <p:spPr>
          <a:xfrm>
            <a:off x="2159734" y="2399805"/>
            <a:ext cx="8425630" cy="40311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While the program is </a:t>
            </a:r>
            <a:r>
              <a:rPr lang="en-US" b="1" dirty="0">
                <a:highlight>
                  <a:srgbClr val="FFFF00"/>
                </a:highlight>
              </a:rPr>
              <a:t>executing</a:t>
            </a:r>
            <a:r>
              <a:rPr lang="en-US" dirty="0"/>
              <a:t>, this process can be uniquely characterized by a number of elements, including: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839773" y="3039725"/>
          <a:ext cx="8638937" cy="3759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42521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2239724" y="1439922"/>
            <a:ext cx="3839527" cy="1152962"/>
          </a:xfrm>
        </p:spPr>
        <p:txBody>
          <a:bodyPr/>
          <a:lstStyle/>
          <a:p>
            <a:r>
              <a:rPr lang="en-US" dirty="0"/>
              <a:t>Process Control Block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2159734" y="2959736"/>
            <a:ext cx="4079498" cy="4046399"/>
          </a:xfrm>
        </p:spPr>
        <p:txBody>
          <a:bodyPr>
            <a:normAutofit/>
          </a:bodyPr>
          <a:lstStyle/>
          <a:p>
            <a:pPr>
              <a:buSzPct val="106000"/>
              <a:buFont typeface="Wingdings" charset="2"/>
              <a:buChar char="§"/>
            </a:pPr>
            <a:r>
              <a:rPr lang="en-US" dirty="0"/>
              <a:t>Contains the process elements</a:t>
            </a:r>
          </a:p>
          <a:p>
            <a:pPr>
              <a:buSzPct val="106000"/>
              <a:buFont typeface="Wingdings" charset="2"/>
              <a:buChar char="§"/>
            </a:pPr>
            <a:r>
              <a:rPr lang="en-US" dirty="0"/>
              <a:t>It is possible to interrupt a running process and later resume execution as if the interruption had not occurred</a:t>
            </a:r>
          </a:p>
          <a:p>
            <a:pPr>
              <a:buSzPct val="106000"/>
              <a:buFont typeface="Wingdings" charset="2"/>
              <a:buChar char="§"/>
            </a:pPr>
            <a:r>
              <a:rPr lang="en-US" dirty="0"/>
              <a:t>Created and managed by the operating system</a:t>
            </a:r>
          </a:p>
          <a:p>
            <a:pPr>
              <a:buSzPct val="106000"/>
              <a:buFont typeface="Wingdings" charset="2"/>
              <a:buChar char="§"/>
            </a:pPr>
            <a:r>
              <a:rPr lang="en-US" dirty="0"/>
              <a:t>Key tool that allows support for multiple processes</a:t>
            </a:r>
          </a:p>
          <a:p>
            <a:endParaRPr lang="en-US" dirty="0"/>
          </a:p>
        </p:txBody>
      </p:sp>
      <p:pic>
        <p:nvPicPr>
          <p:cNvPr id="6" name="Picture 5" descr="f1.pdf"/>
          <p:cNvPicPr>
            <a:picLocks noChangeAspect="1"/>
          </p:cNvPicPr>
          <p:nvPr/>
        </p:nvPicPr>
        <p:blipFill>
          <a:blip r:embed="rId3"/>
          <a:srcRect l="20000" t="12727" r="20000" b="6364"/>
          <a:stretch>
            <a:fillRect/>
          </a:stretch>
        </p:blipFill>
        <p:spPr>
          <a:xfrm>
            <a:off x="6799163" y="560031"/>
            <a:ext cx="3737702" cy="6522716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985146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mv="urn:schemas-microsoft-com:mac:vml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l"/>
            <a:r>
              <a:rPr lang="en-US" b="1" dirty="0">
                <a:ln w="1905"/>
                <a:solidFill>
                  <a:schemeClr val="accent1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highlight>
                  <a:srgbClr val="FFFF00"/>
                </a:highlight>
              </a:rPr>
              <a:t>Process States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58837206"/>
              </p:ext>
            </p:extLst>
          </p:nvPr>
        </p:nvGraphicFramePr>
        <p:xfrm>
          <a:off x="2159734" y="2239823"/>
          <a:ext cx="8638937" cy="4559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50520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l"/>
            <a:r>
              <a:rPr lang="en-US" b="1" dirty="0">
                <a:ln w="1905"/>
                <a:solidFill>
                  <a:schemeClr val="accent1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highlight>
                  <a:srgbClr val="FFFF00"/>
                </a:highlight>
              </a:rPr>
              <a:t>Class Activity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50520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481B7-20D8-57CB-9706-23318721B1E6}"/>
              </a:ext>
            </a:extLst>
          </p:cNvPr>
          <p:cNvSpPr txBox="1"/>
          <p:nvPr/>
        </p:nvSpPr>
        <p:spPr>
          <a:xfrm>
            <a:off x="1038285" y="2456656"/>
            <a:ext cx="62753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3200" dirty="0"/>
              <a:t>The behavior of an individual process by listing the sequence of instructions that execute for that process is ….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4E50C-BAD8-C198-CBF2-3E3F8B1BDAA6}"/>
              </a:ext>
            </a:extLst>
          </p:cNvPr>
          <p:cNvSpPr txBox="1"/>
          <p:nvPr/>
        </p:nvSpPr>
        <p:spPr>
          <a:xfrm>
            <a:off x="8304212" y="851111"/>
            <a:ext cx="335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i="0" dirty="0">
                <a:effectLst/>
                <a:latin typeface="MentiText"/>
              </a:rPr>
              <a:t>157-180-744</a:t>
            </a:r>
            <a:endParaRPr lang="en-GB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C8065-9AC9-7AC5-E347-2631A0F5E8F4}"/>
              </a:ext>
            </a:extLst>
          </p:cNvPr>
          <p:cNvSpPr txBox="1"/>
          <p:nvPr/>
        </p:nvSpPr>
        <p:spPr>
          <a:xfrm>
            <a:off x="884330" y="4649190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https://ulsteruniversity.display.vevox.com/#/present/402677/OHUG86LWUHM376OPKD77</a:t>
            </a:r>
            <a:r>
              <a:rPr lang="en-GB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27013-10EC-8C9D-AC27-A3DC83871B88}"/>
              </a:ext>
            </a:extLst>
          </p:cNvPr>
          <p:cNvSpPr txBox="1"/>
          <p:nvPr/>
        </p:nvSpPr>
        <p:spPr>
          <a:xfrm>
            <a:off x="1266715" y="5732559"/>
            <a:ext cx="34560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 err="1"/>
              <a:t>Vevox.app</a:t>
            </a:r>
            <a:endParaRPr lang="en-GB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9370B-C732-9328-8487-E801DDF54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446" y="2051959"/>
            <a:ext cx="5095498" cy="507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6223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98612" y="1187431"/>
            <a:ext cx="3839527" cy="1153191"/>
          </a:xfrm>
        </p:spPr>
        <p:txBody>
          <a:bodyPr/>
          <a:lstStyle/>
          <a:p>
            <a:pPr algn="l"/>
            <a:r>
              <a:rPr lang="en-NZ" dirty="0">
                <a:solidFill>
                  <a:schemeClr val="accent1">
                    <a:lumMod val="75000"/>
                  </a:schemeClr>
                </a:solidFill>
              </a:rPr>
              <a:t>Process Execution</a:t>
            </a:r>
          </a:p>
        </p:txBody>
      </p:sp>
      <p:pic>
        <p:nvPicPr>
          <p:cNvPr id="5" name="Picture 4" descr="f2.pdf"/>
          <p:cNvPicPr>
            <a:picLocks noChangeAspect="1"/>
          </p:cNvPicPr>
          <p:nvPr/>
        </p:nvPicPr>
        <p:blipFill rotWithShape="1">
          <a:blip r:embed="rId3"/>
          <a:srcRect l="4706" t="15611" r="12941" b="10000"/>
          <a:stretch/>
        </p:blipFill>
        <p:spPr>
          <a:xfrm>
            <a:off x="5256212" y="627855"/>
            <a:ext cx="5731479" cy="6331387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185244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A51917-3852-C9DA-F590-A0FF8962BC97}"/>
              </a:ext>
            </a:extLst>
          </p:cNvPr>
          <p:cNvSpPr txBox="1"/>
          <p:nvPr/>
        </p:nvSpPr>
        <p:spPr>
          <a:xfrm>
            <a:off x="404223" y="3243270"/>
            <a:ext cx="41447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n-lt"/>
              </a:rPr>
              <a:t>N</a:t>
            </a:r>
            <a:r>
              <a:rPr lang="en-US" sz="2400" kern="1200" baseline="0" dirty="0">
                <a:latin typeface="+mn-lt"/>
                <a:ea typeface="+mn-ea"/>
                <a:cs typeface="+mn-cs"/>
              </a:rPr>
              <a:t>o use of virtual memory;</a:t>
            </a:r>
          </a:p>
          <a:p>
            <a:r>
              <a:rPr lang="en-US" sz="2400" kern="1200" baseline="0" dirty="0">
                <a:latin typeface="+mn-lt"/>
                <a:ea typeface="+mn-ea"/>
                <a:cs typeface="+mn-cs"/>
              </a:rPr>
              <a:t>Thus, all three processes are </a:t>
            </a:r>
            <a:r>
              <a:rPr lang="en-US" sz="2400" dirty="0">
                <a:latin typeface="+mn-lt"/>
              </a:rPr>
              <a:t>f</a:t>
            </a:r>
            <a:r>
              <a:rPr lang="en-US" sz="2400" kern="1200" baseline="0" dirty="0">
                <a:latin typeface="+mn-lt"/>
                <a:ea typeface="+mn-ea"/>
                <a:cs typeface="+mn-cs"/>
              </a:rPr>
              <a:t>ully loaded in main memory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F8023-9D32-F432-6CBC-B7EB7486E514}"/>
              </a:ext>
            </a:extLst>
          </p:cNvPr>
          <p:cNvSpPr txBox="1"/>
          <p:nvPr/>
        </p:nvSpPr>
        <p:spPr>
          <a:xfrm>
            <a:off x="531813" y="5015732"/>
            <a:ext cx="42668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n-lt"/>
              </a:rPr>
              <a:t>D</a:t>
            </a:r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ispatcher </a:t>
            </a:r>
            <a:r>
              <a:rPr lang="en-US" sz="20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 switches</a:t>
            </a:r>
          </a:p>
          <a:p>
            <a:r>
              <a:rPr lang="en-US" sz="2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 from one process to another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NZ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 xmlns:mv="urn:schemas-microsoft-com:mac:vml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612" y="821416"/>
            <a:ext cx="8562341" cy="591123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26523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E97CD-6CBA-3EDF-CCD5-D725743E9467}"/>
              </a:ext>
            </a:extLst>
          </p:cNvPr>
          <p:cNvSpPr txBox="1"/>
          <p:nvPr/>
        </p:nvSpPr>
        <p:spPr>
          <a:xfrm>
            <a:off x="686635" y="1291332"/>
            <a:ext cx="3962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12 instructions 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executed in processes A and C are shown. </a:t>
            </a:r>
          </a:p>
          <a:p>
            <a:endParaRPr lang="en-US" b="1" dirty="0">
              <a:latin typeface="+mn-lt"/>
            </a:endParaRPr>
          </a:p>
          <a:p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B </a:t>
            </a:r>
            <a:r>
              <a:rPr lang="en-US" sz="18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executes</a:t>
            </a:r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four instructions,</a:t>
            </a:r>
          </a:p>
          <a:p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 assume that the fourth instruction </a:t>
            </a:r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invokes an I/O operation 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which the</a:t>
            </a:r>
          </a:p>
          <a:p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must wait.</a:t>
            </a:r>
            <a:endParaRPr lang="en-NZ"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AD76AB-8A64-E54D-DB7F-DB216BF6EEA9}"/>
                  </a:ext>
                </a:extLst>
              </p14:cNvPr>
              <p14:cNvContentPartPr/>
              <p14:nvPr/>
            </p14:nvContentPartPr>
            <p14:xfrm>
              <a:off x="5834160" y="21960"/>
              <a:ext cx="6410880" cy="4933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AD76AB-8A64-E54D-DB7F-DB216BF6EE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4800" y="12600"/>
                <a:ext cx="6429600" cy="495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74000">
              <a:schemeClr val="accent1">
                <a:lumMod val="45000"/>
                <a:lumOff val="55000"/>
              </a:schemeClr>
            </a:gs>
            <a:gs pos="9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ctr"/>
            <a:r>
              <a:rPr lang="en-US" b="1" dirty="0">
                <a:ln w="1905"/>
                <a:solidFill>
                  <a:schemeClr val="accent1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Two-State Process Model</a:t>
            </a:r>
          </a:p>
        </p:txBody>
      </p:sp>
      <p:pic>
        <p:nvPicPr>
          <p:cNvPr id="5" name="Picture 4" descr="f5.pdf"/>
          <p:cNvPicPr>
            <a:picLocks noChangeAspect="1"/>
          </p:cNvPicPr>
          <p:nvPr/>
        </p:nvPicPr>
        <p:blipFill>
          <a:blip r:embed="rId3"/>
          <a:srcRect l="14545" t="5882" r="15455" b="57647"/>
          <a:stretch>
            <a:fillRect/>
          </a:stretch>
        </p:blipFill>
        <p:spPr>
          <a:xfrm>
            <a:off x="587605" y="1550683"/>
            <a:ext cx="11621550" cy="49530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105254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A383E-13C9-C1D0-08C6-6060F4E3EC1C}"/>
              </a:ext>
            </a:extLst>
          </p:cNvPr>
          <p:cNvSpPr txBox="1"/>
          <p:nvPr/>
        </p:nvSpPr>
        <p:spPr>
          <a:xfrm>
            <a:off x="614894" y="5150607"/>
            <a:ext cx="288255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400" i="1" dirty="0">
                <a:latin typeface="+mn-lt"/>
              </a:rPr>
              <a:t>OS’</a:t>
            </a:r>
            <a:r>
              <a:rPr lang="en-US" sz="24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 principal responsibility is controlling the execution of processes</a:t>
            </a:r>
            <a:endParaRPr lang="en-GB" sz="24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6FF0F-916A-FDAD-63E8-C1D03E36DBD1}"/>
              </a:ext>
            </a:extLst>
          </p:cNvPr>
          <p:cNvSpPr txBox="1"/>
          <p:nvPr/>
        </p:nvSpPr>
        <p:spPr>
          <a:xfrm>
            <a:off x="9523412" y="5538194"/>
            <a:ext cx="256047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T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dispatcher portion</a:t>
            </a:r>
          </a:p>
          <a:p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OS will select some other process to run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 xmlns:mv="urn:schemas-microsoft-com:mac:vml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500">
              <a:srgbClr val="FF8E8E"/>
            </a:gs>
            <a:gs pos="99000">
              <a:srgbClr val="FF8787"/>
            </a:gs>
            <a:gs pos="98000">
              <a:srgbClr val="FF7979"/>
            </a:gs>
            <a:gs pos="96000">
              <a:schemeClr val="accent1">
                <a:lumMod val="45000"/>
                <a:lumOff val="55000"/>
              </a:schemeClr>
            </a:gs>
            <a:gs pos="35000">
              <a:srgbClr val="00B0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f5.pdf"/>
          <p:cNvPicPr>
            <a:picLocks noChangeAspect="1"/>
          </p:cNvPicPr>
          <p:nvPr/>
        </p:nvPicPr>
        <p:blipFill>
          <a:blip r:embed="rId3"/>
          <a:srcRect l="14545" t="45882" r="19091" b="7059"/>
          <a:stretch>
            <a:fillRect/>
          </a:stretch>
        </p:blipFill>
        <p:spPr>
          <a:xfrm>
            <a:off x="608012" y="1008856"/>
            <a:ext cx="11353799" cy="561597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42521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D048A2-1103-666B-FD7B-74159DE7D48D}"/>
                  </a:ext>
                </a:extLst>
              </p14:cNvPr>
              <p14:cNvContentPartPr/>
              <p14:nvPr/>
            </p14:nvContentPartPr>
            <p14:xfrm>
              <a:off x="1078560" y="853920"/>
              <a:ext cx="9330120" cy="3547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D048A2-1103-666B-FD7B-74159DE7D4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200" y="844560"/>
                <a:ext cx="9348840" cy="356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919765" y="480042"/>
            <a:ext cx="8958897" cy="978433"/>
          </a:xfrm>
        </p:spPr>
        <p:txBody>
          <a:bodyPr/>
          <a:lstStyle/>
          <a:p>
            <a:pPr algn="ctr"/>
            <a:r>
              <a:rPr lang="en-NZ" b="1" dirty="0">
                <a:ln w="1905"/>
                <a:solidFill>
                  <a:schemeClr val="accent1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 Creation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28170014"/>
              </p:ext>
            </p:extLst>
          </p:nvPr>
        </p:nvGraphicFramePr>
        <p:xfrm>
          <a:off x="760412" y="1476731"/>
          <a:ext cx="10667999" cy="456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66518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D1268-56BC-FA46-4199-7C59412FBEA0}"/>
              </a:ext>
            </a:extLst>
          </p:cNvPr>
          <p:cNvSpPr txBox="1"/>
          <p:nvPr/>
        </p:nvSpPr>
        <p:spPr>
          <a:xfrm>
            <a:off x="2055812" y="6492763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Chapter 5 . </a:t>
            </a:r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Concurrency: mutual exclusion and synchronization </a:t>
            </a:r>
            <a:endParaRPr lang="en-NZ" b="1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547003"/>
              </p:ext>
            </p:extLst>
          </p:nvPr>
        </p:nvGraphicFramePr>
        <p:xfrm>
          <a:off x="608012" y="1556942"/>
          <a:ext cx="11582400" cy="525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4076190" imgH="10717460" progId="Word.Document.12">
                  <p:embed/>
                </p:oleObj>
              </mc:Choice>
              <mc:Fallback>
                <p:oleObj name="Document" r:id="rId3" imgW="24076190" imgH="10717460" progId="Word.Document.12">
                  <p:embed/>
                  <p:pic>
                    <p:nvPicPr>
                      <p:cNvPr id="614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2" y="1556942"/>
                        <a:ext cx="11582400" cy="525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079743" y="720011"/>
            <a:ext cx="9574764" cy="59364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Table 3.1   Reasons for Process Creation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66518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4951412" y="1919188"/>
            <a:ext cx="0" cy="4534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2410" y="5640704"/>
            <a:ext cx="8398967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22410" y="4124595"/>
            <a:ext cx="8398967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522410" y="3364874"/>
            <a:ext cx="8398967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ctr"/>
            <a:r>
              <a:rPr lang="en-NZ" b="1" dirty="0">
                <a:solidFill>
                  <a:schemeClr val="accent1">
                    <a:lumMod val="75000"/>
                  </a:schemeClr>
                </a:solidFill>
              </a:rPr>
              <a:t>Process 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2" y="2399805"/>
            <a:ext cx="11277599" cy="64576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NZ" sz="2800" dirty="0"/>
              <a:t>There must be a means for a process to indicate its completion</a:t>
            </a:r>
          </a:p>
          <a:p>
            <a:pPr>
              <a:lnSpc>
                <a:spcPct val="150000"/>
              </a:lnSpc>
            </a:pPr>
            <a:r>
              <a:rPr lang="en-NZ" sz="2800" dirty="0"/>
              <a:t>A batch job should include a HALT instruction or an explicit OS service call for termination</a:t>
            </a:r>
          </a:p>
          <a:p>
            <a:pPr>
              <a:lnSpc>
                <a:spcPct val="150000"/>
              </a:lnSpc>
            </a:pPr>
            <a:r>
              <a:rPr lang="en-NZ" sz="2800" dirty="0"/>
              <a:t>For an interactive application, the action of the user will indicate when the process is completed  (e.g. log off, quitting an application)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4785293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13328" y="804902"/>
            <a:ext cx="2159734" cy="988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79" b="1" dirty="0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+mj-cs"/>
              </a:rPr>
              <a:t>Table</a:t>
            </a:r>
            <a:r>
              <a:rPr lang="en-US" b="1" dirty="0">
                <a:latin typeface="+mn-lt"/>
              </a:rPr>
              <a:t> </a:t>
            </a:r>
            <a:r>
              <a:rPr lang="en-US" sz="3779" b="1" dirty="0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+mj-cs"/>
              </a:rPr>
              <a:t>3.2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93318" y="1868767"/>
            <a:ext cx="2079744" cy="132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25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Reasons for Process Termination</a:t>
            </a:r>
            <a:endParaRPr lang="en-US" sz="2625" dirty="0"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753" y="54103"/>
            <a:ext cx="8339365" cy="69534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6212" y="6279992"/>
            <a:ext cx="2479367" cy="724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>
                <a:latin typeface="+mn-lt"/>
              </a:rPr>
              <a:t>(Table is located on page 111</a:t>
            </a:r>
          </a:p>
          <a:p>
            <a:r>
              <a:rPr lang="en-US" sz="1155" dirty="0">
                <a:latin typeface="+mn-lt"/>
              </a:rPr>
              <a:t> in the textbook)</a:t>
            </a:r>
          </a:p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26523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3244224" y="3722448"/>
            <a:ext cx="6159242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83443" y="6624964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66496" y="2705480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66496" y="2210868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66497" y="1910575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566497" y="1551952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359464" y="585382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583443" y="3160043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83443" y="3631234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66493" y="6030892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583443" y="5615408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588033" y="5290983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566494" y="4951756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66494" y="4486946"/>
            <a:ext cx="5679301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l"/>
            <a:r>
              <a:rPr lang="en-US" b="1" dirty="0">
                <a:ln w="1905"/>
                <a:solidFill>
                  <a:schemeClr val="accent1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highlight>
                  <a:srgbClr val="FFFF00"/>
                </a:highlight>
              </a:rPr>
              <a:t>Class Activity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50520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481B7-20D8-57CB-9706-23318721B1E6}"/>
              </a:ext>
            </a:extLst>
          </p:cNvPr>
          <p:cNvSpPr txBox="1"/>
          <p:nvPr/>
        </p:nvSpPr>
        <p:spPr>
          <a:xfrm>
            <a:off x="1038285" y="2456656"/>
            <a:ext cx="62753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GB" sz="3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one process spawns another, the spawned process is referred to as the __________ .</a:t>
            </a:r>
            <a:endParaRPr lang="en-US" sz="32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4E50C-BAD8-C198-CBF2-3E3F8B1BDAA6}"/>
              </a:ext>
            </a:extLst>
          </p:cNvPr>
          <p:cNvSpPr txBox="1"/>
          <p:nvPr/>
        </p:nvSpPr>
        <p:spPr>
          <a:xfrm>
            <a:off x="8304212" y="851111"/>
            <a:ext cx="3581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i="0" dirty="0">
                <a:effectLst/>
                <a:latin typeface="MentiText"/>
              </a:rPr>
              <a:t>157-180-744</a:t>
            </a:r>
            <a:endParaRPr lang="en-GB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31573-AB92-25E5-AEE3-B726E5FA1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121" y="2337318"/>
            <a:ext cx="4271491" cy="4244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7CB0DA-0099-F658-3A31-FC34F1CFFE55}"/>
              </a:ext>
            </a:extLst>
          </p:cNvPr>
          <p:cNvSpPr txBox="1"/>
          <p:nvPr/>
        </p:nvSpPr>
        <p:spPr>
          <a:xfrm>
            <a:off x="531812" y="4556272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https://ulsteruniversity.display.vevox.com/#/present/402677/OHUG86LWUHM376OPKD77</a:t>
            </a:r>
            <a:r>
              <a:rPr lang="en-GB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AFA90-46B0-FD7F-6D79-848C30C12E25}"/>
              </a:ext>
            </a:extLst>
          </p:cNvPr>
          <p:cNvSpPr txBox="1"/>
          <p:nvPr/>
        </p:nvSpPr>
        <p:spPr>
          <a:xfrm>
            <a:off x="1266715" y="5732559"/>
            <a:ext cx="34560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 err="1"/>
              <a:t>Vevox.app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371158751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119738" y="619550"/>
            <a:ext cx="8558947" cy="799901"/>
          </a:xfrm>
        </p:spPr>
        <p:txBody>
          <a:bodyPr/>
          <a:lstStyle/>
          <a:p>
            <a:pPr algn="ctr"/>
            <a:r>
              <a:rPr lang="en-US" sz="56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Five-State Process Model</a:t>
            </a:r>
          </a:p>
        </p:txBody>
      </p:sp>
      <p:pic>
        <p:nvPicPr>
          <p:cNvPr id="5" name="Picture 4" descr="f6.pdf"/>
          <p:cNvPicPr>
            <a:picLocks noChangeAspect="1"/>
          </p:cNvPicPr>
          <p:nvPr/>
        </p:nvPicPr>
        <p:blipFill>
          <a:blip r:embed="rId3"/>
          <a:srcRect l="6364" t="24706" r="8182" b="16471"/>
          <a:stretch>
            <a:fillRect/>
          </a:stretch>
        </p:blipFill>
        <p:spPr>
          <a:xfrm>
            <a:off x="0" y="1348787"/>
            <a:ext cx="11020568" cy="538486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105254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27F142-E3A8-337E-0D2A-838F4484A2C5}"/>
              </a:ext>
            </a:extLst>
          </p:cNvPr>
          <p:cNvSpPr txBox="1"/>
          <p:nvPr/>
        </p:nvSpPr>
        <p:spPr>
          <a:xfrm>
            <a:off x="8380412" y="5102435"/>
            <a:ext cx="382227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more natural way to handle this situation is to split the Not Running state into two states: Ready and Blocked. This is shown in Figure 3.6 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F8EA4-DF7A-952E-BD56-731F6DFAC86E}"/>
              </a:ext>
            </a:extLst>
          </p:cNvPr>
          <p:cNvSpPr txBox="1"/>
          <p:nvPr/>
        </p:nvSpPr>
        <p:spPr>
          <a:xfrm>
            <a:off x="989012" y="248561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8AB61-7883-1766-9E1E-BEEC8F83B1B2}"/>
              </a:ext>
            </a:extLst>
          </p:cNvPr>
          <p:cNvSpPr txBox="1"/>
          <p:nvPr/>
        </p:nvSpPr>
        <p:spPr>
          <a:xfrm>
            <a:off x="6902354" y="282018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79861-A35C-A548-9D82-AAD07B6BB1F4}"/>
              </a:ext>
            </a:extLst>
          </p:cNvPr>
          <p:cNvSpPr txBox="1"/>
          <p:nvPr/>
        </p:nvSpPr>
        <p:spPr>
          <a:xfrm>
            <a:off x="3579812" y="2706945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706440-D099-45FB-5B95-DF2B8081C2D1}"/>
              </a:ext>
            </a:extLst>
          </p:cNvPr>
          <p:cNvSpPr txBox="1"/>
          <p:nvPr/>
        </p:nvSpPr>
        <p:spPr>
          <a:xfrm>
            <a:off x="4951412" y="459025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7A0850-0563-88D5-57C4-14C822A36DF0}"/>
              </a:ext>
            </a:extLst>
          </p:cNvPr>
          <p:cNvSpPr txBox="1"/>
          <p:nvPr/>
        </p:nvSpPr>
        <p:spPr>
          <a:xfrm>
            <a:off x="9660256" y="261191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 xmlns:mv="urn:schemas-microsoft-com:mac:vml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f7.pdf"/>
          <p:cNvPicPr>
            <a:picLocks noChangeAspect="1"/>
          </p:cNvPicPr>
          <p:nvPr/>
        </p:nvPicPr>
        <p:blipFill rotWithShape="1">
          <a:blip r:embed="rId3"/>
          <a:srcRect t="12532" b="21309"/>
          <a:stretch/>
        </p:blipFill>
        <p:spPr>
          <a:xfrm>
            <a:off x="912812" y="1008856"/>
            <a:ext cx="11329280" cy="580707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90515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 xmlns:mv="urn:schemas-microsoft-com:mac:vml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2291385" y="479047"/>
            <a:ext cx="8213990" cy="1280837"/>
          </a:xfrm>
        </p:spPr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Suspended Processes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sz="half" idx="1"/>
          </p:nvPr>
        </p:nvSpPr>
        <p:spPr>
          <a:xfrm>
            <a:off x="608012" y="2239824"/>
            <a:ext cx="11734800" cy="4712631"/>
          </a:xfrm>
        </p:spPr>
        <p:txBody>
          <a:bodyPr>
            <a:normAutofit/>
          </a:bodyPr>
          <a:lstStyle/>
          <a:p>
            <a:pPr marL="296626" lvl="1" indent="-296626">
              <a:lnSpc>
                <a:spcPct val="90000"/>
              </a:lnSpc>
              <a:spcBef>
                <a:spcPts val="1889"/>
              </a:spcBef>
            </a:pPr>
            <a:r>
              <a:rPr lang="en-US" sz="2939" dirty="0"/>
              <a:t>Swapping</a:t>
            </a:r>
          </a:p>
          <a:p>
            <a:pPr marL="593253" lvl="2">
              <a:lnSpc>
                <a:spcPct val="90000"/>
              </a:lnSpc>
              <a:spcBef>
                <a:spcPts val="1889"/>
              </a:spcBef>
            </a:pPr>
            <a:r>
              <a:rPr lang="en-US" sz="2000" dirty="0"/>
              <a:t>Involves moving part of all of a process from main memory to disk</a:t>
            </a:r>
          </a:p>
          <a:p>
            <a:pPr marL="593253" lvl="2">
              <a:lnSpc>
                <a:spcPct val="90000"/>
              </a:lnSpc>
              <a:spcBef>
                <a:spcPts val="1889"/>
              </a:spcBef>
            </a:pPr>
            <a:r>
              <a:rPr lang="en-US" sz="2000" dirty="0"/>
              <a:t>When none of the processes in main memory is in the Ready state, the OS swaps one of the blocked processes out on to disk into a suspend queue</a:t>
            </a:r>
          </a:p>
          <a:p>
            <a:pPr marL="1186505" lvl="4">
              <a:lnSpc>
                <a:spcPct val="90000"/>
              </a:lnSpc>
            </a:pPr>
            <a:r>
              <a:rPr lang="en-US" sz="2000" dirty="0"/>
              <a:t>This is a queue of existing processes that have been temporarily kicked out of main memory, or suspended</a:t>
            </a:r>
          </a:p>
          <a:p>
            <a:pPr marL="1186505" lvl="4">
              <a:lnSpc>
                <a:spcPct val="90000"/>
              </a:lnSpc>
            </a:pPr>
            <a:r>
              <a:rPr lang="en-US" sz="2000" dirty="0"/>
              <a:t>The OS then brings in another process from the suspend queue or it honors a new-process request</a:t>
            </a:r>
          </a:p>
          <a:p>
            <a:pPr marL="1186505" lvl="4">
              <a:lnSpc>
                <a:spcPct val="90000"/>
              </a:lnSpc>
            </a:pPr>
            <a:r>
              <a:rPr lang="en-US" sz="2000" dirty="0"/>
              <a:t>Execution then continues with the newly arrived process</a:t>
            </a:r>
          </a:p>
          <a:p>
            <a:pPr marL="593253" lvl="2">
              <a:spcBef>
                <a:spcPts val="1889"/>
              </a:spcBef>
            </a:pPr>
            <a:r>
              <a:rPr lang="en-US" sz="2000" dirty="0"/>
              <a:t>Swapping, however, is an I/O operation and therefore there is the potential for making the problem worse, not better. Because disk I/O is generally the fastest I/O on a system, swapping will usually enhance performance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9488">
            <a:off x="2613798" y="571771"/>
            <a:ext cx="999465" cy="1277364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585196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9.pdf"/>
          <p:cNvPicPr>
            <a:picLocks noChangeAspect="1"/>
          </p:cNvPicPr>
          <p:nvPr/>
        </p:nvPicPr>
        <p:blipFill>
          <a:blip r:embed="rId3"/>
          <a:srcRect t="4545" b="65455"/>
          <a:stretch>
            <a:fillRect/>
          </a:stretch>
        </p:blipFill>
        <p:spPr>
          <a:xfrm>
            <a:off x="92276" y="1328316"/>
            <a:ext cx="12720603" cy="4938339"/>
          </a:xfrm>
          <a:prstGeom prst="rect">
            <a:avLst/>
          </a:prstGeom>
        </p:spPr>
      </p:pic>
      <p:pic>
        <p:nvPicPr>
          <p:cNvPr id="7" name="Picture 6" descr="f9.pdf"/>
          <p:cNvPicPr>
            <a:picLocks noChangeAspect="1"/>
          </p:cNvPicPr>
          <p:nvPr/>
        </p:nvPicPr>
        <p:blipFill>
          <a:blip r:embed="rId4"/>
          <a:srcRect t="81818" b="11818"/>
          <a:stretch>
            <a:fillRect/>
          </a:stretch>
        </p:blipFill>
        <p:spPr>
          <a:xfrm>
            <a:off x="2284412" y="6266656"/>
            <a:ext cx="8770277" cy="62104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985146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F428D-2A7E-C541-D2F0-6CFB20DF4CBE}"/>
              </a:ext>
            </a:extLst>
          </p:cNvPr>
          <p:cNvSpPr txBox="1"/>
          <p:nvPr/>
        </p:nvSpPr>
        <p:spPr>
          <a:xfrm>
            <a:off x="9142412" y="3447256"/>
            <a:ext cx="31736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all of the processes</a:t>
            </a:r>
          </a:p>
          <a:p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main memory are in the Blocked state, the OS can suspend one process by</a:t>
            </a:r>
          </a:p>
          <a:p>
            <a:r>
              <a:rPr lang="en-US" sz="18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putting it in the Suspend state and transferring it to disk. 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space that is freed in</a:t>
            </a:r>
          </a:p>
          <a:p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 memory can then be used to bring in another process.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9.pdf"/>
          <p:cNvPicPr>
            <a:picLocks noChangeAspect="1"/>
          </p:cNvPicPr>
          <p:nvPr/>
        </p:nvPicPr>
        <p:blipFill>
          <a:blip r:embed="rId3"/>
          <a:srcRect t="34545" b="12727"/>
          <a:stretch>
            <a:fillRect/>
          </a:stretch>
        </p:blipFill>
        <p:spPr>
          <a:xfrm>
            <a:off x="1598612" y="400050"/>
            <a:ext cx="9600009" cy="655054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90515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355" y="548112"/>
            <a:ext cx="10951986" cy="1388887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Characteristics of a Suspended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67979" y="2399773"/>
            <a:ext cx="5208960" cy="1199883"/>
          </a:xfrm>
        </p:spPr>
        <p:txBody>
          <a:bodyPr>
            <a:normAutofit/>
          </a:bodyPr>
          <a:lstStyle/>
          <a:p>
            <a:r>
              <a:rPr lang="en-US" sz="2519" dirty="0"/>
              <a:t>The process may or may not be waiting on an event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>
          <a:xfrm>
            <a:off x="6667979" y="4239579"/>
            <a:ext cx="5206247" cy="1569878"/>
          </a:xfrm>
        </p:spPr>
        <p:txBody>
          <a:bodyPr>
            <a:normAutofit/>
          </a:bodyPr>
          <a:lstStyle/>
          <a:p>
            <a:r>
              <a:rPr lang="en-US" sz="2519" dirty="0"/>
              <a:t>The process may not be removed from this state until the agent explicitly orders the removal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4"/>
          </p:nvPr>
        </p:nvSpPr>
        <p:spPr>
          <a:xfrm>
            <a:off x="922240" y="2399773"/>
            <a:ext cx="5476972" cy="1919817"/>
          </a:xfrm>
        </p:spPr>
        <p:txBody>
          <a:bodyPr>
            <a:normAutofit/>
          </a:bodyPr>
          <a:lstStyle/>
          <a:p>
            <a:r>
              <a:rPr lang="en-US" sz="2519" dirty="0"/>
              <a:t>The process is not immediately available for execution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5"/>
          </p:nvPr>
        </p:nvSpPr>
        <p:spPr>
          <a:xfrm>
            <a:off x="838355" y="4102893"/>
            <a:ext cx="5526206" cy="2209800"/>
          </a:xfrm>
        </p:spPr>
        <p:txBody>
          <a:bodyPr>
            <a:noAutofit/>
          </a:bodyPr>
          <a:lstStyle/>
          <a:p>
            <a:r>
              <a:rPr lang="en-US" sz="2519" dirty="0"/>
              <a:t>The process was placed in a suspended state by an agent: either itself, a parent process, or the OS, for the purpose of preventing its execution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545077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999755" y="720011"/>
            <a:ext cx="8798917" cy="639921"/>
          </a:xfrm>
        </p:spPr>
        <p:txBody>
          <a:bodyPr/>
          <a:lstStyle/>
          <a:p>
            <a:pPr algn="ctr"/>
            <a:r>
              <a:rPr lang="en-US" sz="335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3.3    Reasons for Process Suspension </a:t>
            </a:r>
          </a:p>
        </p:txBody>
      </p:sp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2479695" y="1439922"/>
          <a:ext cx="7999015" cy="5369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2247619" imgH="14933333" progId="Word.Document.12">
                  <p:embed/>
                </p:oleObj>
              </mc:Choice>
              <mc:Fallback>
                <p:oleObj name="Document" r:id="rId3" imgW="22247619" imgH="14933333" progId="Word.Document.12">
                  <p:embed/>
                  <p:pic>
                    <p:nvPicPr>
                      <p:cNvPr id="788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95" y="1439922"/>
                        <a:ext cx="7999015" cy="5369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105254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2919640" y="4119593"/>
            <a:ext cx="5199360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559685" y="5599410"/>
            <a:ext cx="7839035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559685" y="4399558"/>
            <a:ext cx="7839035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559685" y="3359686"/>
            <a:ext cx="7839035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559685" y="2319814"/>
            <a:ext cx="7839035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 xmlns:mv="urn:schemas-microsoft-com:mac:vml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110" y="478962"/>
            <a:ext cx="11192102" cy="1388887"/>
          </a:xfrm>
        </p:spPr>
        <p:txBody>
          <a:bodyPr/>
          <a:lstStyle/>
          <a:p>
            <a:pPr algn="l"/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 </a:t>
            </a:r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highlight>
                  <a:srgbClr val="FFFF00"/>
                </a:highlight>
              </a:rPr>
              <a:t>Control </a:t>
            </a:r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Information </a:t>
            </a:r>
            <a:b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NZ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(in PCB)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2110" y="2456656"/>
            <a:ext cx="9668102" cy="4648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NZ" sz="2939" dirty="0"/>
              <a:t>The additional information needed by the OS to control and coordinate the various active processes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NZ" sz="2939" dirty="0"/>
              <a:t>i.e., process state, </a:t>
            </a:r>
            <a:r>
              <a:rPr lang="en-NZ" sz="2939" dirty="0" err="1"/>
              <a:t>priority,m</a:t>
            </a:r>
            <a:r>
              <a:rPr lang="en-NZ" sz="2939" dirty="0"/>
              <a:t> scheduling related </a:t>
            </a:r>
            <a:r>
              <a:rPr lang="en-NZ" sz="2939" dirty="0" err="1"/>
              <a:t>infor</a:t>
            </a:r>
            <a:r>
              <a:rPr lang="en-NZ" sz="2939" dirty="0"/>
              <a:t>, data </a:t>
            </a:r>
            <a:r>
              <a:rPr lang="en-NZ" sz="2939" dirty="0" err="1"/>
              <a:t>structuing</a:t>
            </a:r>
            <a:r>
              <a:rPr lang="en-NZ" sz="2939" dirty="0"/>
              <a:t> for queues etc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26523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0447495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1.pdf"/>
          <p:cNvPicPr>
            <a:picLocks noChangeAspect="1"/>
          </p:cNvPicPr>
          <p:nvPr/>
        </p:nvPicPr>
        <p:blipFill>
          <a:blip r:embed="rId3"/>
          <a:srcRect l="10909" t="4706" r="12727" b="4706"/>
          <a:stretch>
            <a:fillRect/>
          </a:stretch>
        </p:blipFill>
        <p:spPr>
          <a:xfrm>
            <a:off x="684212" y="464029"/>
            <a:ext cx="8427731" cy="627125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385097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16EF2-8B82-5BDC-DDF4-F26EE9F58C7D}"/>
              </a:ext>
            </a:extLst>
          </p:cNvPr>
          <p:cNvSpPr txBox="1"/>
          <p:nvPr/>
        </p:nvSpPr>
        <p:spPr>
          <a:xfrm>
            <a:off x="9599612" y="4611384"/>
            <a:ext cx="2362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3.11 , which shows four different types of tables maintained by the OS: memory, I/O, file, and process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13.pdf"/>
          <p:cNvPicPr>
            <a:picLocks noChangeAspect="1"/>
          </p:cNvPicPr>
          <p:nvPr/>
        </p:nvPicPr>
        <p:blipFill>
          <a:blip r:embed="rId3"/>
          <a:srcRect l="5455" t="7059" r="6364" b="4706"/>
          <a:stretch>
            <a:fillRect/>
          </a:stretch>
        </p:blipFill>
        <p:spPr>
          <a:xfrm>
            <a:off x="608012" y="494190"/>
            <a:ext cx="8032769" cy="621093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74517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F476B-9FDF-65B4-41F8-C6B676F2CA8A}"/>
              </a:ext>
            </a:extLst>
          </p:cNvPr>
          <p:cNvSpPr txBox="1"/>
          <p:nvPr/>
        </p:nvSpPr>
        <p:spPr>
          <a:xfrm>
            <a:off x="8630954" y="4666456"/>
            <a:ext cx="34070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process image consists of a process control block, a user stack, the private address space of the process, and any other address space that the process shares with other processes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636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:mv="urn:schemas-microsoft-com:mac:vml" xmlns="">
      <p:transition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4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963" y="100"/>
            <a:ext cx="9316501" cy="719911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82516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761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l"/>
            <a:r>
              <a:rPr lang="en-US" b="1" dirty="0">
                <a:ln w="1905"/>
                <a:solidFill>
                  <a:schemeClr val="accent1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highlight>
                  <a:srgbClr val="FFFF00"/>
                </a:highlight>
              </a:rPr>
              <a:t>Class Activity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50520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481B7-20D8-57CB-9706-23318721B1E6}"/>
              </a:ext>
            </a:extLst>
          </p:cNvPr>
          <p:cNvSpPr txBox="1"/>
          <p:nvPr/>
        </p:nvSpPr>
        <p:spPr>
          <a:xfrm>
            <a:off x="1008622" y="2204255"/>
            <a:ext cx="62287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GB" sz="2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The collection of a process control block, a user stack, the private address space of the process, and any other address space that the process shares with other processes in the Virtual Memory is referred to as ……………..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4E50C-BAD8-C198-CBF2-3E3F8B1BDAA6}"/>
              </a:ext>
            </a:extLst>
          </p:cNvPr>
          <p:cNvSpPr txBox="1"/>
          <p:nvPr/>
        </p:nvSpPr>
        <p:spPr>
          <a:xfrm>
            <a:off x="8304211" y="851111"/>
            <a:ext cx="35352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i="0" dirty="0">
                <a:effectLst/>
                <a:latin typeface="MentiText"/>
              </a:rPr>
              <a:t>157-180-744</a:t>
            </a:r>
            <a:endParaRPr lang="en-GB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4A664-94F9-99F6-87EA-3A2BD3950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01" y="2204255"/>
            <a:ext cx="4597456" cy="46175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0A0BFC-309D-3F1A-FC69-4D5EAE913E41}"/>
              </a:ext>
            </a:extLst>
          </p:cNvPr>
          <p:cNvSpPr txBox="1"/>
          <p:nvPr/>
        </p:nvSpPr>
        <p:spPr>
          <a:xfrm>
            <a:off x="608012" y="5341088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https://ulsteruniversity.display.vevox.com/#/present/402677/OHUG86LWUHM376OPKD77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916764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9714" y="720012"/>
            <a:ext cx="8213990" cy="1227873"/>
          </a:xfrm>
        </p:spPr>
        <p:txBody>
          <a:bodyPr/>
          <a:lstStyle/>
          <a:p>
            <a:pPr algn="l"/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Role of the </a:t>
            </a:r>
            <a:b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 Control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2" y="2479796"/>
            <a:ext cx="11201400" cy="4319468"/>
          </a:xfrm>
        </p:spPr>
        <p:txBody>
          <a:bodyPr>
            <a:normAutofit/>
          </a:bodyPr>
          <a:lstStyle/>
          <a:p>
            <a:r>
              <a:rPr lang="en-NZ" sz="2400" dirty="0"/>
              <a:t>PCB is the most important data structure in an OS</a:t>
            </a:r>
          </a:p>
          <a:p>
            <a:pPr marL="714903" lvl="1" indent="-226636"/>
            <a:r>
              <a:rPr lang="en-NZ" sz="2400" dirty="0"/>
              <a:t> Contains all of the information about a process that is needed by the OS</a:t>
            </a:r>
          </a:p>
          <a:p>
            <a:pPr marL="714903" lvl="1" indent="-226636"/>
            <a:r>
              <a:rPr lang="en-NZ" sz="2400" dirty="0"/>
              <a:t>Blocks are read and/or modified by virtually every module in the OS</a:t>
            </a:r>
          </a:p>
          <a:p>
            <a:pPr marL="714903" lvl="1" indent="-226636"/>
            <a:r>
              <a:rPr lang="en-NZ" sz="2400" dirty="0"/>
              <a:t>Defines the state of the OS</a:t>
            </a:r>
          </a:p>
          <a:p>
            <a:r>
              <a:rPr lang="en-NZ" sz="2400" dirty="0"/>
              <a:t>Difficulty is not access (to PCB), but protection</a:t>
            </a:r>
          </a:p>
          <a:p>
            <a:pPr marL="714903" lvl="1" indent="-226636"/>
            <a:r>
              <a:rPr lang="en-NZ" sz="2400" dirty="0"/>
              <a:t>A bug in a single routine could damage process control blocks, which could destroy the system’s ability to manage the affected processes</a:t>
            </a:r>
          </a:p>
          <a:p>
            <a:pPr marL="714903" lvl="1" indent="-226636"/>
            <a:r>
              <a:rPr lang="en-NZ" sz="2400" dirty="0"/>
              <a:t>A design change in the structure or semantics of the process control block could affect a number of modules in the OS</a:t>
            </a:r>
          </a:p>
          <a:p>
            <a:pPr lvl="1"/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4545324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2470776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Modes of Execution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Mode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sz="half" idx="2"/>
          </p:nvPr>
        </p:nvSpPr>
        <p:spPr>
          <a:xfrm>
            <a:off x="921486" y="2639774"/>
            <a:ext cx="5237755" cy="399950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519" dirty="0"/>
          </a:p>
          <a:p>
            <a:pPr lvl="1">
              <a:lnSpc>
                <a:spcPct val="150000"/>
              </a:lnSpc>
            </a:pPr>
            <a:r>
              <a:rPr lang="en-US" sz="2519" dirty="0"/>
              <a:t>Less-privileged mode</a:t>
            </a:r>
          </a:p>
          <a:p>
            <a:pPr lvl="1">
              <a:lnSpc>
                <a:spcPct val="150000"/>
              </a:lnSpc>
            </a:pPr>
            <a:r>
              <a:rPr lang="en-US" sz="2519" dirty="0"/>
              <a:t>User programs typically execute in this mode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System Mode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9183" y="2559784"/>
            <a:ext cx="5551229" cy="333459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sz="2519" dirty="0"/>
          </a:p>
          <a:p>
            <a:pPr lvl="1">
              <a:lnSpc>
                <a:spcPct val="150000"/>
              </a:lnSpc>
            </a:pPr>
            <a:r>
              <a:rPr lang="en-US" sz="2519" dirty="0"/>
              <a:t>More-privileged mode</a:t>
            </a:r>
          </a:p>
          <a:p>
            <a:pPr lvl="1">
              <a:lnSpc>
                <a:spcPct val="150000"/>
              </a:lnSpc>
            </a:pPr>
            <a:r>
              <a:rPr lang="en-US" sz="2519" dirty="0"/>
              <a:t>Also referred to as control mode or kernel mode</a:t>
            </a:r>
          </a:p>
          <a:p>
            <a:pPr lvl="1">
              <a:lnSpc>
                <a:spcPct val="150000"/>
              </a:lnSpc>
            </a:pPr>
            <a:r>
              <a:rPr lang="en-US" sz="2519" dirty="0"/>
              <a:t>Kernel of the operating system</a:t>
            </a:r>
          </a:p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785047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696870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615901" y="720011"/>
            <a:ext cx="6942800" cy="369332"/>
          </a:xfrm>
          <a:prstGeom prst="rect">
            <a:avLst/>
          </a:prstGeom>
          <a:blipFill rotWithShape="1"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759784" y="1599903"/>
            <a:ext cx="1608717" cy="3139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Table 3.7</a:t>
            </a:r>
          </a:p>
          <a:p>
            <a:pPr algn="ctr"/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Typical 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Functions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of an 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Operating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System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Kernel</a:t>
            </a:r>
            <a:r>
              <a:rPr lang="en-US" kern="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8704" y="13224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6239"/>
          <a:stretch/>
        </p:blipFill>
        <p:spPr>
          <a:xfrm>
            <a:off x="3368501" y="652103"/>
            <a:ext cx="8265466" cy="6163826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585196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078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2291385" y="479047"/>
            <a:ext cx="8213990" cy="1280837"/>
          </a:xfrm>
        </p:spPr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 Creation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sz="half" idx="1"/>
          </p:nvPr>
        </p:nvSpPr>
        <p:spPr>
          <a:xfrm>
            <a:off x="2159734" y="1999855"/>
            <a:ext cx="8238986" cy="4159487"/>
          </a:xfrm>
        </p:spPr>
        <p:txBody>
          <a:bodyPr>
            <a:normAutofit/>
          </a:bodyPr>
          <a:lstStyle/>
          <a:p>
            <a:r>
              <a:rPr lang="en-NZ" sz="2939" dirty="0"/>
              <a:t>Once the OS decides to create a new process it: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64247426"/>
              </p:ext>
            </p:extLst>
          </p:nvPr>
        </p:nvGraphicFramePr>
        <p:xfrm>
          <a:off x="684173" y="2559784"/>
          <a:ext cx="11428413" cy="4256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305107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834900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755" y="2079844"/>
            <a:ext cx="8798917" cy="639921"/>
          </a:xfrm>
        </p:spPr>
        <p:txBody>
          <a:bodyPr/>
          <a:lstStyle/>
          <a:p>
            <a:pPr algn="ctr">
              <a:lnSpc>
                <a:spcPts val="5039"/>
              </a:lnSpc>
              <a:spcAft>
                <a:spcPts val="1889"/>
              </a:spcAf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3.8 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Mechanisms for Interrupting the Execution of a Process </a:t>
            </a:r>
            <a:endParaRPr lang="en-NZ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763" y="2959736"/>
            <a:ext cx="9064810" cy="409623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4945274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5479326" y="4999485"/>
            <a:ext cx="3439577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2040583" y="4998651"/>
            <a:ext cx="3439577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919764" y="4879499"/>
            <a:ext cx="8878907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919764" y="5599410"/>
            <a:ext cx="8878907" cy="1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74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 xmlns:mv="urn:schemas-microsoft-com:mac:vml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427296" cy="1200847"/>
          </a:xfrm>
        </p:spPr>
        <p:txBody>
          <a:bodyPr/>
          <a:lstStyle/>
          <a:p>
            <a:pPr algn="ctr"/>
            <a:r>
              <a:rPr lang="en-US" b="1" dirty="0">
                <a:ln w="1905"/>
                <a:solidFill>
                  <a:schemeClr val="accent1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System Interrupts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150" dirty="0"/>
              <a:t>Interrupt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1919764" y="2879745"/>
            <a:ext cx="3839527" cy="3999508"/>
          </a:xfrm>
        </p:spPr>
        <p:txBody>
          <a:bodyPr>
            <a:normAutofit lnSpcReduction="10000"/>
          </a:bodyPr>
          <a:lstStyle/>
          <a:p>
            <a:pPr marL="488267" lvl="2" indent="-309958"/>
            <a:r>
              <a:rPr lang="en-US" sz="2099" dirty="0"/>
              <a:t>Due to some sort of event that is external to and independent of the currently running process</a:t>
            </a:r>
          </a:p>
          <a:p>
            <a:pPr marL="959869" lvl="3" indent="-293294"/>
            <a:r>
              <a:rPr lang="en-US" sz="2099" dirty="0"/>
              <a:t>Clock interrupt</a:t>
            </a:r>
          </a:p>
          <a:p>
            <a:pPr marL="959869" lvl="3" indent="-293294"/>
            <a:r>
              <a:rPr lang="en-US" sz="2099" dirty="0"/>
              <a:t>I/O interrupt</a:t>
            </a:r>
          </a:p>
          <a:p>
            <a:pPr marL="959869" lvl="3" indent="-293294"/>
            <a:r>
              <a:rPr lang="en-US" sz="2099" dirty="0"/>
              <a:t>Memory fault</a:t>
            </a:r>
          </a:p>
          <a:p>
            <a:pPr marL="488267" lvl="2" indent="-309958"/>
            <a:r>
              <a:rPr lang="en-US" sz="2099" dirty="0"/>
              <a:t>Time slice</a:t>
            </a:r>
          </a:p>
          <a:p>
            <a:pPr marL="784893" lvl="3" indent="-309958"/>
            <a:r>
              <a:rPr lang="en-US" sz="2099" dirty="0"/>
              <a:t>The maximum amount of time that a process can execute before being interrupted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150" dirty="0"/>
              <a:t>Trap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559192" y="2879745"/>
            <a:ext cx="4079498" cy="3999508"/>
          </a:xfrm>
        </p:spPr>
        <p:txBody>
          <a:bodyPr>
            <a:normAutofit lnSpcReduction="10000"/>
          </a:bodyPr>
          <a:lstStyle/>
          <a:p>
            <a:pPr marL="488267" lvl="2" indent="-309958"/>
            <a:r>
              <a:rPr lang="en-US" sz="2099" dirty="0"/>
              <a:t>An error or exception condition generated within the currently running process</a:t>
            </a:r>
          </a:p>
          <a:p>
            <a:pPr marL="488267" lvl="2" indent="-309958"/>
            <a:r>
              <a:rPr lang="en-US" sz="2099" dirty="0"/>
              <a:t>OS determines if the condition is fatal</a:t>
            </a:r>
          </a:p>
          <a:p>
            <a:pPr marL="894878" lvl="3" indent="-293294"/>
            <a:r>
              <a:rPr lang="en-US" sz="2099" dirty="0"/>
              <a:t>Moved to the Exit state and a process switch occurs</a:t>
            </a:r>
          </a:p>
          <a:p>
            <a:pPr marL="894878" lvl="3" indent="-293294"/>
            <a:r>
              <a:rPr lang="en-US" sz="2099" dirty="0"/>
              <a:t>Action will depend on the nature of the error the design of the OS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105254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198117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91385" y="479047"/>
            <a:ext cx="8213990" cy="1280836"/>
          </a:xfrm>
        </p:spPr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Mode Switching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</p:nvPr>
        </p:nvGraphicFramePr>
        <p:xfrm>
          <a:off x="2286384" y="2399806"/>
          <a:ext cx="8238986" cy="4159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82516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143114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Change of Process State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4294967295"/>
          </p:nvPr>
        </p:nvSpPr>
        <p:spPr>
          <a:xfrm>
            <a:off x="1999753" y="2159833"/>
            <a:ext cx="1999754" cy="11198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259"/>
              </a:spcBef>
            </a:pPr>
            <a:r>
              <a:rPr lang="en-US" dirty="0"/>
              <a:t>The steps in a full process switch are: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959636" y="2159834"/>
          <a:ext cx="8798917" cy="4639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59635" y="3839628"/>
            <a:ext cx="591927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259"/>
              </a:spcBef>
            </a:pPr>
            <a:r>
              <a:rPr lang="en-NZ" dirty="0">
                <a:latin typeface="+mn-lt"/>
              </a:rPr>
              <a:t>If the currently running process is to be moved to another state (Ready, Blocked, etc.), then the OS must make </a:t>
            </a:r>
            <a:r>
              <a:rPr lang="en-NZ" b="1" dirty="0">
                <a:latin typeface="+mn-lt"/>
              </a:rPr>
              <a:t>substantial</a:t>
            </a:r>
            <a:r>
              <a:rPr lang="en-NZ" dirty="0">
                <a:latin typeface="+mn-lt"/>
              </a:rPr>
              <a:t> changes in its environment</a:t>
            </a:r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145126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5536332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291385" y="479046"/>
            <a:ext cx="8213990" cy="1200848"/>
          </a:xfrm>
        </p:spPr>
        <p:txBody>
          <a:bodyPr/>
          <a:lstStyle/>
          <a:p>
            <a:pPr algn="l"/>
            <a:r>
              <a:rPr lang="en-US" b="1" dirty="0">
                <a:ln w="1905"/>
                <a:solidFill>
                  <a:schemeClr val="accent1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highlight>
                  <a:srgbClr val="FFFF00"/>
                </a:highlight>
              </a:rPr>
              <a:t>Class Activity 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5505205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481B7-20D8-57CB-9706-23318721B1E6}"/>
              </a:ext>
            </a:extLst>
          </p:cNvPr>
          <p:cNvSpPr txBox="1"/>
          <p:nvPr/>
        </p:nvSpPr>
        <p:spPr>
          <a:xfrm>
            <a:off x="985454" y="2609056"/>
            <a:ext cx="5085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GB" sz="2400" b="0" i="0" dirty="0">
                <a:effectLst/>
                <a:latin typeface="ProximaNova"/>
              </a:rPr>
              <a:t>The portion of the operating system that selects the next process to run is called the _________ .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4E50C-BAD8-C198-CBF2-3E3F8B1BDAA6}"/>
              </a:ext>
            </a:extLst>
          </p:cNvPr>
          <p:cNvSpPr txBox="1"/>
          <p:nvPr/>
        </p:nvSpPr>
        <p:spPr>
          <a:xfrm>
            <a:off x="8304211" y="851111"/>
            <a:ext cx="35352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i="0" dirty="0">
                <a:effectLst/>
                <a:latin typeface="MentiText"/>
              </a:rPr>
              <a:t>157-180-744</a:t>
            </a:r>
            <a:endParaRPr lang="en-GB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0DD4B-4EFC-5F1A-A6A0-F48BB073C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39" y="1795557"/>
            <a:ext cx="5144129" cy="52120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2291CE-B0D4-28E3-673A-82A12A9E7045}"/>
              </a:ext>
            </a:extLst>
          </p:cNvPr>
          <p:cNvSpPr txBox="1"/>
          <p:nvPr/>
        </p:nvSpPr>
        <p:spPr>
          <a:xfrm>
            <a:off x="659003" y="4280502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https://ulsteruniversity.display.vevox.com/#/present/402677/OHUG86LWUHM376OPKD77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839237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298" b="1" dirty="0">
                <a:solidFill>
                  <a:schemeClr val="accent1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What is a process?</a:t>
            </a:r>
          </a:p>
          <a:p>
            <a:pPr lvl="1"/>
            <a:r>
              <a:rPr lang="en-US" sz="2400" dirty="0"/>
              <a:t>Background</a:t>
            </a:r>
          </a:p>
          <a:p>
            <a:pPr lvl="1"/>
            <a:r>
              <a:rPr lang="en-US" sz="2400" dirty="0"/>
              <a:t>Processes and process control blocks</a:t>
            </a:r>
          </a:p>
          <a:p>
            <a:r>
              <a:rPr lang="en-US" sz="2400" dirty="0"/>
              <a:t>Process states</a:t>
            </a:r>
          </a:p>
          <a:p>
            <a:pPr lvl="1"/>
            <a:r>
              <a:rPr lang="en-US" sz="2400" dirty="0"/>
              <a:t>Two-state process model</a:t>
            </a:r>
          </a:p>
          <a:p>
            <a:pPr lvl="1"/>
            <a:r>
              <a:rPr lang="en-US" sz="2400" dirty="0"/>
              <a:t>Creation and termination</a:t>
            </a:r>
          </a:p>
          <a:p>
            <a:pPr lvl="1"/>
            <a:r>
              <a:rPr lang="en-US" sz="2400" dirty="0"/>
              <a:t>Five-state model</a:t>
            </a:r>
          </a:p>
          <a:p>
            <a:pPr lvl="1"/>
            <a:r>
              <a:rPr lang="en-US" sz="2400" dirty="0"/>
              <a:t>Suspended processes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399212" y="2399773"/>
            <a:ext cx="5482312" cy="4031283"/>
          </a:xfrm>
        </p:spPr>
        <p:txBody>
          <a:bodyPr>
            <a:normAutofit/>
          </a:bodyPr>
          <a:lstStyle/>
          <a:p>
            <a:r>
              <a:rPr lang="en-US" sz="2400" dirty="0"/>
              <a:t>Process description</a:t>
            </a:r>
          </a:p>
          <a:p>
            <a:pPr lvl="1"/>
            <a:r>
              <a:rPr lang="en-US" sz="2400" dirty="0"/>
              <a:t>Operating system control structures</a:t>
            </a:r>
          </a:p>
          <a:p>
            <a:pPr lvl="1"/>
            <a:r>
              <a:rPr lang="en-US" sz="2400" dirty="0"/>
              <a:t>Process control structures</a:t>
            </a:r>
          </a:p>
          <a:p>
            <a:r>
              <a:rPr lang="en-US" sz="2400" dirty="0"/>
              <a:t>Process control</a:t>
            </a:r>
          </a:p>
          <a:p>
            <a:pPr lvl="1"/>
            <a:r>
              <a:rPr lang="en-US" sz="2400" dirty="0"/>
              <a:t>Modes of execution</a:t>
            </a:r>
          </a:p>
          <a:p>
            <a:pPr lvl="1"/>
            <a:r>
              <a:rPr lang="en-US" sz="2400" dirty="0"/>
              <a:t>Process creation</a:t>
            </a:r>
          </a:p>
          <a:p>
            <a:pPr lvl="1"/>
            <a:r>
              <a:rPr lang="en-US" sz="2400" dirty="0"/>
              <a:t>Process switching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33880" y="6815929"/>
            <a:ext cx="6305107" cy="383286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x">
  <a:themeElements>
    <a:clrScheme name="Codex">
      <a:dk1>
        <a:sysClr val="windowText" lastClr="000000"/>
      </a:dk1>
      <a:lt1>
        <a:sysClr val="window" lastClr="FFFFFF"/>
      </a:lt1>
      <a:dk2>
        <a:srgbClr val="59564B"/>
      </a:dk2>
      <a:lt2>
        <a:srgbClr val="DFDAC7"/>
      </a:lt2>
      <a:accent1>
        <a:srgbClr val="990000"/>
      </a:accent1>
      <a:accent2>
        <a:srgbClr val="EFAB16"/>
      </a:accent2>
      <a:accent3>
        <a:srgbClr val="78AC35"/>
      </a:accent3>
      <a:accent4>
        <a:srgbClr val="35ACA2"/>
      </a:accent4>
      <a:accent5>
        <a:srgbClr val="4083CF"/>
      </a:accent5>
      <a:accent6>
        <a:srgbClr val="0D335E"/>
      </a:accent6>
      <a:hlink>
        <a:srgbClr val="EF8E1C"/>
      </a:hlink>
      <a:folHlink>
        <a:srgbClr val="FEC60B"/>
      </a:folHlink>
    </a:clrScheme>
    <a:fontScheme name="Codex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odex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alpha val="90000"/>
                <a:satMod val="115000"/>
              </a:schemeClr>
            </a:gs>
            <a:gs pos="100000">
              <a:schemeClr val="phClr">
                <a:shade val="94000"/>
                <a:alpha val="90000"/>
                <a:satMod val="135000"/>
              </a:schemeClr>
            </a:gs>
          </a:gsLst>
          <a:lin ang="5400000" scaled="1"/>
        </a:grad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2700" dir="5400000" rotWithShape="0">
              <a:srgbClr val="525252">
                <a:alpha val="85000"/>
              </a:srgbClr>
            </a:outerShdw>
          </a:effectLst>
          <a:scene3d>
            <a:camera prst="orthographicFront">
              <a:rot lat="0" lon="0" rev="0"/>
            </a:camera>
            <a:lightRig rig="sunrise" dir="t">
              <a:rot lat="0" lon="0" rev="6000000"/>
            </a:lightRig>
          </a:scene3d>
          <a:sp3d prstMaterial="matte">
            <a:bevelT w="50800" h="4445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11559</Words>
  <Application>Microsoft Office PowerPoint</Application>
  <PresentationFormat>Custom</PresentationFormat>
  <Paragraphs>1074</Paragraphs>
  <Slides>41</Slides>
  <Notes>40</Notes>
  <HiddenSlides>2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arial</vt:lpstr>
      <vt:lpstr>arial</vt:lpstr>
      <vt:lpstr>Calibri</vt:lpstr>
      <vt:lpstr>Calisto MT</vt:lpstr>
      <vt:lpstr>MentiText</vt:lpstr>
      <vt:lpstr>Open Sans</vt:lpstr>
      <vt:lpstr>ProximaNova</vt:lpstr>
      <vt:lpstr>Times New Roman</vt:lpstr>
      <vt:lpstr>Wingdings</vt:lpstr>
      <vt:lpstr>Custom Design</vt:lpstr>
      <vt:lpstr>Codex</vt:lpstr>
      <vt:lpstr>Document</vt:lpstr>
      <vt:lpstr>Lecture 3  Process Description and Control</vt:lpstr>
      <vt:lpstr>PowerPoint Presentation</vt:lpstr>
      <vt:lpstr>Summary of Earlier Concepts</vt:lpstr>
      <vt:lpstr>OS Management of Application Execution</vt:lpstr>
      <vt:lpstr>Process Management</vt:lpstr>
      <vt:lpstr>Process Elements</vt:lpstr>
      <vt:lpstr>Process Elements</vt:lpstr>
      <vt:lpstr>Process Control Block</vt:lpstr>
      <vt:lpstr>Process States</vt:lpstr>
      <vt:lpstr>Class Activity 1</vt:lpstr>
      <vt:lpstr>Process Execution</vt:lpstr>
      <vt:lpstr>PowerPoint Presentation</vt:lpstr>
      <vt:lpstr>Two-State Process Model</vt:lpstr>
      <vt:lpstr>PowerPoint Presentation</vt:lpstr>
      <vt:lpstr>Process Creation</vt:lpstr>
      <vt:lpstr>Table 3.1   Reasons for Process Creation</vt:lpstr>
      <vt:lpstr>Process Termination</vt:lpstr>
      <vt:lpstr>PowerPoint Presentation</vt:lpstr>
      <vt:lpstr>Class Activity 2</vt:lpstr>
      <vt:lpstr>Five-State Process Model</vt:lpstr>
      <vt:lpstr>PowerPoint Presentation</vt:lpstr>
      <vt:lpstr>Suspended Processes</vt:lpstr>
      <vt:lpstr>PowerPoint Presentation</vt:lpstr>
      <vt:lpstr>PowerPoint Presentation</vt:lpstr>
      <vt:lpstr>Characteristics of a Suspended Process</vt:lpstr>
      <vt:lpstr>Table 3.3    Reasons for Process Suspension </vt:lpstr>
      <vt:lpstr>Process Control Information  (in PCB)</vt:lpstr>
      <vt:lpstr>PowerPoint Presentation</vt:lpstr>
      <vt:lpstr>PowerPoint Presentation</vt:lpstr>
      <vt:lpstr>PowerPoint Presentation</vt:lpstr>
      <vt:lpstr>Class Activity 3</vt:lpstr>
      <vt:lpstr>Role of the  Process Control Block</vt:lpstr>
      <vt:lpstr>Modes of Execution</vt:lpstr>
      <vt:lpstr>PowerPoint Presentation</vt:lpstr>
      <vt:lpstr>Process Creation</vt:lpstr>
      <vt:lpstr>Table 3.8   Mechanisms for Interrupting the Execution of a Process </vt:lpstr>
      <vt:lpstr>System Interrupts</vt:lpstr>
      <vt:lpstr>Mode Switching</vt:lpstr>
      <vt:lpstr>Change of Process State</vt:lpstr>
      <vt:lpstr>Class Activity 4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  Process Description and Control</dc:title>
  <dc:creator/>
  <cp:lastModifiedBy/>
  <cp:revision>2</cp:revision>
  <dcterms:created xsi:type="dcterms:W3CDTF">2017-02-28T21:25:47Z</dcterms:created>
  <dcterms:modified xsi:type="dcterms:W3CDTF">2024-01-31T01:53:14Z</dcterms:modified>
</cp:coreProperties>
</file>