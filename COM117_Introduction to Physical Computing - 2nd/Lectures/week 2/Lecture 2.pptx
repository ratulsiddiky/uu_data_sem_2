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32.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33.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1"/>
    <p:sldMasterId id="2147483741" r:id="rId2"/>
  </p:sldMasterIdLst>
  <p:notesMasterIdLst>
    <p:notesMasterId r:id="rId43"/>
  </p:notesMasterIdLst>
  <p:handoutMasterIdLst>
    <p:handoutMasterId r:id="rId44"/>
  </p:handoutMasterIdLst>
  <p:sldIdLst>
    <p:sldId id="256" r:id="rId3"/>
    <p:sldId id="390" r:id="rId4"/>
    <p:sldId id="407" r:id="rId5"/>
    <p:sldId id="406" r:id="rId6"/>
    <p:sldId id="408" r:id="rId7"/>
    <p:sldId id="409" r:id="rId8"/>
    <p:sldId id="410" r:id="rId9"/>
    <p:sldId id="257" r:id="rId10"/>
    <p:sldId id="259" r:id="rId11"/>
    <p:sldId id="342" r:id="rId12"/>
    <p:sldId id="265" r:id="rId13"/>
    <p:sldId id="260" r:id="rId14"/>
    <p:sldId id="394" r:id="rId15"/>
    <p:sldId id="317" r:id="rId16"/>
    <p:sldId id="268" r:id="rId17"/>
    <p:sldId id="270" r:id="rId18"/>
    <p:sldId id="271" r:id="rId19"/>
    <p:sldId id="277" r:id="rId20"/>
    <p:sldId id="278" r:id="rId21"/>
    <p:sldId id="279" r:id="rId22"/>
    <p:sldId id="345" r:id="rId23"/>
    <p:sldId id="393" r:id="rId24"/>
    <p:sldId id="395" r:id="rId25"/>
    <p:sldId id="286" r:id="rId26"/>
    <p:sldId id="346" r:id="rId27"/>
    <p:sldId id="288" r:id="rId28"/>
    <p:sldId id="323" r:id="rId29"/>
    <p:sldId id="402" r:id="rId30"/>
    <p:sldId id="289" r:id="rId31"/>
    <p:sldId id="291" r:id="rId32"/>
    <p:sldId id="292" r:id="rId33"/>
    <p:sldId id="295" r:id="rId34"/>
    <p:sldId id="403" r:id="rId35"/>
    <p:sldId id="398" r:id="rId36"/>
    <p:sldId id="296" r:id="rId37"/>
    <p:sldId id="298" r:id="rId38"/>
    <p:sldId id="309" r:id="rId39"/>
    <p:sldId id="310" r:id="rId40"/>
    <p:sldId id="404" r:id="rId41"/>
    <p:sldId id="368" r:id="rId42"/>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66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790E351-69B3-4C33-9C4E-EFE2C788AABA}" v="21" dt="2023-12-11T18:02:54.4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inimized">
    <p:restoredLeft sz="0" autoAdjust="0"/>
    <p:restoredTop sz="80359" autoAdjust="0"/>
  </p:normalViewPr>
  <p:slideViewPr>
    <p:cSldViewPr>
      <p:cViewPr>
        <p:scale>
          <a:sx n="125" d="100"/>
          <a:sy n="125" d="100"/>
        </p:scale>
        <p:origin x="2548" y="164"/>
      </p:cViewPr>
      <p:guideLst>
        <p:guide orient="horz" pos="2160"/>
        <p:guide pos="3840"/>
      </p:guideLst>
    </p:cSldViewPr>
  </p:slideViewPr>
  <p:notesTextViewPr>
    <p:cViewPr>
      <p:scale>
        <a:sx n="400" d="100"/>
        <a:sy n="4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C192CED-5284-6842-A2CE-43637359B0CB}"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281E5B53-1732-5F47-A578-AB0E3A9B5E4C}">
      <dgm:prSet phldrT="[Text]"/>
      <dgm:spPr/>
      <dgm:t>
        <a:bodyPr/>
        <a:lstStyle/>
        <a:p>
          <a:r>
            <a:rPr lang="en-US" dirty="0"/>
            <a:t>Main objectives of an OS:</a:t>
          </a:r>
        </a:p>
      </dgm:t>
    </dgm:pt>
    <dgm:pt modelId="{6DF8C72F-1C3C-3D43-905B-F9DFAE34F209}" type="parTrans" cxnId="{5B740C4A-9D68-0540-AC76-45932CD65954}">
      <dgm:prSet/>
      <dgm:spPr/>
      <dgm:t>
        <a:bodyPr/>
        <a:lstStyle/>
        <a:p>
          <a:endParaRPr lang="en-US"/>
        </a:p>
      </dgm:t>
    </dgm:pt>
    <dgm:pt modelId="{2FC987E5-D027-8846-8A97-F16D9257E1AC}" type="sibTrans" cxnId="{5B740C4A-9D68-0540-AC76-45932CD65954}">
      <dgm:prSet/>
      <dgm:spPr/>
      <dgm:t>
        <a:bodyPr/>
        <a:lstStyle/>
        <a:p>
          <a:endParaRPr lang="en-US"/>
        </a:p>
      </dgm:t>
    </dgm:pt>
    <dgm:pt modelId="{AE3CB80F-D45F-E54C-B692-4738A2A6039C}">
      <dgm:prSet/>
      <dgm:spPr>
        <a:solidFill>
          <a:schemeClr val="bg1"/>
        </a:solidFill>
        <a:ln>
          <a:solidFill>
            <a:schemeClr val="accent1">
              <a:lumMod val="75000"/>
            </a:schemeClr>
          </a:solidFill>
        </a:ln>
      </dgm:spPr>
      <dgm:t>
        <a:bodyPr/>
        <a:lstStyle/>
        <a:p>
          <a:r>
            <a:rPr lang="en-US" dirty="0"/>
            <a:t>convenience</a:t>
          </a:r>
        </a:p>
      </dgm:t>
    </dgm:pt>
    <dgm:pt modelId="{DB5EC823-6039-A143-9B39-EB225C90CC38}" type="parTrans" cxnId="{47A89D49-60B4-FB40-9C5D-FFE581254201}">
      <dgm:prSet/>
      <dgm:spPr/>
      <dgm:t>
        <a:bodyPr/>
        <a:lstStyle/>
        <a:p>
          <a:endParaRPr lang="en-US"/>
        </a:p>
      </dgm:t>
    </dgm:pt>
    <dgm:pt modelId="{E262F30B-1A1E-F747-A185-5455263EE08A}" type="sibTrans" cxnId="{47A89D49-60B4-FB40-9C5D-FFE581254201}">
      <dgm:prSet/>
      <dgm:spPr/>
      <dgm:t>
        <a:bodyPr/>
        <a:lstStyle/>
        <a:p>
          <a:endParaRPr lang="en-US"/>
        </a:p>
      </dgm:t>
    </dgm:pt>
    <dgm:pt modelId="{3A3FFD4A-4BD3-2543-98AF-A41B2CAE779A}">
      <dgm:prSet/>
      <dgm:spPr>
        <a:solidFill>
          <a:schemeClr val="bg1"/>
        </a:solidFill>
        <a:ln>
          <a:solidFill>
            <a:schemeClr val="accent1">
              <a:lumMod val="75000"/>
            </a:schemeClr>
          </a:solidFill>
        </a:ln>
      </dgm:spPr>
      <dgm:t>
        <a:bodyPr/>
        <a:lstStyle/>
        <a:p>
          <a:r>
            <a:rPr lang="en-US" dirty="0"/>
            <a:t>efficiency</a:t>
          </a:r>
        </a:p>
      </dgm:t>
    </dgm:pt>
    <dgm:pt modelId="{75A774D8-A8A4-404D-9CFE-DAF3C9EE383B}" type="parTrans" cxnId="{73BA040D-3549-934C-A652-24BEA66255F8}">
      <dgm:prSet/>
      <dgm:spPr/>
      <dgm:t>
        <a:bodyPr/>
        <a:lstStyle/>
        <a:p>
          <a:endParaRPr lang="en-US"/>
        </a:p>
      </dgm:t>
    </dgm:pt>
    <dgm:pt modelId="{AE569C84-AD83-C840-9BA6-D0F860817D5B}" type="sibTrans" cxnId="{73BA040D-3549-934C-A652-24BEA66255F8}">
      <dgm:prSet/>
      <dgm:spPr/>
      <dgm:t>
        <a:bodyPr/>
        <a:lstStyle/>
        <a:p>
          <a:endParaRPr lang="en-US"/>
        </a:p>
      </dgm:t>
    </dgm:pt>
    <dgm:pt modelId="{F96F4B0F-02F7-4D4B-9036-26B336493CAE}">
      <dgm:prSet/>
      <dgm:spPr>
        <a:solidFill>
          <a:schemeClr val="bg1"/>
        </a:solidFill>
        <a:ln>
          <a:solidFill>
            <a:schemeClr val="accent1">
              <a:lumMod val="75000"/>
            </a:schemeClr>
          </a:solidFill>
        </a:ln>
      </dgm:spPr>
      <dgm:t>
        <a:bodyPr/>
        <a:lstStyle/>
        <a:p>
          <a:r>
            <a:rPr lang="en-US" dirty="0"/>
            <a:t>ability to evolve</a:t>
          </a:r>
        </a:p>
      </dgm:t>
    </dgm:pt>
    <dgm:pt modelId="{9A2A829F-7768-884C-9C37-31113093ABE1}" type="parTrans" cxnId="{8C55C725-3252-FA46-BC16-D392FA3244E1}">
      <dgm:prSet/>
      <dgm:spPr/>
      <dgm:t>
        <a:bodyPr/>
        <a:lstStyle/>
        <a:p>
          <a:endParaRPr lang="en-US"/>
        </a:p>
      </dgm:t>
    </dgm:pt>
    <dgm:pt modelId="{B8510BF0-F2AE-0444-B9D0-63BA3E5B4B8B}" type="sibTrans" cxnId="{8C55C725-3252-FA46-BC16-D392FA3244E1}">
      <dgm:prSet/>
      <dgm:spPr/>
      <dgm:t>
        <a:bodyPr/>
        <a:lstStyle/>
        <a:p>
          <a:endParaRPr lang="en-US"/>
        </a:p>
      </dgm:t>
    </dgm:pt>
    <dgm:pt modelId="{5C3B6204-B418-A242-B9D0-60EB91680625}" type="pres">
      <dgm:prSet presAssocID="{1C192CED-5284-6842-A2CE-43637359B0CB}" presName="Name0" presStyleCnt="0">
        <dgm:presLayoutVars>
          <dgm:dir/>
          <dgm:animLvl val="lvl"/>
          <dgm:resizeHandles val="exact"/>
        </dgm:presLayoutVars>
      </dgm:prSet>
      <dgm:spPr/>
    </dgm:pt>
    <dgm:pt modelId="{F2E06192-AEAE-0C49-902F-729236FB5629}" type="pres">
      <dgm:prSet presAssocID="{281E5B53-1732-5F47-A578-AB0E3A9B5E4C}" presName="composite" presStyleCnt="0"/>
      <dgm:spPr/>
    </dgm:pt>
    <dgm:pt modelId="{1AE4A990-5AA0-034B-8CCF-8670DC0A0746}" type="pres">
      <dgm:prSet presAssocID="{281E5B53-1732-5F47-A578-AB0E3A9B5E4C}" presName="parTx" presStyleLbl="alignNode1" presStyleIdx="0" presStyleCnt="1">
        <dgm:presLayoutVars>
          <dgm:chMax val="0"/>
          <dgm:chPref val="0"/>
          <dgm:bulletEnabled val="1"/>
        </dgm:presLayoutVars>
      </dgm:prSet>
      <dgm:spPr/>
    </dgm:pt>
    <dgm:pt modelId="{D90CF14F-E010-5649-9AC4-6BBF9E914CA0}" type="pres">
      <dgm:prSet presAssocID="{281E5B53-1732-5F47-A578-AB0E3A9B5E4C}" presName="desTx" presStyleLbl="alignAccFollowNode1" presStyleIdx="0" presStyleCnt="1">
        <dgm:presLayoutVars>
          <dgm:bulletEnabled val="1"/>
        </dgm:presLayoutVars>
      </dgm:prSet>
      <dgm:spPr/>
    </dgm:pt>
  </dgm:ptLst>
  <dgm:cxnLst>
    <dgm:cxn modelId="{72C97C0B-1912-DC41-AF8F-8B9E282AF6FD}" type="presOf" srcId="{281E5B53-1732-5F47-A578-AB0E3A9B5E4C}" destId="{1AE4A990-5AA0-034B-8CCF-8670DC0A0746}" srcOrd="0" destOrd="0" presId="urn:microsoft.com/office/officeart/2005/8/layout/hList1"/>
    <dgm:cxn modelId="{73BA040D-3549-934C-A652-24BEA66255F8}" srcId="{281E5B53-1732-5F47-A578-AB0E3A9B5E4C}" destId="{3A3FFD4A-4BD3-2543-98AF-A41B2CAE779A}" srcOrd="1" destOrd="0" parTransId="{75A774D8-A8A4-404D-9CFE-DAF3C9EE383B}" sibTransId="{AE569C84-AD83-C840-9BA6-D0F860817D5B}"/>
    <dgm:cxn modelId="{8C55C725-3252-FA46-BC16-D392FA3244E1}" srcId="{281E5B53-1732-5F47-A578-AB0E3A9B5E4C}" destId="{F96F4B0F-02F7-4D4B-9036-26B336493CAE}" srcOrd="2" destOrd="0" parTransId="{9A2A829F-7768-884C-9C37-31113093ABE1}" sibTransId="{B8510BF0-F2AE-0444-B9D0-63BA3E5B4B8B}"/>
    <dgm:cxn modelId="{47A89D49-60B4-FB40-9C5D-FFE581254201}" srcId="{281E5B53-1732-5F47-A578-AB0E3A9B5E4C}" destId="{AE3CB80F-D45F-E54C-B692-4738A2A6039C}" srcOrd="0" destOrd="0" parTransId="{DB5EC823-6039-A143-9B39-EB225C90CC38}" sibTransId="{E262F30B-1A1E-F747-A185-5455263EE08A}"/>
    <dgm:cxn modelId="{5B740C4A-9D68-0540-AC76-45932CD65954}" srcId="{1C192CED-5284-6842-A2CE-43637359B0CB}" destId="{281E5B53-1732-5F47-A578-AB0E3A9B5E4C}" srcOrd="0" destOrd="0" parTransId="{6DF8C72F-1C3C-3D43-905B-F9DFAE34F209}" sibTransId="{2FC987E5-D027-8846-8A97-F16D9257E1AC}"/>
    <dgm:cxn modelId="{47C3F956-F19B-C843-99EB-8353B4B3672A}" type="presOf" srcId="{F96F4B0F-02F7-4D4B-9036-26B336493CAE}" destId="{D90CF14F-E010-5649-9AC4-6BBF9E914CA0}" srcOrd="0" destOrd="2" presId="urn:microsoft.com/office/officeart/2005/8/layout/hList1"/>
    <dgm:cxn modelId="{F6A52685-68B4-9E44-B5F2-05FD0D475D15}" type="presOf" srcId="{AE3CB80F-D45F-E54C-B692-4738A2A6039C}" destId="{D90CF14F-E010-5649-9AC4-6BBF9E914CA0}" srcOrd="0" destOrd="0" presId="urn:microsoft.com/office/officeart/2005/8/layout/hList1"/>
    <dgm:cxn modelId="{3A9FA08E-64EA-0D47-AE28-8B305EB8A206}" type="presOf" srcId="{1C192CED-5284-6842-A2CE-43637359B0CB}" destId="{5C3B6204-B418-A242-B9D0-60EB91680625}" srcOrd="0" destOrd="0" presId="urn:microsoft.com/office/officeart/2005/8/layout/hList1"/>
    <dgm:cxn modelId="{689B13D3-DAC2-294E-A08B-39951FEE76A7}" type="presOf" srcId="{3A3FFD4A-4BD3-2543-98AF-A41B2CAE779A}" destId="{D90CF14F-E010-5649-9AC4-6BBF9E914CA0}" srcOrd="0" destOrd="1" presId="urn:microsoft.com/office/officeart/2005/8/layout/hList1"/>
    <dgm:cxn modelId="{A22C2972-2A62-DB4C-A870-D2834B64A72C}" type="presParOf" srcId="{5C3B6204-B418-A242-B9D0-60EB91680625}" destId="{F2E06192-AEAE-0C49-902F-729236FB5629}" srcOrd="0" destOrd="0" presId="urn:microsoft.com/office/officeart/2005/8/layout/hList1"/>
    <dgm:cxn modelId="{699662D9-C356-6E43-8F80-FB763087BF08}" type="presParOf" srcId="{F2E06192-AEAE-0C49-902F-729236FB5629}" destId="{1AE4A990-5AA0-034B-8CCF-8670DC0A0746}" srcOrd="0" destOrd="0" presId="urn:microsoft.com/office/officeart/2005/8/layout/hList1"/>
    <dgm:cxn modelId="{F259A4CD-7B63-B447-8FD9-6E7CA4ECDD16}" type="presParOf" srcId="{F2E06192-AEAE-0C49-902F-729236FB5629}" destId="{D90CF14F-E010-5649-9AC4-6BBF9E914CA0}" srcOrd="1" destOrd="0" presId="urn:microsoft.com/office/officeart/2005/8/layout/h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EACCD92-B1BC-0A42-953B-F3E640C7BD29}" type="doc">
      <dgm:prSet loTypeId="urn:microsoft.com/office/officeart/2005/8/layout/arrow2" loCatId="process" qsTypeId="urn:microsoft.com/office/officeart/2005/8/quickstyle/simple4" qsCatId="simple" csTypeId="urn:microsoft.com/office/officeart/2005/8/colors/accent1_2" csCatId="accent1" phldr="1"/>
      <dgm:spPr/>
    </dgm:pt>
    <dgm:pt modelId="{38FC8F8D-C424-8146-9E56-AD1DDF760111}">
      <dgm:prSet phldrT="[Text]" custT="1"/>
      <dgm:spPr/>
      <dgm:t>
        <a:bodyPr/>
        <a:lstStyle/>
        <a:p>
          <a:r>
            <a:rPr lang="en-NZ" sz="1800" dirty="0"/>
            <a:t>Serial Processing</a:t>
          </a:r>
          <a:endParaRPr lang="en-US" sz="1800" dirty="0"/>
        </a:p>
      </dgm:t>
    </dgm:pt>
    <dgm:pt modelId="{D0A62D74-7E0B-B242-8B35-D7A6B1083D31}" type="parTrans" cxnId="{7D3C728B-F740-AC43-9F3A-C47B814E5089}">
      <dgm:prSet/>
      <dgm:spPr/>
      <dgm:t>
        <a:bodyPr/>
        <a:lstStyle/>
        <a:p>
          <a:endParaRPr lang="en-US"/>
        </a:p>
      </dgm:t>
    </dgm:pt>
    <dgm:pt modelId="{4BF9B6E4-5CE0-7C40-ACE9-2C6A5EA145F7}" type="sibTrans" cxnId="{7D3C728B-F740-AC43-9F3A-C47B814E5089}">
      <dgm:prSet/>
      <dgm:spPr/>
      <dgm:t>
        <a:bodyPr/>
        <a:lstStyle/>
        <a:p>
          <a:endParaRPr lang="en-US"/>
        </a:p>
      </dgm:t>
    </dgm:pt>
    <dgm:pt modelId="{D9810BAD-2715-BF45-BF3B-6AB8E45EE25A}">
      <dgm:prSet custT="1"/>
      <dgm:spPr/>
      <dgm:t>
        <a:bodyPr/>
        <a:lstStyle/>
        <a:p>
          <a:r>
            <a:rPr lang="en-NZ" sz="1800" dirty="0"/>
            <a:t>Simple Batch Systems</a:t>
          </a:r>
        </a:p>
      </dgm:t>
    </dgm:pt>
    <dgm:pt modelId="{A7494285-C8ED-F248-AEC8-913A1E2E837E}" type="parTrans" cxnId="{1DE82A49-0AB5-0347-85E5-B4E74FB74FCA}">
      <dgm:prSet/>
      <dgm:spPr/>
      <dgm:t>
        <a:bodyPr/>
        <a:lstStyle/>
        <a:p>
          <a:endParaRPr lang="en-US"/>
        </a:p>
      </dgm:t>
    </dgm:pt>
    <dgm:pt modelId="{3253F9A0-6251-A642-AE74-6B9C371975BC}" type="sibTrans" cxnId="{1DE82A49-0AB5-0347-85E5-B4E74FB74FCA}">
      <dgm:prSet/>
      <dgm:spPr/>
      <dgm:t>
        <a:bodyPr/>
        <a:lstStyle/>
        <a:p>
          <a:endParaRPr lang="en-US"/>
        </a:p>
      </dgm:t>
    </dgm:pt>
    <dgm:pt modelId="{A66F7EE8-B277-D248-99D3-4CD126540C8A}">
      <dgm:prSet custT="1"/>
      <dgm:spPr/>
      <dgm:t>
        <a:bodyPr/>
        <a:lstStyle/>
        <a:p>
          <a:r>
            <a:rPr lang="en-NZ" sz="1800" dirty="0"/>
            <a:t>Multiprogrammed Batch Systems</a:t>
          </a:r>
        </a:p>
      </dgm:t>
    </dgm:pt>
    <dgm:pt modelId="{38AC00E7-9EEB-AA46-92D7-B69F40E88CB4}" type="parTrans" cxnId="{451DF095-1C94-234D-A748-F8277292FC1F}">
      <dgm:prSet/>
      <dgm:spPr/>
      <dgm:t>
        <a:bodyPr/>
        <a:lstStyle/>
        <a:p>
          <a:endParaRPr lang="en-US"/>
        </a:p>
      </dgm:t>
    </dgm:pt>
    <dgm:pt modelId="{F51F151C-E8E6-534A-A204-713718F1E875}" type="sibTrans" cxnId="{451DF095-1C94-234D-A748-F8277292FC1F}">
      <dgm:prSet/>
      <dgm:spPr/>
      <dgm:t>
        <a:bodyPr/>
        <a:lstStyle/>
        <a:p>
          <a:endParaRPr lang="en-US"/>
        </a:p>
      </dgm:t>
    </dgm:pt>
    <dgm:pt modelId="{9386885E-542C-A045-80DD-541DAB382580}">
      <dgm:prSet custT="1"/>
      <dgm:spPr/>
      <dgm:t>
        <a:bodyPr/>
        <a:lstStyle/>
        <a:p>
          <a:r>
            <a:rPr lang="en-NZ" sz="1800" dirty="0"/>
            <a:t>Time Sharing Systems</a:t>
          </a:r>
        </a:p>
      </dgm:t>
    </dgm:pt>
    <dgm:pt modelId="{568757CA-AC16-7F43-B8F6-583978CFEC40}" type="parTrans" cxnId="{049F5EB9-BDD5-B249-B755-3016A45FC8DA}">
      <dgm:prSet/>
      <dgm:spPr/>
      <dgm:t>
        <a:bodyPr/>
        <a:lstStyle/>
        <a:p>
          <a:endParaRPr lang="en-US"/>
        </a:p>
      </dgm:t>
    </dgm:pt>
    <dgm:pt modelId="{B3B68821-6B75-224A-99DE-9B3A4C5EF08C}" type="sibTrans" cxnId="{049F5EB9-BDD5-B249-B755-3016A45FC8DA}">
      <dgm:prSet/>
      <dgm:spPr/>
      <dgm:t>
        <a:bodyPr/>
        <a:lstStyle/>
        <a:p>
          <a:endParaRPr lang="en-US"/>
        </a:p>
      </dgm:t>
    </dgm:pt>
    <dgm:pt modelId="{094A77E0-A09E-2B4F-9792-0313B70CB70F}" type="pres">
      <dgm:prSet presAssocID="{6EACCD92-B1BC-0A42-953B-F3E640C7BD29}" presName="arrowDiagram" presStyleCnt="0">
        <dgm:presLayoutVars>
          <dgm:chMax val="5"/>
          <dgm:dir/>
          <dgm:resizeHandles val="exact"/>
        </dgm:presLayoutVars>
      </dgm:prSet>
      <dgm:spPr/>
    </dgm:pt>
    <dgm:pt modelId="{7274B0A6-A780-AC4D-A192-A17A96D7D56B}" type="pres">
      <dgm:prSet presAssocID="{6EACCD92-B1BC-0A42-953B-F3E640C7BD29}" presName="arrow" presStyleLbl="bgShp" presStyleIdx="0" presStyleCnt="1"/>
      <dgm:spPr>
        <a:ln>
          <a:solidFill>
            <a:schemeClr val="accent1">
              <a:lumMod val="75000"/>
            </a:schemeClr>
          </a:solidFill>
        </a:ln>
      </dgm:spPr>
    </dgm:pt>
    <dgm:pt modelId="{AC30B1C0-E642-C343-9491-3D29EF5B9ACA}" type="pres">
      <dgm:prSet presAssocID="{6EACCD92-B1BC-0A42-953B-F3E640C7BD29}" presName="arrowDiagram4" presStyleCnt="0"/>
      <dgm:spPr/>
    </dgm:pt>
    <dgm:pt modelId="{14244A61-2F42-FE4C-B4AE-14F538A72BD4}" type="pres">
      <dgm:prSet presAssocID="{38FC8F8D-C424-8146-9E56-AD1DDF760111}" presName="bullet4a" presStyleLbl="node1" presStyleIdx="0" presStyleCnt="4"/>
      <dgm:spPr/>
    </dgm:pt>
    <dgm:pt modelId="{68990ADE-EECC-A843-9CB8-385F4DCE6884}" type="pres">
      <dgm:prSet presAssocID="{38FC8F8D-C424-8146-9E56-AD1DDF760111}" presName="textBox4a" presStyleLbl="revTx" presStyleIdx="0" presStyleCnt="4" custScaleY="51143">
        <dgm:presLayoutVars>
          <dgm:bulletEnabled val="1"/>
        </dgm:presLayoutVars>
      </dgm:prSet>
      <dgm:spPr/>
    </dgm:pt>
    <dgm:pt modelId="{9AA8AB03-D64A-C342-B37C-4CCC9DA9EB94}" type="pres">
      <dgm:prSet presAssocID="{D9810BAD-2715-BF45-BF3B-6AB8E45EE25A}" presName="bullet4b" presStyleLbl="node1" presStyleIdx="1" presStyleCnt="4"/>
      <dgm:spPr/>
    </dgm:pt>
    <dgm:pt modelId="{CD842123-1D21-A749-9096-4D7D760BAAD9}" type="pres">
      <dgm:prSet presAssocID="{D9810BAD-2715-BF45-BF3B-6AB8E45EE25A}" presName="textBox4b" presStyleLbl="revTx" presStyleIdx="1" presStyleCnt="4" custScaleY="39942" custLinFactNeighborX="-4726" custLinFactNeighborY="-3817">
        <dgm:presLayoutVars>
          <dgm:bulletEnabled val="1"/>
        </dgm:presLayoutVars>
      </dgm:prSet>
      <dgm:spPr/>
    </dgm:pt>
    <dgm:pt modelId="{36778976-587A-8042-87A9-FC1C9FD954F8}" type="pres">
      <dgm:prSet presAssocID="{A66F7EE8-B277-D248-99D3-4CD126540C8A}" presName="bullet4c" presStyleLbl="node1" presStyleIdx="2" presStyleCnt="4"/>
      <dgm:spPr/>
    </dgm:pt>
    <dgm:pt modelId="{D9519E44-3DC2-2543-B587-8A3BE587954F}" type="pres">
      <dgm:prSet presAssocID="{A66F7EE8-B277-D248-99D3-4CD126540C8A}" presName="textBox4c" presStyleLbl="revTx" presStyleIdx="2" presStyleCnt="4" custScaleX="143550" custScaleY="26063" custLinFactNeighborX="-6990" custLinFactNeighborY="-16934">
        <dgm:presLayoutVars>
          <dgm:bulletEnabled val="1"/>
        </dgm:presLayoutVars>
      </dgm:prSet>
      <dgm:spPr/>
    </dgm:pt>
    <dgm:pt modelId="{6C5317EB-E0BB-C646-8AC7-1B8FB3CE6475}" type="pres">
      <dgm:prSet presAssocID="{9386885E-542C-A045-80DD-541DAB382580}" presName="bullet4d" presStyleLbl="node1" presStyleIdx="3" presStyleCnt="4"/>
      <dgm:spPr/>
    </dgm:pt>
    <dgm:pt modelId="{9DBEC3F6-5D1C-984A-A8A3-A5F0342491D8}" type="pres">
      <dgm:prSet presAssocID="{9386885E-542C-A045-80DD-541DAB382580}" presName="textBox4d" presStyleLbl="revTx" presStyleIdx="3" presStyleCnt="4" custScaleX="86877" custScaleY="31888" custLinFactNeighborX="-17456" custLinFactNeighborY="-17576">
        <dgm:presLayoutVars>
          <dgm:bulletEnabled val="1"/>
        </dgm:presLayoutVars>
      </dgm:prSet>
      <dgm:spPr/>
    </dgm:pt>
  </dgm:ptLst>
  <dgm:cxnLst>
    <dgm:cxn modelId="{3E17B52C-3B06-9A45-8584-9180A0C1BA59}" type="presOf" srcId="{A66F7EE8-B277-D248-99D3-4CD126540C8A}" destId="{D9519E44-3DC2-2543-B587-8A3BE587954F}" srcOrd="0" destOrd="0" presId="urn:microsoft.com/office/officeart/2005/8/layout/arrow2"/>
    <dgm:cxn modelId="{1098CD43-3096-BD47-8C93-BE8058CF148F}" type="presOf" srcId="{D9810BAD-2715-BF45-BF3B-6AB8E45EE25A}" destId="{CD842123-1D21-A749-9096-4D7D760BAAD9}" srcOrd="0" destOrd="0" presId="urn:microsoft.com/office/officeart/2005/8/layout/arrow2"/>
    <dgm:cxn modelId="{1DE82A49-0AB5-0347-85E5-B4E74FB74FCA}" srcId="{6EACCD92-B1BC-0A42-953B-F3E640C7BD29}" destId="{D9810BAD-2715-BF45-BF3B-6AB8E45EE25A}" srcOrd="1" destOrd="0" parTransId="{A7494285-C8ED-F248-AEC8-913A1E2E837E}" sibTransId="{3253F9A0-6251-A642-AE74-6B9C371975BC}"/>
    <dgm:cxn modelId="{7D3C728B-F740-AC43-9F3A-C47B814E5089}" srcId="{6EACCD92-B1BC-0A42-953B-F3E640C7BD29}" destId="{38FC8F8D-C424-8146-9E56-AD1DDF760111}" srcOrd="0" destOrd="0" parTransId="{D0A62D74-7E0B-B242-8B35-D7A6B1083D31}" sibTransId="{4BF9B6E4-5CE0-7C40-ACE9-2C6A5EA145F7}"/>
    <dgm:cxn modelId="{C067DF8D-A81E-9E43-A8DD-02D5C2A61521}" type="presOf" srcId="{38FC8F8D-C424-8146-9E56-AD1DDF760111}" destId="{68990ADE-EECC-A843-9CB8-385F4DCE6884}" srcOrd="0" destOrd="0" presId="urn:microsoft.com/office/officeart/2005/8/layout/arrow2"/>
    <dgm:cxn modelId="{451DF095-1C94-234D-A748-F8277292FC1F}" srcId="{6EACCD92-B1BC-0A42-953B-F3E640C7BD29}" destId="{A66F7EE8-B277-D248-99D3-4CD126540C8A}" srcOrd="2" destOrd="0" parTransId="{38AC00E7-9EEB-AA46-92D7-B69F40E88CB4}" sibTransId="{F51F151C-E8E6-534A-A204-713718F1E875}"/>
    <dgm:cxn modelId="{A2D78A9C-6247-FA4B-8F51-CF2E89D0314E}" type="presOf" srcId="{6EACCD92-B1BC-0A42-953B-F3E640C7BD29}" destId="{094A77E0-A09E-2B4F-9792-0313B70CB70F}" srcOrd="0" destOrd="0" presId="urn:microsoft.com/office/officeart/2005/8/layout/arrow2"/>
    <dgm:cxn modelId="{049F5EB9-BDD5-B249-B755-3016A45FC8DA}" srcId="{6EACCD92-B1BC-0A42-953B-F3E640C7BD29}" destId="{9386885E-542C-A045-80DD-541DAB382580}" srcOrd="3" destOrd="0" parTransId="{568757CA-AC16-7F43-B8F6-583978CFEC40}" sibTransId="{B3B68821-6B75-224A-99DE-9B3A4C5EF08C}"/>
    <dgm:cxn modelId="{C60BA0FC-7A21-7742-8D6D-2BDD77849218}" type="presOf" srcId="{9386885E-542C-A045-80DD-541DAB382580}" destId="{9DBEC3F6-5D1C-984A-A8A3-A5F0342491D8}" srcOrd="0" destOrd="0" presId="urn:microsoft.com/office/officeart/2005/8/layout/arrow2"/>
    <dgm:cxn modelId="{46527C7F-AD19-654B-8049-936FB0BB1089}" type="presParOf" srcId="{094A77E0-A09E-2B4F-9792-0313B70CB70F}" destId="{7274B0A6-A780-AC4D-A192-A17A96D7D56B}" srcOrd="0" destOrd="0" presId="urn:microsoft.com/office/officeart/2005/8/layout/arrow2"/>
    <dgm:cxn modelId="{847C3373-70A5-1249-BA32-96D85E38ED12}" type="presParOf" srcId="{094A77E0-A09E-2B4F-9792-0313B70CB70F}" destId="{AC30B1C0-E642-C343-9491-3D29EF5B9ACA}" srcOrd="1" destOrd="0" presId="urn:microsoft.com/office/officeart/2005/8/layout/arrow2"/>
    <dgm:cxn modelId="{2589D7C4-5754-F443-AF55-E833CB97E3B6}" type="presParOf" srcId="{AC30B1C0-E642-C343-9491-3D29EF5B9ACA}" destId="{14244A61-2F42-FE4C-B4AE-14F538A72BD4}" srcOrd="0" destOrd="0" presId="urn:microsoft.com/office/officeart/2005/8/layout/arrow2"/>
    <dgm:cxn modelId="{DCB3901E-6D9E-BB49-AA70-0398A4AB7AD5}" type="presParOf" srcId="{AC30B1C0-E642-C343-9491-3D29EF5B9ACA}" destId="{68990ADE-EECC-A843-9CB8-385F4DCE6884}" srcOrd="1" destOrd="0" presId="urn:microsoft.com/office/officeart/2005/8/layout/arrow2"/>
    <dgm:cxn modelId="{F88F0E2D-7C58-9949-9774-10884A5650A2}" type="presParOf" srcId="{AC30B1C0-E642-C343-9491-3D29EF5B9ACA}" destId="{9AA8AB03-D64A-C342-B37C-4CCC9DA9EB94}" srcOrd="2" destOrd="0" presId="urn:microsoft.com/office/officeart/2005/8/layout/arrow2"/>
    <dgm:cxn modelId="{4B8DD314-032A-6B47-B2DB-2862EB78707A}" type="presParOf" srcId="{AC30B1C0-E642-C343-9491-3D29EF5B9ACA}" destId="{CD842123-1D21-A749-9096-4D7D760BAAD9}" srcOrd="3" destOrd="0" presId="urn:microsoft.com/office/officeart/2005/8/layout/arrow2"/>
    <dgm:cxn modelId="{A33190B4-80C4-C34A-A93A-C56AF89424ED}" type="presParOf" srcId="{AC30B1C0-E642-C343-9491-3D29EF5B9ACA}" destId="{36778976-587A-8042-87A9-FC1C9FD954F8}" srcOrd="4" destOrd="0" presId="urn:microsoft.com/office/officeart/2005/8/layout/arrow2"/>
    <dgm:cxn modelId="{B3BF463C-A526-BC4C-B31D-7702EF0A6A73}" type="presParOf" srcId="{AC30B1C0-E642-C343-9491-3D29EF5B9ACA}" destId="{D9519E44-3DC2-2543-B587-8A3BE587954F}" srcOrd="5" destOrd="0" presId="urn:microsoft.com/office/officeart/2005/8/layout/arrow2"/>
    <dgm:cxn modelId="{7EF211CC-4E58-D349-9A1C-21EB30F85E98}" type="presParOf" srcId="{AC30B1C0-E642-C343-9491-3D29EF5B9ACA}" destId="{6C5317EB-E0BB-C646-8AC7-1B8FB3CE6475}" srcOrd="6" destOrd="0" presId="urn:microsoft.com/office/officeart/2005/8/layout/arrow2"/>
    <dgm:cxn modelId="{6EA5EE19-B83B-9B4D-B222-76DA85BACAE3}" type="presParOf" srcId="{AC30B1C0-E642-C343-9491-3D29EF5B9ACA}" destId="{9DBEC3F6-5D1C-984A-A8A3-A5F0342491D8}" srcOrd="7" destOrd="0" presId="urn:microsoft.com/office/officeart/2005/8/layout/arrow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5468A96-8500-0942-9C3D-D79EED65E7DD}" type="doc">
      <dgm:prSet loTypeId="urn:microsoft.com/office/officeart/2005/8/layout/lProcess1" loCatId="process" qsTypeId="urn:microsoft.com/office/officeart/2005/8/quickstyle/simple4" qsCatId="simple" csTypeId="urn:microsoft.com/office/officeart/2005/8/colors/accent1_2" csCatId="accent1" phldr="1"/>
      <dgm:spPr/>
      <dgm:t>
        <a:bodyPr/>
        <a:lstStyle/>
        <a:p>
          <a:endParaRPr lang="en-US"/>
        </a:p>
      </dgm:t>
    </dgm:pt>
    <dgm:pt modelId="{901AE691-BAA2-CF48-9CD6-6F30D27A0A1A}">
      <dgm:prSet/>
      <dgm:spPr/>
      <dgm:t>
        <a:bodyPr/>
        <a:lstStyle/>
        <a:p>
          <a:pPr rtl="0"/>
          <a:r>
            <a:rPr lang="en-US" dirty="0"/>
            <a:t>Special type of programming language used to provide instructions to the monitor</a:t>
          </a:r>
        </a:p>
      </dgm:t>
    </dgm:pt>
    <dgm:pt modelId="{BEA84F28-2AB8-754C-A71B-72BE9FB88AFD}" type="parTrans" cxnId="{28F2FBD1-5148-224F-B8D7-2BC0E66697A1}">
      <dgm:prSet/>
      <dgm:spPr/>
      <dgm:t>
        <a:bodyPr/>
        <a:lstStyle/>
        <a:p>
          <a:endParaRPr lang="en-US"/>
        </a:p>
      </dgm:t>
    </dgm:pt>
    <dgm:pt modelId="{52D8972A-53FD-2C43-B35B-EEA8ADB8AF61}" type="sibTrans" cxnId="{28F2FBD1-5148-224F-B8D7-2BC0E66697A1}">
      <dgm:prSet/>
      <dgm:spPr/>
      <dgm:t>
        <a:bodyPr/>
        <a:lstStyle/>
        <a:p>
          <a:endParaRPr lang="en-US"/>
        </a:p>
      </dgm:t>
    </dgm:pt>
    <dgm:pt modelId="{47AC663C-5EF9-B249-B59C-E82827E9216A}">
      <dgm:prSet custT="1"/>
      <dgm:spPr>
        <a:solidFill>
          <a:schemeClr val="bg1"/>
        </a:solidFill>
        <a:ln>
          <a:solidFill>
            <a:schemeClr val="accent6"/>
          </a:solidFill>
        </a:ln>
      </dgm:spPr>
      <dgm:t>
        <a:bodyPr/>
        <a:lstStyle/>
        <a:p>
          <a:pPr rtl="0"/>
          <a:r>
            <a:rPr lang="en-US" sz="3200" dirty="0">
              <a:solidFill>
                <a:schemeClr val="tx1"/>
              </a:solidFill>
            </a:rPr>
            <a:t>what compiler to use</a:t>
          </a:r>
        </a:p>
      </dgm:t>
    </dgm:pt>
    <dgm:pt modelId="{33026B69-F19C-AB4B-B55A-B76B2321851D}" type="parTrans" cxnId="{6AAF62DC-54EB-8043-BE9B-8C131EF093AC}">
      <dgm:prSet/>
      <dgm:spPr>
        <a:solidFill>
          <a:schemeClr val="tx2">
            <a:alpha val="90000"/>
          </a:schemeClr>
        </a:solidFill>
      </dgm:spPr>
      <dgm:t>
        <a:bodyPr/>
        <a:lstStyle/>
        <a:p>
          <a:endParaRPr lang="en-US" dirty="0"/>
        </a:p>
      </dgm:t>
    </dgm:pt>
    <dgm:pt modelId="{AE47F88A-3955-A040-951A-26F708AF38AA}" type="sibTrans" cxnId="{6AAF62DC-54EB-8043-BE9B-8C131EF093AC}">
      <dgm:prSet/>
      <dgm:spPr>
        <a:solidFill>
          <a:schemeClr val="tx2">
            <a:alpha val="90000"/>
          </a:schemeClr>
        </a:solidFill>
      </dgm:spPr>
      <dgm:t>
        <a:bodyPr/>
        <a:lstStyle/>
        <a:p>
          <a:endParaRPr lang="en-US" dirty="0"/>
        </a:p>
      </dgm:t>
    </dgm:pt>
    <dgm:pt modelId="{C865A489-D17D-7946-8F61-866F669A3771}">
      <dgm:prSet custT="1"/>
      <dgm:spPr>
        <a:solidFill>
          <a:schemeClr val="bg1"/>
        </a:solidFill>
        <a:ln>
          <a:solidFill>
            <a:schemeClr val="accent6"/>
          </a:solidFill>
        </a:ln>
      </dgm:spPr>
      <dgm:t>
        <a:bodyPr/>
        <a:lstStyle/>
        <a:p>
          <a:pPr rtl="0"/>
          <a:r>
            <a:rPr lang="en-US" sz="3200" dirty="0">
              <a:solidFill>
                <a:schemeClr val="tx1"/>
              </a:solidFill>
            </a:rPr>
            <a:t>what data to use</a:t>
          </a:r>
        </a:p>
      </dgm:t>
    </dgm:pt>
    <dgm:pt modelId="{2F268175-680E-1148-9A2B-5E3771A3FBD5}" type="parTrans" cxnId="{A1A34920-A38C-5647-9F3E-F3A97B7AC4A8}">
      <dgm:prSet/>
      <dgm:spPr/>
      <dgm:t>
        <a:bodyPr/>
        <a:lstStyle/>
        <a:p>
          <a:endParaRPr lang="en-US"/>
        </a:p>
      </dgm:t>
    </dgm:pt>
    <dgm:pt modelId="{7149B0AB-26FA-4D43-A407-4BE2084B3233}" type="sibTrans" cxnId="{A1A34920-A38C-5647-9F3E-F3A97B7AC4A8}">
      <dgm:prSet/>
      <dgm:spPr/>
      <dgm:t>
        <a:bodyPr/>
        <a:lstStyle/>
        <a:p>
          <a:endParaRPr lang="en-US"/>
        </a:p>
      </dgm:t>
    </dgm:pt>
    <dgm:pt modelId="{656261AF-C218-764F-8A23-9CF03191C293}" type="pres">
      <dgm:prSet presAssocID="{E5468A96-8500-0942-9C3D-D79EED65E7DD}" presName="Name0" presStyleCnt="0">
        <dgm:presLayoutVars>
          <dgm:dir/>
          <dgm:animLvl val="lvl"/>
          <dgm:resizeHandles val="exact"/>
        </dgm:presLayoutVars>
      </dgm:prSet>
      <dgm:spPr/>
    </dgm:pt>
    <dgm:pt modelId="{E26C79A8-4B13-5F4D-8CE6-3F571A961C57}" type="pres">
      <dgm:prSet presAssocID="{901AE691-BAA2-CF48-9CD6-6F30D27A0A1A}" presName="vertFlow" presStyleCnt="0"/>
      <dgm:spPr/>
    </dgm:pt>
    <dgm:pt modelId="{94E20ED8-9E78-0743-A964-AB099207626E}" type="pres">
      <dgm:prSet presAssocID="{901AE691-BAA2-CF48-9CD6-6F30D27A0A1A}" presName="header" presStyleLbl="node1" presStyleIdx="0" presStyleCnt="1"/>
      <dgm:spPr/>
    </dgm:pt>
    <dgm:pt modelId="{A5A3E6ED-4CCD-E54E-9A1B-DA75B953AAEA}" type="pres">
      <dgm:prSet presAssocID="{33026B69-F19C-AB4B-B55A-B76B2321851D}" presName="parTrans" presStyleLbl="sibTrans2D1" presStyleIdx="0" presStyleCnt="2"/>
      <dgm:spPr/>
    </dgm:pt>
    <dgm:pt modelId="{569CB027-7CF0-9B4D-84C1-093791E27A8E}" type="pres">
      <dgm:prSet presAssocID="{47AC663C-5EF9-B249-B59C-E82827E9216A}" presName="child" presStyleLbl="alignAccFollowNode1" presStyleIdx="0" presStyleCnt="2">
        <dgm:presLayoutVars>
          <dgm:chMax val="0"/>
          <dgm:bulletEnabled val="1"/>
        </dgm:presLayoutVars>
      </dgm:prSet>
      <dgm:spPr/>
    </dgm:pt>
    <dgm:pt modelId="{161882D6-7C8A-B249-8241-DD2C41894718}" type="pres">
      <dgm:prSet presAssocID="{AE47F88A-3955-A040-951A-26F708AF38AA}" presName="sibTrans" presStyleLbl="sibTrans2D1" presStyleIdx="1" presStyleCnt="2"/>
      <dgm:spPr/>
    </dgm:pt>
    <dgm:pt modelId="{5951BF98-9B04-6B4B-B2C9-5892F2A4DC9C}" type="pres">
      <dgm:prSet presAssocID="{C865A489-D17D-7946-8F61-866F669A3771}" presName="child" presStyleLbl="alignAccFollowNode1" presStyleIdx="1" presStyleCnt="2">
        <dgm:presLayoutVars>
          <dgm:chMax val="0"/>
          <dgm:bulletEnabled val="1"/>
        </dgm:presLayoutVars>
      </dgm:prSet>
      <dgm:spPr/>
    </dgm:pt>
  </dgm:ptLst>
  <dgm:cxnLst>
    <dgm:cxn modelId="{A1A34920-A38C-5647-9F3E-F3A97B7AC4A8}" srcId="{901AE691-BAA2-CF48-9CD6-6F30D27A0A1A}" destId="{C865A489-D17D-7946-8F61-866F669A3771}" srcOrd="1" destOrd="0" parTransId="{2F268175-680E-1148-9A2B-5E3771A3FBD5}" sibTransId="{7149B0AB-26FA-4D43-A407-4BE2084B3233}"/>
    <dgm:cxn modelId="{85BD2E3A-F772-354D-BBE0-78462296FF42}" type="presOf" srcId="{901AE691-BAA2-CF48-9CD6-6F30D27A0A1A}" destId="{94E20ED8-9E78-0743-A964-AB099207626E}" srcOrd="0" destOrd="0" presId="urn:microsoft.com/office/officeart/2005/8/layout/lProcess1"/>
    <dgm:cxn modelId="{0C6E75B7-CB88-FD45-9914-E94717B07996}" type="presOf" srcId="{E5468A96-8500-0942-9C3D-D79EED65E7DD}" destId="{656261AF-C218-764F-8A23-9CF03191C293}" srcOrd="0" destOrd="0" presId="urn:microsoft.com/office/officeart/2005/8/layout/lProcess1"/>
    <dgm:cxn modelId="{68D047BA-09AF-8940-BDDE-BF7D1667027A}" type="presOf" srcId="{AE47F88A-3955-A040-951A-26F708AF38AA}" destId="{161882D6-7C8A-B249-8241-DD2C41894718}" srcOrd="0" destOrd="0" presId="urn:microsoft.com/office/officeart/2005/8/layout/lProcess1"/>
    <dgm:cxn modelId="{28F2FBD1-5148-224F-B8D7-2BC0E66697A1}" srcId="{E5468A96-8500-0942-9C3D-D79EED65E7DD}" destId="{901AE691-BAA2-CF48-9CD6-6F30D27A0A1A}" srcOrd="0" destOrd="0" parTransId="{BEA84F28-2AB8-754C-A71B-72BE9FB88AFD}" sibTransId="{52D8972A-53FD-2C43-B35B-EEA8ADB8AF61}"/>
    <dgm:cxn modelId="{E4499DD9-808E-F048-9928-267094822FFD}" type="presOf" srcId="{C865A489-D17D-7946-8F61-866F669A3771}" destId="{5951BF98-9B04-6B4B-B2C9-5892F2A4DC9C}" srcOrd="0" destOrd="0" presId="urn:microsoft.com/office/officeart/2005/8/layout/lProcess1"/>
    <dgm:cxn modelId="{6AAF62DC-54EB-8043-BE9B-8C131EF093AC}" srcId="{901AE691-BAA2-CF48-9CD6-6F30D27A0A1A}" destId="{47AC663C-5EF9-B249-B59C-E82827E9216A}" srcOrd="0" destOrd="0" parTransId="{33026B69-F19C-AB4B-B55A-B76B2321851D}" sibTransId="{AE47F88A-3955-A040-951A-26F708AF38AA}"/>
    <dgm:cxn modelId="{DD1F1FF9-911A-9B4C-8A73-C752E0E8C8A2}" type="presOf" srcId="{47AC663C-5EF9-B249-B59C-E82827E9216A}" destId="{569CB027-7CF0-9B4D-84C1-093791E27A8E}" srcOrd="0" destOrd="0" presId="urn:microsoft.com/office/officeart/2005/8/layout/lProcess1"/>
    <dgm:cxn modelId="{D2B86DFB-98F3-3646-ADDA-28301DA75F70}" type="presOf" srcId="{33026B69-F19C-AB4B-B55A-B76B2321851D}" destId="{A5A3E6ED-4CCD-E54E-9A1B-DA75B953AAEA}" srcOrd="0" destOrd="0" presId="urn:microsoft.com/office/officeart/2005/8/layout/lProcess1"/>
    <dgm:cxn modelId="{40440696-9C25-834E-849D-661CF66B62AD}" type="presParOf" srcId="{656261AF-C218-764F-8A23-9CF03191C293}" destId="{E26C79A8-4B13-5F4D-8CE6-3F571A961C57}" srcOrd="0" destOrd="0" presId="urn:microsoft.com/office/officeart/2005/8/layout/lProcess1"/>
    <dgm:cxn modelId="{EDF4DA0F-7FD7-534E-A78C-22EE167C963B}" type="presParOf" srcId="{E26C79A8-4B13-5F4D-8CE6-3F571A961C57}" destId="{94E20ED8-9E78-0743-A964-AB099207626E}" srcOrd="0" destOrd="0" presId="urn:microsoft.com/office/officeart/2005/8/layout/lProcess1"/>
    <dgm:cxn modelId="{57A62F9F-C907-9C47-9907-B0D4009C2868}" type="presParOf" srcId="{E26C79A8-4B13-5F4D-8CE6-3F571A961C57}" destId="{A5A3E6ED-4CCD-E54E-9A1B-DA75B953AAEA}" srcOrd="1" destOrd="0" presId="urn:microsoft.com/office/officeart/2005/8/layout/lProcess1"/>
    <dgm:cxn modelId="{ECC80F84-772F-F64D-80D3-8E37D400C562}" type="presParOf" srcId="{E26C79A8-4B13-5F4D-8CE6-3F571A961C57}" destId="{569CB027-7CF0-9B4D-84C1-093791E27A8E}" srcOrd="2" destOrd="0" presId="urn:microsoft.com/office/officeart/2005/8/layout/lProcess1"/>
    <dgm:cxn modelId="{09012514-6E10-524D-81CC-8518210F649A}" type="presParOf" srcId="{E26C79A8-4B13-5F4D-8CE6-3F571A961C57}" destId="{161882D6-7C8A-B249-8241-DD2C41894718}" srcOrd="3" destOrd="0" presId="urn:microsoft.com/office/officeart/2005/8/layout/lProcess1"/>
    <dgm:cxn modelId="{CDB13445-D0AE-C346-AD63-B23D43D9C156}" type="presParOf" srcId="{E26C79A8-4B13-5F4D-8CE6-3F571A961C57}" destId="{5951BF98-9B04-6B4B-B2C9-5892F2A4DC9C}" srcOrd="4" destOrd="0" presId="urn:microsoft.com/office/officeart/2005/8/layout/l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0CD640B-1ED1-E545-8C95-FC3B3A514613}" type="doc">
      <dgm:prSet loTypeId="urn:microsoft.com/office/officeart/2005/8/layout/lProcess2" loCatId="list" qsTypeId="urn:microsoft.com/office/officeart/2005/8/quickstyle/simple4" qsCatId="simple" csTypeId="urn:microsoft.com/office/officeart/2005/8/colors/accent1_2" csCatId="accent1" phldr="1"/>
      <dgm:spPr/>
      <dgm:t>
        <a:bodyPr/>
        <a:lstStyle/>
        <a:p>
          <a:endParaRPr lang="en-US"/>
        </a:p>
      </dgm:t>
    </dgm:pt>
    <dgm:pt modelId="{9C62BB11-5FF5-7445-973A-9CD6D2EC382F}">
      <dgm:prSet phldrT="[Text]" custT="1"/>
      <dgm:spPr/>
      <dgm:t>
        <a:bodyPr/>
        <a:lstStyle/>
        <a:p>
          <a:r>
            <a:rPr lang="en-US" sz="2600" dirty="0"/>
            <a:t>A </a:t>
          </a:r>
          <a:r>
            <a:rPr lang="en-US" sz="2600" i="1" dirty="0">
              <a:solidFill>
                <a:schemeClr val="accent1"/>
              </a:solidFill>
            </a:rPr>
            <a:t>process</a:t>
          </a:r>
          <a:r>
            <a:rPr lang="en-US" sz="2600" i="1" dirty="0"/>
            <a:t> </a:t>
          </a:r>
          <a:r>
            <a:rPr lang="en-US" sz="2600" dirty="0"/>
            <a:t>can be defined as:</a:t>
          </a:r>
        </a:p>
      </dgm:t>
    </dgm:pt>
    <dgm:pt modelId="{56F10605-F79F-3041-939F-8CE6A5D80164}" type="parTrans" cxnId="{D466C52E-900F-EA41-BFDD-0839C8F58BC7}">
      <dgm:prSet/>
      <dgm:spPr/>
      <dgm:t>
        <a:bodyPr/>
        <a:lstStyle/>
        <a:p>
          <a:endParaRPr lang="en-US"/>
        </a:p>
      </dgm:t>
    </dgm:pt>
    <dgm:pt modelId="{FAB5343E-48E2-874A-BC00-971D7E2412A5}" type="sibTrans" cxnId="{D466C52E-900F-EA41-BFDD-0839C8F58BC7}">
      <dgm:prSet/>
      <dgm:spPr/>
      <dgm:t>
        <a:bodyPr/>
        <a:lstStyle/>
        <a:p>
          <a:endParaRPr lang="en-US"/>
        </a:p>
      </dgm:t>
    </dgm:pt>
    <dgm:pt modelId="{95CBCD0F-6E16-1344-9F14-F981E96C6989}">
      <dgm:prSet custT="1"/>
      <dgm:spPr/>
      <dgm:t>
        <a:bodyPr/>
        <a:lstStyle/>
        <a:p>
          <a:r>
            <a:rPr lang="en-US" sz="1800" dirty="0">
              <a:solidFill>
                <a:schemeClr val="bg1"/>
              </a:solidFill>
            </a:rPr>
            <a:t>a program in execution</a:t>
          </a:r>
        </a:p>
      </dgm:t>
    </dgm:pt>
    <dgm:pt modelId="{EF05AB83-83E2-184A-B52C-5034A4B5B55A}" type="parTrans" cxnId="{63BB4037-112A-6840-A694-03E1BACE8C3E}">
      <dgm:prSet/>
      <dgm:spPr/>
      <dgm:t>
        <a:bodyPr/>
        <a:lstStyle/>
        <a:p>
          <a:endParaRPr lang="en-US"/>
        </a:p>
      </dgm:t>
    </dgm:pt>
    <dgm:pt modelId="{BFF519C2-BCDD-724D-BEC6-BF3130017AB8}" type="sibTrans" cxnId="{63BB4037-112A-6840-A694-03E1BACE8C3E}">
      <dgm:prSet/>
      <dgm:spPr/>
      <dgm:t>
        <a:bodyPr/>
        <a:lstStyle/>
        <a:p>
          <a:endParaRPr lang="en-US"/>
        </a:p>
      </dgm:t>
    </dgm:pt>
    <dgm:pt modelId="{4CA4B62F-7C46-3B41-A492-185F51A757D3}">
      <dgm:prSet custT="1"/>
      <dgm:spPr>
        <a:solidFill>
          <a:schemeClr val="accent6"/>
        </a:solidFill>
      </dgm:spPr>
      <dgm:t>
        <a:bodyPr/>
        <a:lstStyle/>
        <a:p>
          <a:r>
            <a:rPr lang="en-US" sz="1800" dirty="0">
              <a:solidFill>
                <a:schemeClr val="bg1"/>
              </a:solidFill>
            </a:rPr>
            <a:t>an instance of a running program</a:t>
          </a:r>
        </a:p>
      </dgm:t>
    </dgm:pt>
    <dgm:pt modelId="{143A724B-3349-C447-AB09-A6D7BE18F189}" type="parTrans" cxnId="{6B4DBA37-4F7C-804F-933F-319552022C65}">
      <dgm:prSet/>
      <dgm:spPr/>
      <dgm:t>
        <a:bodyPr/>
        <a:lstStyle/>
        <a:p>
          <a:endParaRPr lang="en-US"/>
        </a:p>
      </dgm:t>
    </dgm:pt>
    <dgm:pt modelId="{AFD4CA3E-8735-644F-9FF2-F62A60485800}" type="sibTrans" cxnId="{6B4DBA37-4F7C-804F-933F-319552022C65}">
      <dgm:prSet/>
      <dgm:spPr/>
      <dgm:t>
        <a:bodyPr/>
        <a:lstStyle/>
        <a:p>
          <a:endParaRPr lang="en-US"/>
        </a:p>
      </dgm:t>
    </dgm:pt>
    <dgm:pt modelId="{E4785D30-E0FF-1843-A381-4F0D089C2F66}">
      <dgm:prSet custT="1"/>
      <dgm:spPr>
        <a:solidFill>
          <a:schemeClr val="accent2">
            <a:lumMod val="75000"/>
          </a:schemeClr>
        </a:solidFill>
      </dgm:spPr>
      <dgm:t>
        <a:bodyPr/>
        <a:lstStyle/>
        <a:p>
          <a:r>
            <a:rPr lang="en-US" sz="1800" dirty="0">
              <a:solidFill>
                <a:schemeClr val="bg1"/>
              </a:solidFill>
            </a:rPr>
            <a:t>the entity that can be assigned to, and executed on, a processor</a:t>
          </a:r>
        </a:p>
      </dgm:t>
    </dgm:pt>
    <dgm:pt modelId="{B8046299-320D-A946-ACB6-3DB16AF4F31C}" type="parTrans" cxnId="{908EF44B-F8E8-1C41-96CA-7B1DB06D29DB}">
      <dgm:prSet/>
      <dgm:spPr/>
      <dgm:t>
        <a:bodyPr/>
        <a:lstStyle/>
        <a:p>
          <a:endParaRPr lang="en-US"/>
        </a:p>
      </dgm:t>
    </dgm:pt>
    <dgm:pt modelId="{9BBD65EA-C84E-3342-BFEF-54D109D2AF54}" type="sibTrans" cxnId="{908EF44B-F8E8-1C41-96CA-7B1DB06D29DB}">
      <dgm:prSet/>
      <dgm:spPr/>
      <dgm:t>
        <a:bodyPr/>
        <a:lstStyle/>
        <a:p>
          <a:endParaRPr lang="en-US"/>
        </a:p>
      </dgm:t>
    </dgm:pt>
    <dgm:pt modelId="{5C59D184-E519-A141-B217-726CFCF69A53}">
      <dgm:prSet custT="1"/>
      <dgm:spPr>
        <a:solidFill>
          <a:schemeClr val="accent3">
            <a:lumMod val="75000"/>
          </a:schemeClr>
        </a:solidFill>
      </dgm:spPr>
      <dgm:t>
        <a:bodyPr/>
        <a:lstStyle/>
        <a:p>
          <a:r>
            <a:rPr lang="en-NZ" sz="1800" dirty="0">
              <a:solidFill>
                <a:schemeClr val="bg1"/>
              </a:solidFill>
            </a:rPr>
            <a:t>a unit of activity characterized by a single sequential thread of execution, a current state, and an associated set of system resources</a:t>
          </a:r>
          <a:endParaRPr lang="en-US" sz="1800" dirty="0">
            <a:solidFill>
              <a:schemeClr val="bg1"/>
            </a:solidFill>
          </a:endParaRPr>
        </a:p>
      </dgm:t>
    </dgm:pt>
    <dgm:pt modelId="{DA118F64-06A3-2E42-A162-CBF13C8F721F}" type="parTrans" cxnId="{DAD2B452-4B92-D946-BF47-B8B744F79DB3}">
      <dgm:prSet/>
      <dgm:spPr/>
      <dgm:t>
        <a:bodyPr/>
        <a:lstStyle/>
        <a:p>
          <a:endParaRPr lang="en-US"/>
        </a:p>
      </dgm:t>
    </dgm:pt>
    <dgm:pt modelId="{BA26C5EB-C056-0148-87C5-8714C3E0BABC}" type="sibTrans" cxnId="{DAD2B452-4B92-D946-BF47-B8B744F79DB3}">
      <dgm:prSet/>
      <dgm:spPr/>
      <dgm:t>
        <a:bodyPr/>
        <a:lstStyle/>
        <a:p>
          <a:endParaRPr lang="en-US"/>
        </a:p>
      </dgm:t>
    </dgm:pt>
    <dgm:pt modelId="{AA498229-2F44-AB4B-B8FF-9E8F57E7E1DB}" type="pres">
      <dgm:prSet presAssocID="{60CD640B-1ED1-E545-8C95-FC3B3A514613}" presName="theList" presStyleCnt="0">
        <dgm:presLayoutVars>
          <dgm:dir/>
          <dgm:animLvl val="lvl"/>
          <dgm:resizeHandles val="exact"/>
        </dgm:presLayoutVars>
      </dgm:prSet>
      <dgm:spPr/>
    </dgm:pt>
    <dgm:pt modelId="{3C5569B6-FD0B-C64E-ABFD-09FBCA665F0A}" type="pres">
      <dgm:prSet presAssocID="{9C62BB11-5FF5-7445-973A-9CD6D2EC382F}" presName="compNode" presStyleCnt="0"/>
      <dgm:spPr/>
    </dgm:pt>
    <dgm:pt modelId="{0CB26FD4-9907-2748-832C-F91F21C962A7}" type="pres">
      <dgm:prSet presAssocID="{9C62BB11-5FF5-7445-973A-9CD6D2EC382F}" presName="aNode" presStyleLbl="bgShp" presStyleIdx="0" presStyleCnt="1"/>
      <dgm:spPr/>
    </dgm:pt>
    <dgm:pt modelId="{723B4B6B-62E8-DD4A-8861-DC96C6708683}" type="pres">
      <dgm:prSet presAssocID="{9C62BB11-5FF5-7445-973A-9CD6D2EC382F}" presName="textNode" presStyleLbl="bgShp" presStyleIdx="0" presStyleCnt="1"/>
      <dgm:spPr/>
    </dgm:pt>
    <dgm:pt modelId="{CFB91E46-5524-5243-9298-3630DCA76CF4}" type="pres">
      <dgm:prSet presAssocID="{9C62BB11-5FF5-7445-973A-9CD6D2EC382F}" presName="compChildNode" presStyleCnt="0"/>
      <dgm:spPr/>
    </dgm:pt>
    <dgm:pt modelId="{5D51FDE5-4109-FF46-A900-15DEE9CCE2FF}" type="pres">
      <dgm:prSet presAssocID="{9C62BB11-5FF5-7445-973A-9CD6D2EC382F}" presName="theInnerList" presStyleCnt="0"/>
      <dgm:spPr/>
    </dgm:pt>
    <dgm:pt modelId="{9F6B7AC7-BCB3-4244-B25A-23CDDD94424B}" type="pres">
      <dgm:prSet presAssocID="{95CBCD0F-6E16-1344-9F14-F981E96C6989}" presName="childNode" presStyleLbl="node1" presStyleIdx="0" presStyleCnt="4" custScaleX="102373" custScaleY="174300" custLinFactNeighborX="0" custLinFactNeighborY="-42530">
        <dgm:presLayoutVars>
          <dgm:bulletEnabled val="1"/>
        </dgm:presLayoutVars>
      </dgm:prSet>
      <dgm:spPr/>
    </dgm:pt>
    <dgm:pt modelId="{33827AAA-650F-0443-AF63-677E041DFFDE}" type="pres">
      <dgm:prSet presAssocID="{95CBCD0F-6E16-1344-9F14-F981E96C6989}" presName="aSpace2" presStyleCnt="0"/>
      <dgm:spPr/>
    </dgm:pt>
    <dgm:pt modelId="{F3F77B7A-035D-B349-9DB8-48C9B0CD4D14}" type="pres">
      <dgm:prSet presAssocID="{4CA4B62F-7C46-3B41-A492-185F51A757D3}" presName="childNode" presStyleLbl="node1" presStyleIdx="1" presStyleCnt="4" custScaleX="104900" custScaleY="202192" custLinFactY="-23462" custLinFactNeighborX="0" custLinFactNeighborY="-100000">
        <dgm:presLayoutVars>
          <dgm:bulletEnabled val="1"/>
        </dgm:presLayoutVars>
      </dgm:prSet>
      <dgm:spPr/>
    </dgm:pt>
    <dgm:pt modelId="{95524E04-5C95-6D4A-A6D7-ED6AADF51D29}" type="pres">
      <dgm:prSet presAssocID="{4CA4B62F-7C46-3B41-A492-185F51A757D3}" presName="aSpace2" presStyleCnt="0"/>
      <dgm:spPr/>
    </dgm:pt>
    <dgm:pt modelId="{3F65BAAA-18B9-4047-82A7-7018E03752A1}" type="pres">
      <dgm:prSet presAssocID="{E4785D30-E0FF-1843-A381-4F0D089C2F66}" presName="childNode" presStyleLbl="node1" presStyleIdx="2" presStyleCnt="4" custScaleX="115011" custScaleY="240947" custLinFactY="-42566" custLinFactNeighborX="0" custLinFactNeighborY="-100000">
        <dgm:presLayoutVars>
          <dgm:bulletEnabled val="1"/>
        </dgm:presLayoutVars>
      </dgm:prSet>
      <dgm:spPr/>
    </dgm:pt>
    <dgm:pt modelId="{F01004BC-7CAF-1148-9C7F-8A4B94046671}" type="pres">
      <dgm:prSet presAssocID="{E4785D30-E0FF-1843-A381-4F0D089C2F66}" presName="aSpace2" presStyleCnt="0"/>
      <dgm:spPr/>
    </dgm:pt>
    <dgm:pt modelId="{A82AB75B-5168-3348-B180-A3053A31EAEA}" type="pres">
      <dgm:prSet presAssocID="{5C59D184-E519-A141-B217-726CFCF69A53}" presName="childNode" presStyleLbl="node1" presStyleIdx="3" presStyleCnt="4" custScaleX="125122" custScaleY="236131" custLinFactY="-56703" custLinFactNeighborX="0" custLinFactNeighborY="-100000">
        <dgm:presLayoutVars>
          <dgm:bulletEnabled val="1"/>
        </dgm:presLayoutVars>
      </dgm:prSet>
      <dgm:spPr/>
    </dgm:pt>
  </dgm:ptLst>
  <dgm:cxnLst>
    <dgm:cxn modelId="{973F1000-596F-7D48-BCC8-6D9046AB6034}" type="presOf" srcId="{5C59D184-E519-A141-B217-726CFCF69A53}" destId="{A82AB75B-5168-3348-B180-A3053A31EAEA}" srcOrd="0" destOrd="0" presId="urn:microsoft.com/office/officeart/2005/8/layout/lProcess2"/>
    <dgm:cxn modelId="{3263340F-8F88-3349-84AD-9CF7260031B4}" type="presOf" srcId="{9C62BB11-5FF5-7445-973A-9CD6D2EC382F}" destId="{0CB26FD4-9907-2748-832C-F91F21C962A7}" srcOrd="0" destOrd="0" presId="urn:microsoft.com/office/officeart/2005/8/layout/lProcess2"/>
    <dgm:cxn modelId="{735A3F12-10EE-ED47-8541-0F9849EEB686}" type="presOf" srcId="{9C62BB11-5FF5-7445-973A-9CD6D2EC382F}" destId="{723B4B6B-62E8-DD4A-8861-DC96C6708683}" srcOrd="1" destOrd="0" presId="urn:microsoft.com/office/officeart/2005/8/layout/lProcess2"/>
    <dgm:cxn modelId="{D466C52E-900F-EA41-BFDD-0839C8F58BC7}" srcId="{60CD640B-1ED1-E545-8C95-FC3B3A514613}" destId="{9C62BB11-5FF5-7445-973A-9CD6D2EC382F}" srcOrd="0" destOrd="0" parTransId="{56F10605-F79F-3041-939F-8CE6A5D80164}" sibTransId="{FAB5343E-48E2-874A-BC00-971D7E2412A5}"/>
    <dgm:cxn modelId="{63BB4037-112A-6840-A694-03E1BACE8C3E}" srcId="{9C62BB11-5FF5-7445-973A-9CD6D2EC382F}" destId="{95CBCD0F-6E16-1344-9F14-F981E96C6989}" srcOrd="0" destOrd="0" parTransId="{EF05AB83-83E2-184A-B52C-5034A4B5B55A}" sibTransId="{BFF519C2-BCDD-724D-BEC6-BF3130017AB8}"/>
    <dgm:cxn modelId="{6B4DBA37-4F7C-804F-933F-319552022C65}" srcId="{9C62BB11-5FF5-7445-973A-9CD6D2EC382F}" destId="{4CA4B62F-7C46-3B41-A492-185F51A757D3}" srcOrd="1" destOrd="0" parTransId="{143A724B-3349-C447-AB09-A6D7BE18F189}" sibTransId="{AFD4CA3E-8735-644F-9FF2-F62A60485800}"/>
    <dgm:cxn modelId="{E400583B-458F-5640-A0A0-36815301231A}" type="presOf" srcId="{4CA4B62F-7C46-3B41-A492-185F51A757D3}" destId="{F3F77B7A-035D-B349-9DB8-48C9B0CD4D14}" srcOrd="0" destOrd="0" presId="urn:microsoft.com/office/officeart/2005/8/layout/lProcess2"/>
    <dgm:cxn modelId="{CE84A345-0D29-754A-A01E-D3846FFE3C3F}" type="presOf" srcId="{95CBCD0F-6E16-1344-9F14-F981E96C6989}" destId="{9F6B7AC7-BCB3-4244-B25A-23CDDD94424B}" srcOrd="0" destOrd="0" presId="urn:microsoft.com/office/officeart/2005/8/layout/lProcess2"/>
    <dgm:cxn modelId="{908EF44B-F8E8-1C41-96CA-7B1DB06D29DB}" srcId="{9C62BB11-5FF5-7445-973A-9CD6D2EC382F}" destId="{E4785D30-E0FF-1843-A381-4F0D089C2F66}" srcOrd="2" destOrd="0" parTransId="{B8046299-320D-A946-ACB6-3DB16AF4F31C}" sibTransId="{9BBD65EA-C84E-3342-BFEF-54D109D2AF54}"/>
    <dgm:cxn modelId="{DAD2B452-4B92-D946-BF47-B8B744F79DB3}" srcId="{9C62BB11-5FF5-7445-973A-9CD6D2EC382F}" destId="{5C59D184-E519-A141-B217-726CFCF69A53}" srcOrd="3" destOrd="0" parTransId="{DA118F64-06A3-2E42-A162-CBF13C8F721F}" sibTransId="{BA26C5EB-C056-0148-87C5-8714C3E0BABC}"/>
    <dgm:cxn modelId="{D3D8EB54-146F-4347-9349-161A6B341FEA}" type="presOf" srcId="{60CD640B-1ED1-E545-8C95-FC3B3A514613}" destId="{AA498229-2F44-AB4B-B8FF-9E8F57E7E1DB}" srcOrd="0" destOrd="0" presId="urn:microsoft.com/office/officeart/2005/8/layout/lProcess2"/>
    <dgm:cxn modelId="{8D924FA3-5920-B643-B1CB-2120551B63A5}" type="presOf" srcId="{E4785D30-E0FF-1843-A381-4F0D089C2F66}" destId="{3F65BAAA-18B9-4047-82A7-7018E03752A1}" srcOrd="0" destOrd="0" presId="urn:microsoft.com/office/officeart/2005/8/layout/lProcess2"/>
    <dgm:cxn modelId="{70895E5F-7FFC-8E4C-8D54-A758AE61183F}" type="presParOf" srcId="{AA498229-2F44-AB4B-B8FF-9E8F57E7E1DB}" destId="{3C5569B6-FD0B-C64E-ABFD-09FBCA665F0A}" srcOrd="0" destOrd="0" presId="urn:microsoft.com/office/officeart/2005/8/layout/lProcess2"/>
    <dgm:cxn modelId="{E27D7651-7228-EA4A-9D51-FD9A42A931AA}" type="presParOf" srcId="{3C5569B6-FD0B-C64E-ABFD-09FBCA665F0A}" destId="{0CB26FD4-9907-2748-832C-F91F21C962A7}" srcOrd="0" destOrd="0" presId="urn:microsoft.com/office/officeart/2005/8/layout/lProcess2"/>
    <dgm:cxn modelId="{2DC6FD2B-760E-9E41-A078-53378CEBADA7}" type="presParOf" srcId="{3C5569B6-FD0B-C64E-ABFD-09FBCA665F0A}" destId="{723B4B6B-62E8-DD4A-8861-DC96C6708683}" srcOrd="1" destOrd="0" presId="urn:microsoft.com/office/officeart/2005/8/layout/lProcess2"/>
    <dgm:cxn modelId="{7F8009B7-C665-7340-9DEA-F237A411ADA0}" type="presParOf" srcId="{3C5569B6-FD0B-C64E-ABFD-09FBCA665F0A}" destId="{CFB91E46-5524-5243-9298-3630DCA76CF4}" srcOrd="2" destOrd="0" presId="urn:microsoft.com/office/officeart/2005/8/layout/lProcess2"/>
    <dgm:cxn modelId="{FE0DC388-AD7F-B341-8B57-7A4165E68326}" type="presParOf" srcId="{CFB91E46-5524-5243-9298-3630DCA76CF4}" destId="{5D51FDE5-4109-FF46-A900-15DEE9CCE2FF}" srcOrd="0" destOrd="0" presId="urn:microsoft.com/office/officeart/2005/8/layout/lProcess2"/>
    <dgm:cxn modelId="{B2000F17-B41A-7849-88E8-2CA0DA5F9314}" type="presParOf" srcId="{5D51FDE5-4109-FF46-A900-15DEE9CCE2FF}" destId="{9F6B7AC7-BCB3-4244-B25A-23CDDD94424B}" srcOrd="0" destOrd="0" presId="urn:microsoft.com/office/officeart/2005/8/layout/lProcess2"/>
    <dgm:cxn modelId="{88584D81-BA7E-9F42-B722-6A08D7BB4F02}" type="presParOf" srcId="{5D51FDE5-4109-FF46-A900-15DEE9CCE2FF}" destId="{33827AAA-650F-0443-AF63-677E041DFFDE}" srcOrd="1" destOrd="0" presId="urn:microsoft.com/office/officeart/2005/8/layout/lProcess2"/>
    <dgm:cxn modelId="{E165D6F4-6BA2-444F-AA91-85669C34975E}" type="presParOf" srcId="{5D51FDE5-4109-FF46-A900-15DEE9CCE2FF}" destId="{F3F77B7A-035D-B349-9DB8-48C9B0CD4D14}" srcOrd="2" destOrd="0" presId="urn:microsoft.com/office/officeart/2005/8/layout/lProcess2"/>
    <dgm:cxn modelId="{7C8AB816-6304-B647-98F2-7EF8E95511B7}" type="presParOf" srcId="{5D51FDE5-4109-FF46-A900-15DEE9CCE2FF}" destId="{95524E04-5C95-6D4A-A6D7-ED6AADF51D29}" srcOrd="3" destOrd="0" presId="urn:microsoft.com/office/officeart/2005/8/layout/lProcess2"/>
    <dgm:cxn modelId="{98A3E909-9371-794C-BEB7-165FA28A268A}" type="presParOf" srcId="{5D51FDE5-4109-FF46-A900-15DEE9CCE2FF}" destId="{3F65BAAA-18B9-4047-82A7-7018E03752A1}" srcOrd="4" destOrd="0" presId="urn:microsoft.com/office/officeart/2005/8/layout/lProcess2"/>
    <dgm:cxn modelId="{CECC3173-AD32-A543-9D3A-4D50CF5547DD}" type="presParOf" srcId="{5D51FDE5-4109-FF46-A900-15DEE9CCE2FF}" destId="{F01004BC-7CAF-1148-9C7F-8A4B94046671}" srcOrd="5" destOrd="0" presId="urn:microsoft.com/office/officeart/2005/8/layout/lProcess2"/>
    <dgm:cxn modelId="{9A38A8EB-542F-9B4A-BDA3-893DB7A7386C}" type="presParOf" srcId="{5D51FDE5-4109-FF46-A900-15DEE9CCE2FF}" destId="{A82AB75B-5168-3348-B180-A3053A31EAEA}" srcOrd="6" destOrd="0" presId="urn:microsoft.com/office/officeart/2005/8/layout/lProcess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DB64831-39A6-FB4C-A523-F5E3B9751DA1}"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US"/>
        </a:p>
      </dgm:t>
    </dgm:pt>
    <dgm:pt modelId="{090C1A0A-C26D-D14F-8596-B5F3B36BD3BF}">
      <dgm:prSet phldrT="[Text]" custT="1"/>
      <dgm:spPr/>
      <dgm:t>
        <a:bodyPr/>
        <a:lstStyle/>
        <a:p>
          <a:r>
            <a:rPr lang="en-US" sz="1800" dirty="0"/>
            <a:t>multiprogramming batch operation</a:t>
          </a:r>
        </a:p>
      </dgm:t>
    </dgm:pt>
    <dgm:pt modelId="{6ED5D5D4-7F03-9B46-A760-DEDD371E9C38}" type="parTrans" cxnId="{072DC3B1-9105-E642-B250-A05A84572AE6}">
      <dgm:prSet/>
      <dgm:spPr/>
      <dgm:t>
        <a:bodyPr/>
        <a:lstStyle/>
        <a:p>
          <a:endParaRPr lang="en-US"/>
        </a:p>
      </dgm:t>
    </dgm:pt>
    <dgm:pt modelId="{819FE901-AE43-8E44-B500-DE7D1B5A3CEE}" type="sibTrans" cxnId="{072DC3B1-9105-E642-B250-A05A84572AE6}">
      <dgm:prSet/>
      <dgm:spPr/>
      <dgm:t>
        <a:bodyPr/>
        <a:lstStyle/>
        <a:p>
          <a:endParaRPr lang="en-US"/>
        </a:p>
      </dgm:t>
    </dgm:pt>
    <dgm:pt modelId="{A861B948-FADD-F049-9021-E112D39A70C3}">
      <dgm:prSet custT="1"/>
      <dgm:spPr/>
      <dgm:t>
        <a:bodyPr/>
        <a:lstStyle/>
        <a:p>
          <a:r>
            <a:rPr lang="en-US" sz="1800" dirty="0"/>
            <a:t>processor is switched among the various programs residing in main memory</a:t>
          </a:r>
        </a:p>
      </dgm:t>
    </dgm:pt>
    <dgm:pt modelId="{E7FEEB4C-00D7-0F4D-BCE9-F0D511CB898E}" type="parTrans" cxnId="{01C21743-68F0-1440-A634-FA44F3E31905}">
      <dgm:prSet/>
      <dgm:spPr/>
      <dgm:t>
        <a:bodyPr/>
        <a:lstStyle/>
        <a:p>
          <a:endParaRPr lang="en-US"/>
        </a:p>
      </dgm:t>
    </dgm:pt>
    <dgm:pt modelId="{7072DCA2-6C0C-004D-BFFC-C79F9E83A169}" type="sibTrans" cxnId="{01C21743-68F0-1440-A634-FA44F3E31905}">
      <dgm:prSet/>
      <dgm:spPr/>
      <dgm:t>
        <a:bodyPr/>
        <a:lstStyle/>
        <a:p>
          <a:endParaRPr lang="en-US"/>
        </a:p>
      </dgm:t>
    </dgm:pt>
    <dgm:pt modelId="{7AC27B81-B188-3E47-8705-81041E0FC3E0}">
      <dgm:prSet custT="1"/>
      <dgm:spPr/>
      <dgm:t>
        <a:bodyPr/>
        <a:lstStyle/>
        <a:p>
          <a:r>
            <a:rPr lang="en-US" sz="1800" dirty="0"/>
            <a:t>time sharing</a:t>
          </a:r>
        </a:p>
      </dgm:t>
    </dgm:pt>
    <dgm:pt modelId="{D7EF37F5-3D53-4E40-904A-9F17B7D02362}" type="parTrans" cxnId="{D7C025BF-80F4-A946-B860-1EC135D1BC8B}">
      <dgm:prSet/>
      <dgm:spPr/>
      <dgm:t>
        <a:bodyPr/>
        <a:lstStyle/>
        <a:p>
          <a:endParaRPr lang="en-US"/>
        </a:p>
      </dgm:t>
    </dgm:pt>
    <dgm:pt modelId="{603AAE72-C019-334E-8F2E-205C975EB218}" type="sibTrans" cxnId="{D7C025BF-80F4-A946-B860-1EC135D1BC8B}">
      <dgm:prSet/>
      <dgm:spPr/>
      <dgm:t>
        <a:bodyPr/>
        <a:lstStyle/>
        <a:p>
          <a:endParaRPr lang="en-US"/>
        </a:p>
      </dgm:t>
    </dgm:pt>
    <dgm:pt modelId="{691904B2-8C8C-9E48-8963-C4E4A346B2D7}">
      <dgm:prSet custT="1"/>
      <dgm:spPr/>
      <dgm:t>
        <a:bodyPr/>
        <a:lstStyle/>
        <a:p>
          <a:r>
            <a:rPr lang="en-US" sz="1800" dirty="0"/>
            <a:t>be responsive to the individual user but be able to support many users simultaneously</a:t>
          </a:r>
        </a:p>
      </dgm:t>
    </dgm:pt>
    <dgm:pt modelId="{0968DDFD-1996-BC44-983C-E4BA4151C7EF}" type="parTrans" cxnId="{64087701-C20D-1441-996A-CB5B2B3C3FDD}">
      <dgm:prSet/>
      <dgm:spPr/>
      <dgm:t>
        <a:bodyPr/>
        <a:lstStyle/>
        <a:p>
          <a:endParaRPr lang="en-US"/>
        </a:p>
      </dgm:t>
    </dgm:pt>
    <dgm:pt modelId="{46105771-6ADF-D947-BEF5-92A1F7734EB5}" type="sibTrans" cxnId="{64087701-C20D-1441-996A-CB5B2B3C3FDD}">
      <dgm:prSet/>
      <dgm:spPr/>
      <dgm:t>
        <a:bodyPr/>
        <a:lstStyle/>
        <a:p>
          <a:endParaRPr lang="en-US"/>
        </a:p>
      </dgm:t>
    </dgm:pt>
    <dgm:pt modelId="{D902A58C-EFD2-8042-8EDA-A0048E155FFA}">
      <dgm:prSet custT="1"/>
      <dgm:spPr/>
      <dgm:t>
        <a:bodyPr/>
        <a:lstStyle/>
        <a:p>
          <a:r>
            <a:rPr lang="en-US" sz="1800" dirty="0"/>
            <a:t>real-time transaction systems</a:t>
          </a:r>
        </a:p>
      </dgm:t>
    </dgm:pt>
    <dgm:pt modelId="{A31C1E0D-0762-3448-9F73-7DF2B4D47AAE}" type="parTrans" cxnId="{062E594F-6ED6-9242-BDA7-263C3BDD4C74}">
      <dgm:prSet/>
      <dgm:spPr/>
      <dgm:t>
        <a:bodyPr/>
        <a:lstStyle/>
        <a:p>
          <a:endParaRPr lang="en-US"/>
        </a:p>
      </dgm:t>
    </dgm:pt>
    <dgm:pt modelId="{E9AF713B-294C-1747-ACFB-8F1C11F212D5}" type="sibTrans" cxnId="{062E594F-6ED6-9242-BDA7-263C3BDD4C74}">
      <dgm:prSet/>
      <dgm:spPr/>
      <dgm:t>
        <a:bodyPr/>
        <a:lstStyle/>
        <a:p>
          <a:endParaRPr lang="en-US"/>
        </a:p>
      </dgm:t>
    </dgm:pt>
    <dgm:pt modelId="{C68CCDAE-7D91-4B48-BF77-F04382F40DB1}">
      <dgm:prSet custT="1"/>
      <dgm:spPr/>
      <dgm:t>
        <a:bodyPr/>
        <a:lstStyle/>
        <a:p>
          <a:r>
            <a:rPr lang="en-US" sz="1800" dirty="0"/>
            <a:t>a number of users are entering queries or updates against a database</a:t>
          </a:r>
        </a:p>
      </dgm:t>
    </dgm:pt>
    <dgm:pt modelId="{7C0169C0-7C2E-A548-B1C3-E39E55953B65}" type="parTrans" cxnId="{A390C873-0E3A-A74D-97D1-E2B97818038F}">
      <dgm:prSet/>
      <dgm:spPr/>
      <dgm:t>
        <a:bodyPr/>
        <a:lstStyle/>
        <a:p>
          <a:endParaRPr lang="en-US"/>
        </a:p>
      </dgm:t>
    </dgm:pt>
    <dgm:pt modelId="{159750F5-3324-A442-BB0E-FC4EF4D6206A}" type="sibTrans" cxnId="{A390C873-0E3A-A74D-97D1-E2B97818038F}">
      <dgm:prSet/>
      <dgm:spPr/>
      <dgm:t>
        <a:bodyPr/>
        <a:lstStyle/>
        <a:p>
          <a:endParaRPr lang="en-US"/>
        </a:p>
      </dgm:t>
    </dgm:pt>
    <dgm:pt modelId="{1A010248-F548-F346-8ADB-96035AED7299}" type="pres">
      <dgm:prSet presAssocID="{1DB64831-39A6-FB4C-A523-F5E3B9751DA1}" presName="linear" presStyleCnt="0">
        <dgm:presLayoutVars>
          <dgm:dir/>
          <dgm:animLvl val="lvl"/>
          <dgm:resizeHandles val="exact"/>
        </dgm:presLayoutVars>
      </dgm:prSet>
      <dgm:spPr/>
    </dgm:pt>
    <dgm:pt modelId="{4E3FA4B1-4A63-544B-981A-B6E7C0776C04}" type="pres">
      <dgm:prSet presAssocID="{090C1A0A-C26D-D14F-8596-B5F3B36BD3BF}" presName="parentLin" presStyleCnt="0"/>
      <dgm:spPr/>
    </dgm:pt>
    <dgm:pt modelId="{65288267-EAE4-DE4C-96DB-BAF08CE94DC5}" type="pres">
      <dgm:prSet presAssocID="{090C1A0A-C26D-D14F-8596-B5F3B36BD3BF}" presName="parentLeftMargin" presStyleLbl="node1" presStyleIdx="0" presStyleCnt="3"/>
      <dgm:spPr/>
    </dgm:pt>
    <dgm:pt modelId="{82E57853-70E3-7A46-AADA-BF7731AC4DC4}" type="pres">
      <dgm:prSet presAssocID="{090C1A0A-C26D-D14F-8596-B5F3B36BD3BF}" presName="parentText" presStyleLbl="node1" presStyleIdx="0" presStyleCnt="3">
        <dgm:presLayoutVars>
          <dgm:chMax val="0"/>
          <dgm:bulletEnabled val="1"/>
        </dgm:presLayoutVars>
      </dgm:prSet>
      <dgm:spPr/>
    </dgm:pt>
    <dgm:pt modelId="{EB2F4767-EA6E-BB40-808A-A791F3816C7B}" type="pres">
      <dgm:prSet presAssocID="{090C1A0A-C26D-D14F-8596-B5F3B36BD3BF}" presName="negativeSpace" presStyleCnt="0"/>
      <dgm:spPr/>
    </dgm:pt>
    <dgm:pt modelId="{064606FB-5D20-144B-B501-E8786E822E20}" type="pres">
      <dgm:prSet presAssocID="{090C1A0A-C26D-D14F-8596-B5F3B36BD3BF}" presName="childText" presStyleLbl="conFgAcc1" presStyleIdx="0" presStyleCnt="3">
        <dgm:presLayoutVars>
          <dgm:bulletEnabled val="1"/>
        </dgm:presLayoutVars>
      </dgm:prSet>
      <dgm:spPr/>
    </dgm:pt>
    <dgm:pt modelId="{A5334CB6-D903-FB4A-8F24-0045DA1D327F}" type="pres">
      <dgm:prSet presAssocID="{819FE901-AE43-8E44-B500-DE7D1B5A3CEE}" presName="spaceBetweenRectangles" presStyleCnt="0"/>
      <dgm:spPr/>
    </dgm:pt>
    <dgm:pt modelId="{3D0F6A07-01CB-604B-B50A-3736C0A4B19A}" type="pres">
      <dgm:prSet presAssocID="{7AC27B81-B188-3E47-8705-81041E0FC3E0}" presName="parentLin" presStyleCnt="0"/>
      <dgm:spPr/>
    </dgm:pt>
    <dgm:pt modelId="{5109884A-4A31-4945-AEDA-EC985EBE0282}" type="pres">
      <dgm:prSet presAssocID="{7AC27B81-B188-3E47-8705-81041E0FC3E0}" presName="parentLeftMargin" presStyleLbl="node1" presStyleIdx="0" presStyleCnt="3"/>
      <dgm:spPr/>
    </dgm:pt>
    <dgm:pt modelId="{AEF5B4F8-0BEB-CA45-966A-7A4B1541DFC8}" type="pres">
      <dgm:prSet presAssocID="{7AC27B81-B188-3E47-8705-81041E0FC3E0}" presName="parentText" presStyleLbl="node1" presStyleIdx="1" presStyleCnt="3">
        <dgm:presLayoutVars>
          <dgm:chMax val="0"/>
          <dgm:bulletEnabled val="1"/>
        </dgm:presLayoutVars>
      </dgm:prSet>
      <dgm:spPr/>
    </dgm:pt>
    <dgm:pt modelId="{9B2E5195-093C-5E4B-8C66-883EB1F6BE9A}" type="pres">
      <dgm:prSet presAssocID="{7AC27B81-B188-3E47-8705-81041E0FC3E0}" presName="negativeSpace" presStyleCnt="0"/>
      <dgm:spPr/>
    </dgm:pt>
    <dgm:pt modelId="{B1F670F3-D264-4046-87DC-A6F828D90574}" type="pres">
      <dgm:prSet presAssocID="{7AC27B81-B188-3E47-8705-81041E0FC3E0}" presName="childText" presStyleLbl="conFgAcc1" presStyleIdx="1" presStyleCnt="3">
        <dgm:presLayoutVars>
          <dgm:bulletEnabled val="1"/>
        </dgm:presLayoutVars>
      </dgm:prSet>
      <dgm:spPr/>
    </dgm:pt>
    <dgm:pt modelId="{6DF703D6-98F2-5249-A8A7-FB271A0E1613}" type="pres">
      <dgm:prSet presAssocID="{603AAE72-C019-334E-8F2E-205C975EB218}" presName="spaceBetweenRectangles" presStyleCnt="0"/>
      <dgm:spPr/>
    </dgm:pt>
    <dgm:pt modelId="{7170CCDA-66F4-F34B-8E49-862D3080B636}" type="pres">
      <dgm:prSet presAssocID="{D902A58C-EFD2-8042-8EDA-A0048E155FFA}" presName="parentLin" presStyleCnt="0"/>
      <dgm:spPr/>
    </dgm:pt>
    <dgm:pt modelId="{67EDB3EC-627F-AF4E-ACA6-CEE3814DEF67}" type="pres">
      <dgm:prSet presAssocID="{D902A58C-EFD2-8042-8EDA-A0048E155FFA}" presName="parentLeftMargin" presStyleLbl="node1" presStyleIdx="1" presStyleCnt="3"/>
      <dgm:spPr/>
    </dgm:pt>
    <dgm:pt modelId="{BC73B10D-3B03-D548-9EEA-CA43DC155C9C}" type="pres">
      <dgm:prSet presAssocID="{D902A58C-EFD2-8042-8EDA-A0048E155FFA}" presName="parentText" presStyleLbl="node1" presStyleIdx="2" presStyleCnt="3">
        <dgm:presLayoutVars>
          <dgm:chMax val="0"/>
          <dgm:bulletEnabled val="1"/>
        </dgm:presLayoutVars>
      </dgm:prSet>
      <dgm:spPr/>
    </dgm:pt>
    <dgm:pt modelId="{50A7113B-D3E7-0D48-8FBA-2EDED0047D9A}" type="pres">
      <dgm:prSet presAssocID="{D902A58C-EFD2-8042-8EDA-A0048E155FFA}" presName="negativeSpace" presStyleCnt="0"/>
      <dgm:spPr/>
    </dgm:pt>
    <dgm:pt modelId="{01E9E69B-17E4-D64F-8AF9-CCFECEFBC5CA}" type="pres">
      <dgm:prSet presAssocID="{D902A58C-EFD2-8042-8EDA-A0048E155FFA}" presName="childText" presStyleLbl="conFgAcc1" presStyleIdx="2" presStyleCnt="3">
        <dgm:presLayoutVars>
          <dgm:bulletEnabled val="1"/>
        </dgm:presLayoutVars>
      </dgm:prSet>
      <dgm:spPr/>
    </dgm:pt>
  </dgm:ptLst>
  <dgm:cxnLst>
    <dgm:cxn modelId="{64087701-C20D-1441-996A-CB5B2B3C3FDD}" srcId="{7AC27B81-B188-3E47-8705-81041E0FC3E0}" destId="{691904B2-8C8C-9E48-8963-C4E4A346B2D7}" srcOrd="0" destOrd="0" parTransId="{0968DDFD-1996-BC44-983C-E4BA4151C7EF}" sibTransId="{46105771-6ADF-D947-BEF5-92A1F7734EB5}"/>
    <dgm:cxn modelId="{ECE15F07-5191-C64D-919D-45BF59A686AE}" type="presOf" srcId="{C68CCDAE-7D91-4B48-BF77-F04382F40DB1}" destId="{01E9E69B-17E4-D64F-8AF9-CCFECEFBC5CA}" srcOrd="0" destOrd="0" presId="urn:microsoft.com/office/officeart/2005/8/layout/list1"/>
    <dgm:cxn modelId="{CC12E014-F591-2E42-961B-1BAF9B893160}" type="presOf" srcId="{090C1A0A-C26D-D14F-8596-B5F3B36BD3BF}" destId="{65288267-EAE4-DE4C-96DB-BAF08CE94DC5}" srcOrd="0" destOrd="0" presId="urn:microsoft.com/office/officeart/2005/8/layout/list1"/>
    <dgm:cxn modelId="{2B56842A-57F8-8240-93BE-BE623BC4FBF9}" type="presOf" srcId="{691904B2-8C8C-9E48-8963-C4E4A346B2D7}" destId="{B1F670F3-D264-4046-87DC-A6F828D90574}" srcOrd="0" destOrd="0" presId="urn:microsoft.com/office/officeart/2005/8/layout/list1"/>
    <dgm:cxn modelId="{F6E36B35-3192-3F4C-89C1-38C55DE20621}" type="presOf" srcId="{1DB64831-39A6-FB4C-A523-F5E3B9751DA1}" destId="{1A010248-F548-F346-8ADB-96035AED7299}" srcOrd="0" destOrd="0" presId="urn:microsoft.com/office/officeart/2005/8/layout/list1"/>
    <dgm:cxn modelId="{01C21743-68F0-1440-A634-FA44F3E31905}" srcId="{090C1A0A-C26D-D14F-8596-B5F3B36BD3BF}" destId="{A861B948-FADD-F049-9021-E112D39A70C3}" srcOrd="0" destOrd="0" parTransId="{E7FEEB4C-00D7-0F4D-BCE9-F0D511CB898E}" sibTransId="{7072DCA2-6C0C-004D-BFFC-C79F9E83A169}"/>
    <dgm:cxn modelId="{062E594F-6ED6-9242-BDA7-263C3BDD4C74}" srcId="{1DB64831-39A6-FB4C-A523-F5E3B9751DA1}" destId="{D902A58C-EFD2-8042-8EDA-A0048E155FFA}" srcOrd="2" destOrd="0" parTransId="{A31C1E0D-0762-3448-9F73-7DF2B4D47AAE}" sibTransId="{E9AF713B-294C-1747-ACFB-8F1C11F212D5}"/>
    <dgm:cxn modelId="{A390C873-0E3A-A74D-97D1-E2B97818038F}" srcId="{D902A58C-EFD2-8042-8EDA-A0048E155FFA}" destId="{C68CCDAE-7D91-4B48-BF77-F04382F40DB1}" srcOrd="0" destOrd="0" parTransId="{7C0169C0-7C2E-A548-B1C3-E39E55953B65}" sibTransId="{159750F5-3324-A442-BB0E-FC4EF4D6206A}"/>
    <dgm:cxn modelId="{EC2B6C82-A127-734A-AD9B-7AED2D5BFB02}" type="presOf" srcId="{7AC27B81-B188-3E47-8705-81041E0FC3E0}" destId="{5109884A-4A31-4945-AEDA-EC985EBE0282}" srcOrd="0" destOrd="0" presId="urn:microsoft.com/office/officeart/2005/8/layout/list1"/>
    <dgm:cxn modelId="{D33E718A-8591-6E4C-8A08-A30B0FFF8BCB}" type="presOf" srcId="{D902A58C-EFD2-8042-8EDA-A0048E155FFA}" destId="{67EDB3EC-627F-AF4E-ACA6-CEE3814DEF67}" srcOrd="0" destOrd="0" presId="urn:microsoft.com/office/officeart/2005/8/layout/list1"/>
    <dgm:cxn modelId="{2AFE8AA1-1916-5F48-ACFF-0FEC0EB8F6D6}" type="presOf" srcId="{090C1A0A-C26D-D14F-8596-B5F3B36BD3BF}" destId="{82E57853-70E3-7A46-AADA-BF7731AC4DC4}" srcOrd="1" destOrd="0" presId="urn:microsoft.com/office/officeart/2005/8/layout/list1"/>
    <dgm:cxn modelId="{072DC3B1-9105-E642-B250-A05A84572AE6}" srcId="{1DB64831-39A6-FB4C-A523-F5E3B9751DA1}" destId="{090C1A0A-C26D-D14F-8596-B5F3B36BD3BF}" srcOrd="0" destOrd="0" parTransId="{6ED5D5D4-7F03-9B46-A760-DEDD371E9C38}" sibTransId="{819FE901-AE43-8E44-B500-DE7D1B5A3CEE}"/>
    <dgm:cxn modelId="{D7C025BF-80F4-A946-B860-1EC135D1BC8B}" srcId="{1DB64831-39A6-FB4C-A523-F5E3B9751DA1}" destId="{7AC27B81-B188-3E47-8705-81041E0FC3E0}" srcOrd="1" destOrd="0" parTransId="{D7EF37F5-3D53-4E40-904A-9F17B7D02362}" sibTransId="{603AAE72-C019-334E-8F2E-205C975EB218}"/>
    <dgm:cxn modelId="{DC1B48CD-72BC-9549-8C4B-AA3897F4AB1C}" type="presOf" srcId="{A861B948-FADD-F049-9021-E112D39A70C3}" destId="{064606FB-5D20-144B-B501-E8786E822E20}" srcOrd="0" destOrd="0" presId="urn:microsoft.com/office/officeart/2005/8/layout/list1"/>
    <dgm:cxn modelId="{6B7AF6E9-C34C-A142-AD4C-4C0DACBE2A89}" type="presOf" srcId="{D902A58C-EFD2-8042-8EDA-A0048E155FFA}" destId="{BC73B10D-3B03-D548-9EEA-CA43DC155C9C}" srcOrd="1" destOrd="0" presId="urn:microsoft.com/office/officeart/2005/8/layout/list1"/>
    <dgm:cxn modelId="{56DE74EE-9D9E-4740-9366-8E07949D7403}" type="presOf" srcId="{7AC27B81-B188-3E47-8705-81041E0FC3E0}" destId="{AEF5B4F8-0BEB-CA45-966A-7A4B1541DFC8}" srcOrd="1" destOrd="0" presId="urn:microsoft.com/office/officeart/2005/8/layout/list1"/>
    <dgm:cxn modelId="{F92DD583-F850-1E4C-AF87-A78FD2E93DDB}" type="presParOf" srcId="{1A010248-F548-F346-8ADB-96035AED7299}" destId="{4E3FA4B1-4A63-544B-981A-B6E7C0776C04}" srcOrd="0" destOrd="0" presId="urn:microsoft.com/office/officeart/2005/8/layout/list1"/>
    <dgm:cxn modelId="{D1A9D8F4-EA9C-0E47-9551-6C47718324FE}" type="presParOf" srcId="{4E3FA4B1-4A63-544B-981A-B6E7C0776C04}" destId="{65288267-EAE4-DE4C-96DB-BAF08CE94DC5}" srcOrd="0" destOrd="0" presId="urn:microsoft.com/office/officeart/2005/8/layout/list1"/>
    <dgm:cxn modelId="{A543FBFA-4118-F942-B339-5A0E07692795}" type="presParOf" srcId="{4E3FA4B1-4A63-544B-981A-B6E7C0776C04}" destId="{82E57853-70E3-7A46-AADA-BF7731AC4DC4}" srcOrd="1" destOrd="0" presId="urn:microsoft.com/office/officeart/2005/8/layout/list1"/>
    <dgm:cxn modelId="{D533CB5F-FAF4-9749-98E8-F0A538F330E0}" type="presParOf" srcId="{1A010248-F548-F346-8ADB-96035AED7299}" destId="{EB2F4767-EA6E-BB40-808A-A791F3816C7B}" srcOrd="1" destOrd="0" presId="urn:microsoft.com/office/officeart/2005/8/layout/list1"/>
    <dgm:cxn modelId="{21205C1A-B61E-C049-9322-3207C838F740}" type="presParOf" srcId="{1A010248-F548-F346-8ADB-96035AED7299}" destId="{064606FB-5D20-144B-B501-E8786E822E20}" srcOrd="2" destOrd="0" presId="urn:microsoft.com/office/officeart/2005/8/layout/list1"/>
    <dgm:cxn modelId="{135E6390-51A3-2A43-91A8-0B9FF97EF391}" type="presParOf" srcId="{1A010248-F548-F346-8ADB-96035AED7299}" destId="{A5334CB6-D903-FB4A-8F24-0045DA1D327F}" srcOrd="3" destOrd="0" presId="urn:microsoft.com/office/officeart/2005/8/layout/list1"/>
    <dgm:cxn modelId="{EA5369AD-703D-3F46-B8AC-AB2F528C8580}" type="presParOf" srcId="{1A010248-F548-F346-8ADB-96035AED7299}" destId="{3D0F6A07-01CB-604B-B50A-3736C0A4B19A}" srcOrd="4" destOrd="0" presId="urn:microsoft.com/office/officeart/2005/8/layout/list1"/>
    <dgm:cxn modelId="{47F09664-C617-F64C-9DDD-667B5DCAD448}" type="presParOf" srcId="{3D0F6A07-01CB-604B-B50A-3736C0A4B19A}" destId="{5109884A-4A31-4945-AEDA-EC985EBE0282}" srcOrd="0" destOrd="0" presId="urn:microsoft.com/office/officeart/2005/8/layout/list1"/>
    <dgm:cxn modelId="{43E7D907-E676-2147-98C1-23347ECE62AF}" type="presParOf" srcId="{3D0F6A07-01CB-604B-B50A-3736C0A4B19A}" destId="{AEF5B4F8-0BEB-CA45-966A-7A4B1541DFC8}" srcOrd="1" destOrd="0" presId="urn:microsoft.com/office/officeart/2005/8/layout/list1"/>
    <dgm:cxn modelId="{4407763D-921E-A947-BBAF-D09DB60F701A}" type="presParOf" srcId="{1A010248-F548-F346-8ADB-96035AED7299}" destId="{9B2E5195-093C-5E4B-8C66-883EB1F6BE9A}" srcOrd="5" destOrd="0" presId="urn:microsoft.com/office/officeart/2005/8/layout/list1"/>
    <dgm:cxn modelId="{2C8061A0-CEE3-8D46-84DF-2E6E17A3BBAE}" type="presParOf" srcId="{1A010248-F548-F346-8ADB-96035AED7299}" destId="{B1F670F3-D264-4046-87DC-A6F828D90574}" srcOrd="6" destOrd="0" presId="urn:microsoft.com/office/officeart/2005/8/layout/list1"/>
    <dgm:cxn modelId="{4D031D3E-CE7C-1048-BF3A-6EFA2EA9A286}" type="presParOf" srcId="{1A010248-F548-F346-8ADB-96035AED7299}" destId="{6DF703D6-98F2-5249-A8A7-FB271A0E1613}" srcOrd="7" destOrd="0" presId="urn:microsoft.com/office/officeart/2005/8/layout/list1"/>
    <dgm:cxn modelId="{2F956D1E-619A-FE4A-B0DC-200951E054F5}" type="presParOf" srcId="{1A010248-F548-F346-8ADB-96035AED7299}" destId="{7170CCDA-66F4-F34B-8E49-862D3080B636}" srcOrd="8" destOrd="0" presId="urn:microsoft.com/office/officeart/2005/8/layout/list1"/>
    <dgm:cxn modelId="{3E3FE637-7791-DB4E-876F-49B29C130BEC}" type="presParOf" srcId="{7170CCDA-66F4-F34B-8E49-862D3080B636}" destId="{67EDB3EC-627F-AF4E-ACA6-CEE3814DEF67}" srcOrd="0" destOrd="0" presId="urn:microsoft.com/office/officeart/2005/8/layout/list1"/>
    <dgm:cxn modelId="{23D99B78-4769-6D40-966A-49953D522DB8}" type="presParOf" srcId="{7170CCDA-66F4-F34B-8E49-862D3080B636}" destId="{BC73B10D-3B03-D548-9EEA-CA43DC155C9C}" srcOrd="1" destOrd="0" presId="urn:microsoft.com/office/officeart/2005/8/layout/list1"/>
    <dgm:cxn modelId="{E034A7A8-1A62-E540-A29F-6597A72F4F40}" type="presParOf" srcId="{1A010248-F548-F346-8ADB-96035AED7299}" destId="{50A7113B-D3E7-0D48-8FBA-2EDED0047D9A}" srcOrd="9" destOrd="0" presId="urn:microsoft.com/office/officeart/2005/8/layout/list1"/>
    <dgm:cxn modelId="{E9FEE77E-7166-DA43-841E-A12F962A3EA0}" type="presParOf" srcId="{1A010248-F548-F346-8ADB-96035AED7299}" destId="{01E9E69B-17E4-D64F-8AF9-CCFECEFBC5CA}" srcOrd="10"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855130A-29F0-F642-9E61-612068599FA0}" type="doc">
      <dgm:prSet loTypeId="urn:microsoft.com/office/officeart/2005/8/layout/arrow4" loCatId="relationship" qsTypeId="urn:microsoft.com/office/officeart/2005/8/quickstyle/simple4" qsCatId="simple" csTypeId="urn:microsoft.com/office/officeart/2005/8/colors/accent1_2" csCatId="accent1" phldr="1"/>
      <dgm:spPr/>
      <dgm:t>
        <a:bodyPr/>
        <a:lstStyle/>
        <a:p>
          <a:endParaRPr lang="en-US"/>
        </a:p>
      </dgm:t>
    </dgm:pt>
    <dgm:pt modelId="{A24F98F6-36FD-D04C-8704-4CEB5FEA9904}">
      <dgm:prSet phldrT="[Text]"/>
      <dgm:spPr/>
      <dgm:t>
        <a:bodyPr/>
        <a:lstStyle/>
        <a:p>
          <a:r>
            <a:rPr lang="en-NZ" dirty="0"/>
            <a:t>Major advances in development include:</a:t>
          </a:r>
          <a:endParaRPr lang="en-US" dirty="0"/>
        </a:p>
      </dgm:t>
    </dgm:pt>
    <dgm:pt modelId="{D616917C-FDE8-564E-96B2-34255CC5FE55}" type="parTrans" cxnId="{CC7462AA-0345-3441-85A6-77FAE5A6E1E9}">
      <dgm:prSet/>
      <dgm:spPr/>
      <dgm:t>
        <a:bodyPr/>
        <a:lstStyle/>
        <a:p>
          <a:endParaRPr lang="en-US"/>
        </a:p>
      </dgm:t>
    </dgm:pt>
    <dgm:pt modelId="{7BC2E810-41DE-0B4C-BE4B-9870E5701CA1}" type="sibTrans" cxnId="{CC7462AA-0345-3441-85A6-77FAE5A6E1E9}">
      <dgm:prSet/>
      <dgm:spPr/>
      <dgm:t>
        <a:bodyPr/>
        <a:lstStyle/>
        <a:p>
          <a:endParaRPr lang="en-US"/>
        </a:p>
      </dgm:t>
    </dgm:pt>
    <dgm:pt modelId="{523756CB-372E-4D49-B7DF-B245FB249AD9}">
      <dgm:prSet/>
      <dgm:spPr/>
      <dgm:t>
        <a:bodyPr/>
        <a:lstStyle/>
        <a:p>
          <a:r>
            <a:rPr lang="en-NZ" dirty="0"/>
            <a:t>memory management</a:t>
          </a:r>
        </a:p>
      </dgm:t>
    </dgm:pt>
    <dgm:pt modelId="{B358F5FF-44D2-5D4D-8049-20CA308DC74E}" type="parTrans" cxnId="{7B6518F6-FB94-164F-9AC2-F91FDA0105D3}">
      <dgm:prSet/>
      <dgm:spPr/>
      <dgm:t>
        <a:bodyPr/>
        <a:lstStyle/>
        <a:p>
          <a:endParaRPr lang="en-US"/>
        </a:p>
      </dgm:t>
    </dgm:pt>
    <dgm:pt modelId="{603F579B-206C-BF44-9242-058274272965}" type="sibTrans" cxnId="{7B6518F6-FB94-164F-9AC2-F91FDA0105D3}">
      <dgm:prSet/>
      <dgm:spPr/>
      <dgm:t>
        <a:bodyPr/>
        <a:lstStyle/>
        <a:p>
          <a:endParaRPr lang="en-US"/>
        </a:p>
      </dgm:t>
    </dgm:pt>
    <dgm:pt modelId="{FF245EE7-C83E-5B47-8A3E-136648D8D292}">
      <dgm:prSet/>
      <dgm:spPr/>
      <dgm:t>
        <a:bodyPr/>
        <a:lstStyle/>
        <a:p>
          <a:r>
            <a:rPr lang="en-NZ" dirty="0"/>
            <a:t>information protection and security</a:t>
          </a:r>
        </a:p>
      </dgm:t>
    </dgm:pt>
    <dgm:pt modelId="{3564378D-3B82-AC4D-A525-481C451026E1}" type="parTrans" cxnId="{30FDEFA1-D49A-9A4A-88EE-B0FD05429983}">
      <dgm:prSet/>
      <dgm:spPr/>
      <dgm:t>
        <a:bodyPr/>
        <a:lstStyle/>
        <a:p>
          <a:endParaRPr lang="en-US"/>
        </a:p>
      </dgm:t>
    </dgm:pt>
    <dgm:pt modelId="{BBE9E839-7438-944F-96C9-347593A304BC}" type="sibTrans" cxnId="{30FDEFA1-D49A-9A4A-88EE-B0FD05429983}">
      <dgm:prSet/>
      <dgm:spPr/>
      <dgm:t>
        <a:bodyPr/>
        <a:lstStyle/>
        <a:p>
          <a:endParaRPr lang="en-US"/>
        </a:p>
      </dgm:t>
    </dgm:pt>
    <dgm:pt modelId="{95CDE5FE-57B7-064B-A8F4-8EFABE9E6465}">
      <dgm:prSet/>
      <dgm:spPr/>
      <dgm:t>
        <a:bodyPr/>
        <a:lstStyle/>
        <a:p>
          <a:r>
            <a:rPr lang="en-NZ" dirty="0"/>
            <a:t>scheduling and resource management</a:t>
          </a:r>
        </a:p>
      </dgm:t>
    </dgm:pt>
    <dgm:pt modelId="{09BDD069-77EA-BF4E-A941-32A0DF3B9362}" type="parTrans" cxnId="{019A10A6-3034-D440-968F-98DC29A00C9C}">
      <dgm:prSet/>
      <dgm:spPr/>
      <dgm:t>
        <a:bodyPr/>
        <a:lstStyle/>
        <a:p>
          <a:endParaRPr lang="en-US"/>
        </a:p>
      </dgm:t>
    </dgm:pt>
    <dgm:pt modelId="{E82831B4-AD52-364B-AAF4-E5688CC0740A}" type="sibTrans" cxnId="{019A10A6-3034-D440-968F-98DC29A00C9C}">
      <dgm:prSet/>
      <dgm:spPr/>
      <dgm:t>
        <a:bodyPr/>
        <a:lstStyle/>
        <a:p>
          <a:endParaRPr lang="en-US"/>
        </a:p>
      </dgm:t>
    </dgm:pt>
    <dgm:pt modelId="{810A9439-9D32-3742-9DF9-6B4C78C1C6DB}">
      <dgm:prSet/>
      <dgm:spPr/>
      <dgm:t>
        <a:bodyPr/>
        <a:lstStyle/>
        <a:p>
          <a:r>
            <a:rPr lang="en-NZ" dirty="0"/>
            <a:t>system structure</a:t>
          </a:r>
        </a:p>
      </dgm:t>
    </dgm:pt>
    <dgm:pt modelId="{E2F78BBC-8614-AA46-AA47-2AB8BCF94951}" type="parTrans" cxnId="{71F1B338-B596-7A41-8224-444281A60327}">
      <dgm:prSet/>
      <dgm:spPr/>
      <dgm:t>
        <a:bodyPr/>
        <a:lstStyle/>
        <a:p>
          <a:endParaRPr lang="en-US"/>
        </a:p>
      </dgm:t>
    </dgm:pt>
    <dgm:pt modelId="{35259D12-D1BB-ED44-ACA2-3B2FF09E9FA9}" type="sibTrans" cxnId="{71F1B338-B596-7A41-8224-444281A60327}">
      <dgm:prSet/>
      <dgm:spPr/>
      <dgm:t>
        <a:bodyPr/>
        <a:lstStyle/>
        <a:p>
          <a:endParaRPr lang="en-US"/>
        </a:p>
      </dgm:t>
    </dgm:pt>
    <dgm:pt modelId="{809B340C-6BC8-AD4E-AC8A-CED78DE84919}">
      <dgm:prSet phldrT="[Text]"/>
      <dgm:spPr/>
      <dgm:t>
        <a:bodyPr/>
        <a:lstStyle/>
        <a:p>
          <a:r>
            <a:rPr lang="en-NZ" dirty="0"/>
            <a:t>processes</a:t>
          </a:r>
          <a:endParaRPr lang="en-US" dirty="0"/>
        </a:p>
      </dgm:t>
    </dgm:pt>
    <dgm:pt modelId="{4450FEEC-FD5F-E94B-8FA2-1FCED69CE33E}" type="parTrans" cxnId="{DCC3A39C-D581-7E40-8642-BD0764128616}">
      <dgm:prSet/>
      <dgm:spPr/>
      <dgm:t>
        <a:bodyPr/>
        <a:lstStyle/>
        <a:p>
          <a:endParaRPr lang="en-US"/>
        </a:p>
      </dgm:t>
    </dgm:pt>
    <dgm:pt modelId="{544654C9-7587-B94C-B2C9-3094E981ABBD}" type="sibTrans" cxnId="{DCC3A39C-D581-7E40-8642-BD0764128616}">
      <dgm:prSet/>
      <dgm:spPr/>
      <dgm:t>
        <a:bodyPr/>
        <a:lstStyle/>
        <a:p>
          <a:endParaRPr lang="en-US"/>
        </a:p>
      </dgm:t>
    </dgm:pt>
    <dgm:pt modelId="{70258A1D-64C8-F147-BFF2-67185B356AEB}" type="pres">
      <dgm:prSet presAssocID="{2855130A-29F0-F642-9E61-612068599FA0}" presName="compositeShape" presStyleCnt="0">
        <dgm:presLayoutVars>
          <dgm:chMax val="2"/>
          <dgm:dir/>
          <dgm:resizeHandles val="exact"/>
        </dgm:presLayoutVars>
      </dgm:prSet>
      <dgm:spPr/>
    </dgm:pt>
    <dgm:pt modelId="{23F7FC10-09A1-3847-BFBC-2B58715396DE}" type="pres">
      <dgm:prSet presAssocID="{A24F98F6-36FD-D04C-8704-4CEB5FEA9904}" presName="upArrow" presStyleLbl="node1" presStyleIdx="0" presStyleCnt="1"/>
      <dgm:spPr>
        <a:solidFill>
          <a:schemeClr val="bg1"/>
        </a:solidFill>
        <a:ln>
          <a:solidFill>
            <a:schemeClr val="accent6">
              <a:alpha val="90000"/>
            </a:schemeClr>
          </a:solidFill>
        </a:ln>
        <a:effectLst>
          <a:glow rad="190500">
            <a:schemeClr val="accent6">
              <a:alpha val="75000"/>
            </a:schemeClr>
          </a:glow>
          <a:softEdge rad="38100"/>
        </a:effectLst>
      </dgm:spPr>
    </dgm:pt>
    <dgm:pt modelId="{034B72AF-7DDE-9145-BEBA-D89E86DFBE7E}" type="pres">
      <dgm:prSet presAssocID="{A24F98F6-36FD-D04C-8704-4CEB5FEA9904}" presName="upArrowText" presStyleLbl="revTx" presStyleIdx="0" presStyleCnt="1">
        <dgm:presLayoutVars>
          <dgm:chMax val="0"/>
          <dgm:bulletEnabled val="1"/>
        </dgm:presLayoutVars>
      </dgm:prSet>
      <dgm:spPr/>
    </dgm:pt>
  </dgm:ptLst>
  <dgm:cxnLst>
    <dgm:cxn modelId="{64B24E0B-0D10-8246-9ABF-4D42F5141945}" type="presOf" srcId="{809B340C-6BC8-AD4E-AC8A-CED78DE84919}" destId="{034B72AF-7DDE-9145-BEBA-D89E86DFBE7E}" srcOrd="0" destOrd="1" presId="urn:microsoft.com/office/officeart/2005/8/layout/arrow4"/>
    <dgm:cxn modelId="{423C3E25-28EE-7E43-B1D3-54BFE8AE4E16}" type="presOf" srcId="{A24F98F6-36FD-D04C-8704-4CEB5FEA9904}" destId="{034B72AF-7DDE-9145-BEBA-D89E86DFBE7E}" srcOrd="0" destOrd="0" presId="urn:microsoft.com/office/officeart/2005/8/layout/arrow4"/>
    <dgm:cxn modelId="{71F1B338-B596-7A41-8224-444281A60327}" srcId="{A24F98F6-36FD-D04C-8704-4CEB5FEA9904}" destId="{810A9439-9D32-3742-9DF9-6B4C78C1C6DB}" srcOrd="4" destOrd="0" parTransId="{E2F78BBC-8614-AA46-AA47-2AB8BCF94951}" sibTransId="{35259D12-D1BB-ED44-ACA2-3B2FF09E9FA9}"/>
    <dgm:cxn modelId="{8601854C-1B4D-7548-BC58-9C7DD7C30FC8}" type="presOf" srcId="{523756CB-372E-4D49-B7DF-B245FB249AD9}" destId="{034B72AF-7DDE-9145-BEBA-D89E86DFBE7E}" srcOrd="0" destOrd="2" presId="urn:microsoft.com/office/officeart/2005/8/layout/arrow4"/>
    <dgm:cxn modelId="{64011F79-9887-0643-9946-75167D4DF640}" type="presOf" srcId="{810A9439-9D32-3742-9DF9-6B4C78C1C6DB}" destId="{034B72AF-7DDE-9145-BEBA-D89E86DFBE7E}" srcOrd="0" destOrd="5" presId="urn:microsoft.com/office/officeart/2005/8/layout/arrow4"/>
    <dgm:cxn modelId="{926AB292-EAA2-5948-9377-25F2BED18CEB}" type="presOf" srcId="{FF245EE7-C83E-5B47-8A3E-136648D8D292}" destId="{034B72AF-7DDE-9145-BEBA-D89E86DFBE7E}" srcOrd="0" destOrd="3" presId="urn:microsoft.com/office/officeart/2005/8/layout/arrow4"/>
    <dgm:cxn modelId="{DCC3A39C-D581-7E40-8642-BD0764128616}" srcId="{A24F98F6-36FD-D04C-8704-4CEB5FEA9904}" destId="{809B340C-6BC8-AD4E-AC8A-CED78DE84919}" srcOrd="0" destOrd="0" parTransId="{4450FEEC-FD5F-E94B-8FA2-1FCED69CE33E}" sibTransId="{544654C9-7587-B94C-B2C9-3094E981ABBD}"/>
    <dgm:cxn modelId="{30FDEFA1-D49A-9A4A-88EE-B0FD05429983}" srcId="{A24F98F6-36FD-D04C-8704-4CEB5FEA9904}" destId="{FF245EE7-C83E-5B47-8A3E-136648D8D292}" srcOrd="2" destOrd="0" parTransId="{3564378D-3B82-AC4D-A525-481C451026E1}" sibTransId="{BBE9E839-7438-944F-96C9-347593A304BC}"/>
    <dgm:cxn modelId="{019A10A6-3034-D440-968F-98DC29A00C9C}" srcId="{A24F98F6-36FD-D04C-8704-4CEB5FEA9904}" destId="{95CDE5FE-57B7-064B-A8F4-8EFABE9E6465}" srcOrd="3" destOrd="0" parTransId="{09BDD069-77EA-BF4E-A941-32A0DF3B9362}" sibTransId="{E82831B4-AD52-364B-AAF4-E5688CC0740A}"/>
    <dgm:cxn modelId="{C820F7A8-7E2E-4D40-8C99-0F61D8F69FE0}" type="presOf" srcId="{95CDE5FE-57B7-064B-A8F4-8EFABE9E6465}" destId="{034B72AF-7DDE-9145-BEBA-D89E86DFBE7E}" srcOrd="0" destOrd="4" presId="urn:microsoft.com/office/officeart/2005/8/layout/arrow4"/>
    <dgm:cxn modelId="{CC7462AA-0345-3441-85A6-77FAE5A6E1E9}" srcId="{2855130A-29F0-F642-9E61-612068599FA0}" destId="{A24F98F6-36FD-D04C-8704-4CEB5FEA9904}" srcOrd="0" destOrd="0" parTransId="{D616917C-FDE8-564E-96B2-34255CC5FE55}" sibTransId="{7BC2E810-41DE-0B4C-BE4B-9870E5701CA1}"/>
    <dgm:cxn modelId="{181165EC-03D2-D049-8812-9D584D343C21}" type="presOf" srcId="{2855130A-29F0-F642-9E61-612068599FA0}" destId="{70258A1D-64C8-F147-BFF2-67185B356AEB}" srcOrd="0" destOrd="0" presId="urn:microsoft.com/office/officeart/2005/8/layout/arrow4"/>
    <dgm:cxn modelId="{7B6518F6-FB94-164F-9AC2-F91FDA0105D3}" srcId="{A24F98F6-36FD-D04C-8704-4CEB5FEA9904}" destId="{523756CB-372E-4D49-B7DF-B245FB249AD9}" srcOrd="1" destOrd="0" parTransId="{B358F5FF-44D2-5D4D-8049-20CA308DC74E}" sibTransId="{603F579B-206C-BF44-9242-058274272965}"/>
    <dgm:cxn modelId="{656B6D29-E03E-074B-93D9-64B6CC15B355}" type="presParOf" srcId="{70258A1D-64C8-F147-BFF2-67185B356AEB}" destId="{23F7FC10-09A1-3847-BFBC-2B58715396DE}" srcOrd="0" destOrd="0" presId="urn:microsoft.com/office/officeart/2005/8/layout/arrow4"/>
    <dgm:cxn modelId="{093B0B57-4D9E-8241-8BAE-9D8591359DC4}" type="presParOf" srcId="{70258A1D-64C8-F147-BFF2-67185B356AEB}" destId="{034B72AF-7DDE-9145-BEBA-D89E86DFBE7E}" srcOrd="1" destOrd="0" presId="urn:microsoft.com/office/officeart/2005/8/layout/arrow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916AAC78-97B9-3543-8F53-ED95E1C7D771}" type="doc">
      <dgm:prSet loTypeId="urn:microsoft.com/office/officeart/2005/8/layout/hierarchy4" loCatId="hierarchy" qsTypeId="urn:microsoft.com/office/officeart/2005/8/quickstyle/simple4" qsCatId="simple" csTypeId="urn:microsoft.com/office/officeart/2005/8/colors/accent1_2" csCatId="accent1" phldr="1"/>
      <dgm:spPr/>
      <dgm:t>
        <a:bodyPr/>
        <a:lstStyle/>
        <a:p>
          <a:endParaRPr lang="en-US"/>
        </a:p>
      </dgm:t>
    </dgm:pt>
    <dgm:pt modelId="{75B34386-F0AB-CD46-84EA-8D89FCFC39BD}">
      <dgm:prSet phldrT="[Text]"/>
      <dgm:spPr/>
      <dgm:t>
        <a:bodyPr/>
        <a:lstStyle/>
        <a:p>
          <a:r>
            <a:rPr lang="en-US" dirty="0"/>
            <a:t>process isolation</a:t>
          </a:r>
        </a:p>
      </dgm:t>
    </dgm:pt>
    <dgm:pt modelId="{57DA6739-13AF-B24D-B6D0-B4668A60BF4B}" type="parTrans" cxnId="{7F362CC4-ECC9-CD44-9D58-6E2B6146DB71}">
      <dgm:prSet/>
      <dgm:spPr/>
      <dgm:t>
        <a:bodyPr/>
        <a:lstStyle/>
        <a:p>
          <a:endParaRPr lang="en-US"/>
        </a:p>
      </dgm:t>
    </dgm:pt>
    <dgm:pt modelId="{79E5EA0B-B2CC-2748-AC4F-138875C68729}" type="sibTrans" cxnId="{7F362CC4-ECC9-CD44-9D58-6E2B6146DB71}">
      <dgm:prSet/>
      <dgm:spPr/>
      <dgm:t>
        <a:bodyPr/>
        <a:lstStyle/>
        <a:p>
          <a:endParaRPr lang="en-US"/>
        </a:p>
      </dgm:t>
    </dgm:pt>
    <dgm:pt modelId="{62F64981-E47C-2F47-B840-C2EC17A82FE8}">
      <dgm:prSet/>
      <dgm:spPr/>
      <dgm:t>
        <a:bodyPr/>
        <a:lstStyle/>
        <a:p>
          <a:r>
            <a:rPr lang="en-US" dirty="0"/>
            <a:t>long-term storage</a:t>
          </a:r>
        </a:p>
      </dgm:t>
    </dgm:pt>
    <dgm:pt modelId="{EF32C7B3-B10B-CA40-A86A-92162F8861D6}" type="sibTrans" cxnId="{94AE492E-D8DD-044E-B047-87834BE1E331}">
      <dgm:prSet/>
      <dgm:spPr/>
      <dgm:t>
        <a:bodyPr/>
        <a:lstStyle/>
        <a:p>
          <a:endParaRPr lang="en-US"/>
        </a:p>
      </dgm:t>
    </dgm:pt>
    <dgm:pt modelId="{065A02B7-14B2-F941-9D22-A3CAC1C77409}" type="parTrans" cxnId="{94AE492E-D8DD-044E-B047-87834BE1E331}">
      <dgm:prSet/>
      <dgm:spPr/>
      <dgm:t>
        <a:bodyPr/>
        <a:lstStyle/>
        <a:p>
          <a:endParaRPr lang="en-US"/>
        </a:p>
      </dgm:t>
    </dgm:pt>
    <dgm:pt modelId="{755CA9AD-2300-F345-A6A2-4A43D52AFA2C}">
      <dgm:prSet/>
      <dgm:spPr>
        <a:solidFill>
          <a:schemeClr val="accent6"/>
        </a:solidFill>
      </dgm:spPr>
      <dgm:t>
        <a:bodyPr/>
        <a:lstStyle/>
        <a:p>
          <a:r>
            <a:rPr lang="en-US" dirty="0"/>
            <a:t>protection and access control</a:t>
          </a:r>
        </a:p>
      </dgm:t>
    </dgm:pt>
    <dgm:pt modelId="{3B33AB8A-BFAA-D148-9699-18DA89353B27}" type="sibTrans" cxnId="{0C81C5A5-B48B-4C49-BA7B-9745E51FA8FE}">
      <dgm:prSet/>
      <dgm:spPr/>
      <dgm:t>
        <a:bodyPr/>
        <a:lstStyle/>
        <a:p>
          <a:endParaRPr lang="en-US"/>
        </a:p>
      </dgm:t>
    </dgm:pt>
    <dgm:pt modelId="{79444687-56B4-BE42-89B6-5E68C61243A9}" type="parTrans" cxnId="{0C81C5A5-B48B-4C49-BA7B-9745E51FA8FE}">
      <dgm:prSet/>
      <dgm:spPr/>
      <dgm:t>
        <a:bodyPr/>
        <a:lstStyle/>
        <a:p>
          <a:endParaRPr lang="en-US"/>
        </a:p>
      </dgm:t>
    </dgm:pt>
    <dgm:pt modelId="{6AD32E60-30EB-5F49-8402-FEBB1BEC15FB}">
      <dgm:prSet/>
      <dgm:spPr/>
      <dgm:t>
        <a:bodyPr/>
        <a:lstStyle/>
        <a:p>
          <a:r>
            <a:rPr lang="en-US" dirty="0"/>
            <a:t>support of modular programming</a:t>
          </a:r>
        </a:p>
      </dgm:t>
    </dgm:pt>
    <dgm:pt modelId="{E5771208-8447-2F49-876E-5F704802A112}" type="sibTrans" cxnId="{51DF8080-7CAB-D046-BCF8-A72F41EC976A}">
      <dgm:prSet/>
      <dgm:spPr/>
      <dgm:t>
        <a:bodyPr/>
        <a:lstStyle/>
        <a:p>
          <a:endParaRPr lang="en-US"/>
        </a:p>
      </dgm:t>
    </dgm:pt>
    <dgm:pt modelId="{D17AC847-18A7-6242-95AF-C5A5041F1189}" type="parTrans" cxnId="{51DF8080-7CAB-D046-BCF8-A72F41EC976A}">
      <dgm:prSet/>
      <dgm:spPr/>
      <dgm:t>
        <a:bodyPr/>
        <a:lstStyle/>
        <a:p>
          <a:endParaRPr lang="en-US"/>
        </a:p>
      </dgm:t>
    </dgm:pt>
    <dgm:pt modelId="{917AD6AD-473C-6B42-9778-12D0B8634556}">
      <dgm:prSet/>
      <dgm:spPr>
        <a:solidFill>
          <a:schemeClr val="accent6"/>
        </a:solidFill>
      </dgm:spPr>
      <dgm:t>
        <a:bodyPr/>
        <a:lstStyle/>
        <a:p>
          <a:r>
            <a:rPr lang="en-US" dirty="0"/>
            <a:t>automatic allocation and management</a:t>
          </a:r>
        </a:p>
      </dgm:t>
    </dgm:pt>
    <dgm:pt modelId="{9C593880-76CB-0B4A-AF58-0D6DCF60392C}" type="sibTrans" cxnId="{A19416EE-902F-3548-9C7C-8BD8736681ED}">
      <dgm:prSet/>
      <dgm:spPr/>
      <dgm:t>
        <a:bodyPr/>
        <a:lstStyle/>
        <a:p>
          <a:endParaRPr lang="en-US"/>
        </a:p>
      </dgm:t>
    </dgm:pt>
    <dgm:pt modelId="{FB5C4788-E623-8A42-9435-061E3F472B60}" type="parTrans" cxnId="{A19416EE-902F-3548-9C7C-8BD8736681ED}">
      <dgm:prSet/>
      <dgm:spPr/>
      <dgm:t>
        <a:bodyPr/>
        <a:lstStyle/>
        <a:p>
          <a:endParaRPr lang="en-US"/>
        </a:p>
      </dgm:t>
    </dgm:pt>
    <dgm:pt modelId="{503E1B7A-35F9-7B47-BD86-19E92F7F9B5A}" type="pres">
      <dgm:prSet presAssocID="{916AAC78-97B9-3543-8F53-ED95E1C7D771}" presName="Name0" presStyleCnt="0">
        <dgm:presLayoutVars>
          <dgm:chPref val="1"/>
          <dgm:dir/>
          <dgm:animOne val="branch"/>
          <dgm:animLvl val="lvl"/>
          <dgm:resizeHandles/>
        </dgm:presLayoutVars>
      </dgm:prSet>
      <dgm:spPr/>
    </dgm:pt>
    <dgm:pt modelId="{B408F0FB-D4D3-2B4D-9EF4-F156061A0644}" type="pres">
      <dgm:prSet presAssocID="{75B34386-F0AB-CD46-84EA-8D89FCFC39BD}" presName="vertOne" presStyleCnt="0"/>
      <dgm:spPr/>
    </dgm:pt>
    <dgm:pt modelId="{4C78D5A0-86E1-7F4A-97F2-4E691D203110}" type="pres">
      <dgm:prSet presAssocID="{75B34386-F0AB-CD46-84EA-8D89FCFC39BD}" presName="txOne" presStyleLbl="node0" presStyleIdx="0" presStyleCnt="5">
        <dgm:presLayoutVars>
          <dgm:chPref val="3"/>
        </dgm:presLayoutVars>
      </dgm:prSet>
      <dgm:spPr/>
    </dgm:pt>
    <dgm:pt modelId="{E2C258D7-E993-8440-9144-E435C4247186}" type="pres">
      <dgm:prSet presAssocID="{75B34386-F0AB-CD46-84EA-8D89FCFC39BD}" presName="horzOne" presStyleCnt="0"/>
      <dgm:spPr/>
    </dgm:pt>
    <dgm:pt modelId="{5B893B37-97AF-054E-87A9-D3A5B878CE6B}" type="pres">
      <dgm:prSet presAssocID="{79E5EA0B-B2CC-2748-AC4F-138875C68729}" presName="sibSpaceOne" presStyleCnt="0"/>
      <dgm:spPr/>
    </dgm:pt>
    <dgm:pt modelId="{1B4EBE33-76BD-E346-BD81-0035938E32F4}" type="pres">
      <dgm:prSet presAssocID="{917AD6AD-473C-6B42-9778-12D0B8634556}" presName="vertOne" presStyleCnt="0"/>
      <dgm:spPr/>
    </dgm:pt>
    <dgm:pt modelId="{0F6F9771-857A-ED4D-BB66-061A66D62E92}" type="pres">
      <dgm:prSet presAssocID="{917AD6AD-473C-6B42-9778-12D0B8634556}" presName="txOne" presStyleLbl="node0" presStyleIdx="1" presStyleCnt="5">
        <dgm:presLayoutVars>
          <dgm:chPref val="3"/>
        </dgm:presLayoutVars>
      </dgm:prSet>
      <dgm:spPr/>
    </dgm:pt>
    <dgm:pt modelId="{FCF47FEA-9FF4-5245-9791-CB9813EB6E75}" type="pres">
      <dgm:prSet presAssocID="{917AD6AD-473C-6B42-9778-12D0B8634556}" presName="horzOne" presStyleCnt="0"/>
      <dgm:spPr/>
    </dgm:pt>
    <dgm:pt modelId="{CCB94D94-F9BD-614A-A861-6798F2674DF8}" type="pres">
      <dgm:prSet presAssocID="{9C593880-76CB-0B4A-AF58-0D6DCF60392C}" presName="sibSpaceOne" presStyleCnt="0"/>
      <dgm:spPr/>
    </dgm:pt>
    <dgm:pt modelId="{5C5AFF65-62A2-9744-9017-2492490F5FA4}" type="pres">
      <dgm:prSet presAssocID="{6AD32E60-30EB-5F49-8402-FEBB1BEC15FB}" presName="vertOne" presStyleCnt="0"/>
      <dgm:spPr/>
    </dgm:pt>
    <dgm:pt modelId="{1822B451-F610-B34E-B470-4405426B9598}" type="pres">
      <dgm:prSet presAssocID="{6AD32E60-30EB-5F49-8402-FEBB1BEC15FB}" presName="txOne" presStyleLbl="node0" presStyleIdx="2" presStyleCnt="5">
        <dgm:presLayoutVars>
          <dgm:chPref val="3"/>
        </dgm:presLayoutVars>
      </dgm:prSet>
      <dgm:spPr/>
    </dgm:pt>
    <dgm:pt modelId="{9B6D9530-9F04-9C44-8E40-F216645BFD20}" type="pres">
      <dgm:prSet presAssocID="{6AD32E60-30EB-5F49-8402-FEBB1BEC15FB}" presName="horzOne" presStyleCnt="0"/>
      <dgm:spPr/>
    </dgm:pt>
    <dgm:pt modelId="{85D6265E-4530-B848-AEAF-8FE6E7DD9689}" type="pres">
      <dgm:prSet presAssocID="{E5771208-8447-2F49-876E-5F704802A112}" presName="sibSpaceOne" presStyleCnt="0"/>
      <dgm:spPr/>
    </dgm:pt>
    <dgm:pt modelId="{77DBD082-B48B-1546-9D79-92347C2617E5}" type="pres">
      <dgm:prSet presAssocID="{755CA9AD-2300-F345-A6A2-4A43D52AFA2C}" presName="vertOne" presStyleCnt="0"/>
      <dgm:spPr/>
    </dgm:pt>
    <dgm:pt modelId="{687C7697-D43A-4A4A-B7E2-A030E8315BDD}" type="pres">
      <dgm:prSet presAssocID="{755CA9AD-2300-F345-A6A2-4A43D52AFA2C}" presName="txOne" presStyleLbl="node0" presStyleIdx="3" presStyleCnt="5">
        <dgm:presLayoutVars>
          <dgm:chPref val="3"/>
        </dgm:presLayoutVars>
      </dgm:prSet>
      <dgm:spPr/>
    </dgm:pt>
    <dgm:pt modelId="{2758886A-216D-1941-A641-EB90B720CDBB}" type="pres">
      <dgm:prSet presAssocID="{755CA9AD-2300-F345-A6A2-4A43D52AFA2C}" presName="horzOne" presStyleCnt="0"/>
      <dgm:spPr/>
    </dgm:pt>
    <dgm:pt modelId="{47A69202-7129-FF40-BEA5-6589D499B7A4}" type="pres">
      <dgm:prSet presAssocID="{3B33AB8A-BFAA-D148-9699-18DA89353B27}" presName="sibSpaceOne" presStyleCnt="0"/>
      <dgm:spPr/>
    </dgm:pt>
    <dgm:pt modelId="{9E64F0D3-85C3-7548-AC3B-1C1C12826CE5}" type="pres">
      <dgm:prSet presAssocID="{62F64981-E47C-2F47-B840-C2EC17A82FE8}" presName="vertOne" presStyleCnt="0"/>
      <dgm:spPr/>
    </dgm:pt>
    <dgm:pt modelId="{E23446C9-B403-3445-83E0-0F2AC82ADDC6}" type="pres">
      <dgm:prSet presAssocID="{62F64981-E47C-2F47-B840-C2EC17A82FE8}" presName="txOne" presStyleLbl="node0" presStyleIdx="4" presStyleCnt="5">
        <dgm:presLayoutVars>
          <dgm:chPref val="3"/>
        </dgm:presLayoutVars>
      </dgm:prSet>
      <dgm:spPr/>
    </dgm:pt>
    <dgm:pt modelId="{2CD281A3-AB3D-A54D-9BC6-7DE9B4F7E39B}" type="pres">
      <dgm:prSet presAssocID="{62F64981-E47C-2F47-B840-C2EC17A82FE8}" presName="horzOne" presStyleCnt="0"/>
      <dgm:spPr/>
    </dgm:pt>
  </dgm:ptLst>
  <dgm:cxnLst>
    <dgm:cxn modelId="{E5666124-9890-9A48-9230-185B265F83E5}" type="presOf" srcId="{755CA9AD-2300-F345-A6A2-4A43D52AFA2C}" destId="{687C7697-D43A-4A4A-B7E2-A030E8315BDD}" srcOrd="0" destOrd="0" presId="urn:microsoft.com/office/officeart/2005/8/layout/hierarchy4"/>
    <dgm:cxn modelId="{7E065A2B-07B3-7A4F-8DCA-C96CD4410A6B}" type="presOf" srcId="{62F64981-E47C-2F47-B840-C2EC17A82FE8}" destId="{E23446C9-B403-3445-83E0-0F2AC82ADDC6}" srcOrd="0" destOrd="0" presId="urn:microsoft.com/office/officeart/2005/8/layout/hierarchy4"/>
    <dgm:cxn modelId="{94AE492E-D8DD-044E-B047-87834BE1E331}" srcId="{916AAC78-97B9-3543-8F53-ED95E1C7D771}" destId="{62F64981-E47C-2F47-B840-C2EC17A82FE8}" srcOrd="4" destOrd="0" parTransId="{065A02B7-14B2-F941-9D22-A3CAC1C77409}" sibTransId="{EF32C7B3-B10B-CA40-A86A-92162F8861D6}"/>
    <dgm:cxn modelId="{4C8EB061-9DD0-214B-9E29-BF3083FF0F61}" type="presOf" srcId="{916AAC78-97B9-3543-8F53-ED95E1C7D771}" destId="{503E1B7A-35F9-7B47-BD86-19E92F7F9B5A}" srcOrd="0" destOrd="0" presId="urn:microsoft.com/office/officeart/2005/8/layout/hierarchy4"/>
    <dgm:cxn modelId="{C4CEE565-3C79-8844-909B-610DBBBAF1D2}" type="presOf" srcId="{6AD32E60-30EB-5F49-8402-FEBB1BEC15FB}" destId="{1822B451-F610-B34E-B470-4405426B9598}" srcOrd="0" destOrd="0" presId="urn:microsoft.com/office/officeart/2005/8/layout/hierarchy4"/>
    <dgm:cxn modelId="{51DF8080-7CAB-D046-BCF8-A72F41EC976A}" srcId="{916AAC78-97B9-3543-8F53-ED95E1C7D771}" destId="{6AD32E60-30EB-5F49-8402-FEBB1BEC15FB}" srcOrd="2" destOrd="0" parTransId="{D17AC847-18A7-6242-95AF-C5A5041F1189}" sibTransId="{E5771208-8447-2F49-876E-5F704802A112}"/>
    <dgm:cxn modelId="{0C81C5A5-B48B-4C49-BA7B-9745E51FA8FE}" srcId="{916AAC78-97B9-3543-8F53-ED95E1C7D771}" destId="{755CA9AD-2300-F345-A6A2-4A43D52AFA2C}" srcOrd="3" destOrd="0" parTransId="{79444687-56B4-BE42-89B6-5E68C61243A9}" sibTransId="{3B33AB8A-BFAA-D148-9699-18DA89353B27}"/>
    <dgm:cxn modelId="{7F362CC4-ECC9-CD44-9D58-6E2B6146DB71}" srcId="{916AAC78-97B9-3543-8F53-ED95E1C7D771}" destId="{75B34386-F0AB-CD46-84EA-8D89FCFC39BD}" srcOrd="0" destOrd="0" parTransId="{57DA6739-13AF-B24D-B6D0-B4668A60BF4B}" sibTransId="{79E5EA0B-B2CC-2748-AC4F-138875C68729}"/>
    <dgm:cxn modelId="{0FB7C2D9-643E-D043-BE9E-1F9631D70C08}" type="presOf" srcId="{917AD6AD-473C-6B42-9778-12D0B8634556}" destId="{0F6F9771-857A-ED4D-BB66-061A66D62E92}" srcOrd="0" destOrd="0" presId="urn:microsoft.com/office/officeart/2005/8/layout/hierarchy4"/>
    <dgm:cxn modelId="{C18B60EB-F04C-B747-890D-2E39DBFFA325}" type="presOf" srcId="{75B34386-F0AB-CD46-84EA-8D89FCFC39BD}" destId="{4C78D5A0-86E1-7F4A-97F2-4E691D203110}" srcOrd="0" destOrd="0" presId="urn:microsoft.com/office/officeart/2005/8/layout/hierarchy4"/>
    <dgm:cxn modelId="{A19416EE-902F-3548-9C7C-8BD8736681ED}" srcId="{916AAC78-97B9-3543-8F53-ED95E1C7D771}" destId="{917AD6AD-473C-6B42-9778-12D0B8634556}" srcOrd="1" destOrd="0" parTransId="{FB5C4788-E623-8A42-9435-061E3F472B60}" sibTransId="{9C593880-76CB-0B4A-AF58-0D6DCF60392C}"/>
    <dgm:cxn modelId="{6E2AD058-B22C-DA43-9A62-075C8ADD4C36}" type="presParOf" srcId="{503E1B7A-35F9-7B47-BD86-19E92F7F9B5A}" destId="{B408F0FB-D4D3-2B4D-9EF4-F156061A0644}" srcOrd="0" destOrd="0" presId="urn:microsoft.com/office/officeart/2005/8/layout/hierarchy4"/>
    <dgm:cxn modelId="{EE68EA3C-B2F0-FD4E-A495-2BFC687E5953}" type="presParOf" srcId="{B408F0FB-D4D3-2B4D-9EF4-F156061A0644}" destId="{4C78D5A0-86E1-7F4A-97F2-4E691D203110}" srcOrd="0" destOrd="0" presId="urn:microsoft.com/office/officeart/2005/8/layout/hierarchy4"/>
    <dgm:cxn modelId="{9C164122-B3AF-D548-8FC9-13C1ACB6B9FE}" type="presParOf" srcId="{B408F0FB-D4D3-2B4D-9EF4-F156061A0644}" destId="{E2C258D7-E993-8440-9144-E435C4247186}" srcOrd="1" destOrd="0" presId="urn:microsoft.com/office/officeart/2005/8/layout/hierarchy4"/>
    <dgm:cxn modelId="{84EAD039-26B8-6349-9108-30BBEE486E69}" type="presParOf" srcId="{503E1B7A-35F9-7B47-BD86-19E92F7F9B5A}" destId="{5B893B37-97AF-054E-87A9-D3A5B878CE6B}" srcOrd="1" destOrd="0" presId="urn:microsoft.com/office/officeart/2005/8/layout/hierarchy4"/>
    <dgm:cxn modelId="{E46B6DFC-C808-514A-9CFD-F4D5556C226C}" type="presParOf" srcId="{503E1B7A-35F9-7B47-BD86-19E92F7F9B5A}" destId="{1B4EBE33-76BD-E346-BD81-0035938E32F4}" srcOrd="2" destOrd="0" presId="urn:microsoft.com/office/officeart/2005/8/layout/hierarchy4"/>
    <dgm:cxn modelId="{D84D4A93-475F-A34B-8D7E-562DBDACDCCC}" type="presParOf" srcId="{1B4EBE33-76BD-E346-BD81-0035938E32F4}" destId="{0F6F9771-857A-ED4D-BB66-061A66D62E92}" srcOrd="0" destOrd="0" presId="urn:microsoft.com/office/officeart/2005/8/layout/hierarchy4"/>
    <dgm:cxn modelId="{4A3AB2BB-A0C8-4047-A829-D3DE3ED5498C}" type="presParOf" srcId="{1B4EBE33-76BD-E346-BD81-0035938E32F4}" destId="{FCF47FEA-9FF4-5245-9791-CB9813EB6E75}" srcOrd="1" destOrd="0" presId="urn:microsoft.com/office/officeart/2005/8/layout/hierarchy4"/>
    <dgm:cxn modelId="{2B10DA70-BBD3-0E47-9545-1BB706899CE3}" type="presParOf" srcId="{503E1B7A-35F9-7B47-BD86-19E92F7F9B5A}" destId="{CCB94D94-F9BD-614A-A861-6798F2674DF8}" srcOrd="3" destOrd="0" presId="urn:microsoft.com/office/officeart/2005/8/layout/hierarchy4"/>
    <dgm:cxn modelId="{565583A6-2F94-434F-995F-C770BCC2F250}" type="presParOf" srcId="{503E1B7A-35F9-7B47-BD86-19E92F7F9B5A}" destId="{5C5AFF65-62A2-9744-9017-2492490F5FA4}" srcOrd="4" destOrd="0" presId="urn:microsoft.com/office/officeart/2005/8/layout/hierarchy4"/>
    <dgm:cxn modelId="{4BAB4A4A-AA80-E94D-A180-2D1E407745DD}" type="presParOf" srcId="{5C5AFF65-62A2-9744-9017-2492490F5FA4}" destId="{1822B451-F610-B34E-B470-4405426B9598}" srcOrd="0" destOrd="0" presId="urn:microsoft.com/office/officeart/2005/8/layout/hierarchy4"/>
    <dgm:cxn modelId="{723F327D-51FB-0847-A2A3-7B9E8711B7F2}" type="presParOf" srcId="{5C5AFF65-62A2-9744-9017-2492490F5FA4}" destId="{9B6D9530-9F04-9C44-8E40-F216645BFD20}" srcOrd="1" destOrd="0" presId="urn:microsoft.com/office/officeart/2005/8/layout/hierarchy4"/>
    <dgm:cxn modelId="{45724054-A197-E04F-BAB8-4EC0DD3E5BB5}" type="presParOf" srcId="{503E1B7A-35F9-7B47-BD86-19E92F7F9B5A}" destId="{85D6265E-4530-B848-AEAF-8FE6E7DD9689}" srcOrd="5" destOrd="0" presId="urn:microsoft.com/office/officeart/2005/8/layout/hierarchy4"/>
    <dgm:cxn modelId="{000C39AA-A0DF-7F48-BE78-3D81868DF7E9}" type="presParOf" srcId="{503E1B7A-35F9-7B47-BD86-19E92F7F9B5A}" destId="{77DBD082-B48B-1546-9D79-92347C2617E5}" srcOrd="6" destOrd="0" presId="urn:microsoft.com/office/officeart/2005/8/layout/hierarchy4"/>
    <dgm:cxn modelId="{0E69521F-C465-8046-A2FF-A87B4AB1D7A1}" type="presParOf" srcId="{77DBD082-B48B-1546-9D79-92347C2617E5}" destId="{687C7697-D43A-4A4A-B7E2-A030E8315BDD}" srcOrd="0" destOrd="0" presId="urn:microsoft.com/office/officeart/2005/8/layout/hierarchy4"/>
    <dgm:cxn modelId="{FCFD9CAD-B372-EF48-961B-C4E02D07A11E}" type="presParOf" srcId="{77DBD082-B48B-1546-9D79-92347C2617E5}" destId="{2758886A-216D-1941-A641-EB90B720CDBB}" srcOrd="1" destOrd="0" presId="urn:microsoft.com/office/officeart/2005/8/layout/hierarchy4"/>
    <dgm:cxn modelId="{C0BB3A7A-FEFA-4A4A-A54B-884FAACEA066}" type="presParOf" srcId="{503E1B7A-35F9-7B47-BD86-19E92F7F9B5A}" destId="{47A69202-7129-FF40-BEA5-6589D499B7A4}" srcOrd="7" destOrd="0" presId="urn:microsoft.com/office/officeart/2005/8/layout/hierarchy4"/>
    <dgm:cxn modelId="{EAD4AAEA-2D24-C64B-825F-E770AE4D880A}" type="presParOf" srcId="{503E1B7A-35F9-7B47-BD86-19E92F7F9B5A}" destId="{9E64F0D3-85C3-7548-AC3B-1C1C12826CE5}" srcOrd="8" destOrd="0" presId="urn:microsoft.com/office/officeart/2005/8/layout/hierarchy4"/>
    <dgm:cxn modelId="{93CF6B56-1D5A-AA46-90BC-59C629227C2C}" type="presParOf" srcId="{9E64F0D3-85C3-7548-AC3B-1C1C12826CE5}" destId="{E23446C9-B403-3445-83E0-0F2AC82ADDC6}" srcOrd="0" destOrd="0" presId="urn:microsoft.com/office/officeart/2005/8/layout/hierarchy4"/>
    <dgm:cxn modelId="{E08C916A-FEB1-FE42-9BD7-75830EB3B31C}" type="presParOf" srcId="{9E64F0D3-85C3-7548-AC3B-1C1C12826CE5}" destId="{2CD281A3-AB3D-A54D-9BC6-7DE9B4F7E39B}" srcOrd="1" destOrd="0" presId="urn:microsoft.com/office/officeart/2005/8/layout/hierarchy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0109DAB0-615D-E740-9E5E-0DF7586EB7AE}" type="doc">
      <dgm:prSet loTypeId="urn:microsoft.com/office/officeart/2005/8/layout/radial1" loCatId="relationship" qsTypeId="urn:microsoft.com/office/officeart/2005/8/quickstyle/simple4" qsCatId="simple" csTypeId="urn:microsoft.com/office/officeart/2005/8/colors/accent1_2" csCatId="accent1" phldr="1"/>
      <dgm:spPr/>
      <dgm:t>
        <a:bodyPr/>
        <a:lstStyle/>
        <a:p>
          <a:endParaRPr lang="en-US"/>
        </a:p>
      </dgm:t>
    </dgm:pt>
    <dgm:pt modelId="{AE8990D6-652F-574D-9ED8-2B5A3E64D539}">
      <dgm:prSet phldrT="[Text]"/>
      <dgm:spPr/>
      <dgm:t>
        <a:bodyPr/>
        <a:lstStyle/>
        <a:p>
          <a:r>
            <a:rPr lang="en-US" dirty="0"/>
            <a:t>Main issues</a:t>
          </a:r>
        </a:p>
      </dgm:t>
    </dgm:pt>
    <dgm:pt modelId="{C4B4C873-0697-6349-9778-13D58C3F989C}" type="parTrans" cxnId="{907DD8AF-7B25-AB41-9AF4-CC65B222BC9E}">
      <dgm:prSet/>
      <dgm:spPr/>
      <dgm:t>
        <a:bodyPr/>
        <a:lstStyle/>
        <a:p>
          <a:endParaRPr lang="en-US"/>
        </a:p>
      </dgm:t>
    </dgm:pt>
    <dgm:pt modelId="{B6FB315D-3E5E-654D-A3CB-244CD9259A96}" type="sibTrans" cxnId="{907DD8AF-7B25-AB41-9AF4-CC65B222BC9E}">
      <dgm:prSet/>
      <dgm:spPr/>
      <dgm:t>
        <a:bodyPr/>
        <a:lstStyle/>
        <a:p>
          <a:endParaRPr lang="en-US"/>
        </a:p>
      </dgm:t>
    </dgm:pt>
    <dgm:pt modelId="{86D15660-48BC-EF49-AEC1-7A4852407CF9}">
      <dgm:prSet custT="1"/>
      <dgm:spPr>
        <a:solidFill>
          <a:schemeClr val="accent2">
            <a:lumMod val="75000"/>
          </a:schemeClr>
        </a:solidFill>
      </dgm:spPr>
      <dgm:t>
        <a:bodyPr/>
        <a:lstStyle/>
        <a:p>
          <a:r>
            <a:rPr lang="en-US" sz="1800" dirty="0"/>
            <a:t>availability</a:t>
          </a:r>
        </a:p>
      </dgm:t>
    </dgm:pt>
    <dgm:pt modelId="{71E07CA2-F46F-DB44-99BF-3E02B9A7B636}" type="parTrans" cxnId="{714D8AFF-C067-8F4C-B652-DE2A3AD8D607}">
      <dgm:prSet/>
      <dgm:spPr/>
      <dgm:t>
        <a:bodyPr/>
        <a:lstStyle/>
        <a:p>
          <a:endParaRPr lang="en-US" dirty="0"/>
        </a:p>
      </dgm:t>
    </dgm:pt>
    <dgm:pt modelId="{534A0585-C843-B540-B1B6-5933313388CD}" type="sibTrans" cxnId="{714D8AFF-C067-8F4C-B652-DE2A3AD8D607}">
      <dgm:prSet/>
      <dgm:spPr/>
      <dgm:t>
        <a:bodyPr/>
        <a:lstStyle/>
        <a:p>
          <a:endParaRPr lang="en-US"/>
        </a:p>
      </dgm:t>
    </dgm:pt>
    <dgm:pt modelId="{78009653-3BB0-EA4A-B646-D7C0427ADD5F}">
      <dgm:prSet custT="1"/>
      <dgm:spPr>
        <a:solidFill>
          <a:schemeClr val="accent6"/>
        </a:solidFill>
      </dgm:spPr>
      <dgm:t>
        <a:bodyPr/>
        <a:lstStyle/>
        <a:p>
          <a:r>
            <a:rPr lang="en-US" sz="1600" dirty="0"/>
            <a:t>confidentiality</a:t>
          </a:r>
        </a:p>
      </dgm:t>
    </dgm:pt>
    <dgm:pt modelId="{B1058C52-C848-6744-82F6-193401DCD266}" type="parTrans" cxnId="{E8B0D0C4-B3D7-C045-B736-B71D2CA5FCBB}">
      <dgm:prSet/>
      <dgm:spPr/>
      <dgm:t>
        <a:bodyPr/>
        <a:lstStyle/>
        <a:p>
          <a:endParaRPr lang="en-US" dirty="0"/>
        </a:p>
      </dgm:t>
    </dgm:pt>
    <dgm:pt modelId="{E59CA2E3-645A-C044-9683-61EEC112084A}" type="sibTrans" cxnId="{E8B0D0C4-B3D7-C045-B736-B71D2CA5FCBB}">
      <dgm:prSet/>
      <dgm:spPr/>
      <dgm:t>
        <a:bodyPr/>
        <a:lstStyle/>
        <a:p>
          <a:endParaRPr lang="en-US"/>
        </a:p>
      </dgm:t>
    </dgm:pt>
    <dgm:pt modelId="{ACAB8FB4-938A-EA4C-835D-AB22C1E56498}">
      <dgm:prSet custT="1"/>
      <dgm:spPr>
        <a:solidFill>
          <a:schemeClr val="accent4">
            <a:lumMod val="75000"/>
          </a:schemeClr>
        </a:solidFill>
      </dgm:spPr>
      <dgm:t>
        <a:bodyPr/>
        <a:lstStyle/>
        <a:p>
          <a:r>
            <a:rPr lang="en-NZ" sz="1600" dirty="0"/>
            <a:t>data integrity</a:t>
          </a:r>
        </a:p>
      </dgm:t>
    </dgm:pt>
    <dgm:pt modelId="{2515F1D6-CFED-BE42-8556-5F4CD11AD5DD}" type="parTrans" cxnId="{DA7BCB4F-BD31-6B4A-BD03-44ED9AFE244E}">
      <dgm:prSet/>
      <dgm:spPr/>
      <dgm:t>
        <a:bodyPr/>
        <a:lstStyle/>
        <a:p>
          <a:endParaRPr lang="en-US" dirty="0"/>
        </a:p>
      </dgm:t>
    </dgm:pt>
    <dgm:pt modelId="{D7E451C6-5936-414B-9D65-29FB1545D968}" type="sibTrans" cxnId="{DA7BCB4F-BD31-6B4A-BD03-44ED9AFE244E}">
      <dgm:prSet/>
      <dgm:spPr/>
      <dgm:t>
        <a:bodyPr/>
        <a:lstStyle/>
        <a:p>
          <a:endParaRPr lang="en-US"/>
        </a:p>
      </dgm:t>
    </dgm:pt>
    <dgm:pt modelId="{5CFC7421-802B-8649-BB7A-9F7A7DA2B870}">
      <dgm:prSet custT="1"/>
      <dgm:spPr>
        <a:solidFill>
          <a:schemeClr val="accent3">
            <a:lumMod val="75000"/>
          </a:schemeClr>
        </a:solidFill>
      </dgm:spPr>
      <dgm:t>
        <a:bodyPr/>
        <a:lstStyle/>
        <a:p>
          <a:r>
            <a:rPr lang="en-NZ" sz="1600" dirty="0"/>
            <a:t>authenticity</a:t>
          </a:r>
          <a:endParaRPr lang="en-US" sz="1600" dirty="0"/>
        </a:p>
      </dgm:t>
    </dgm:pt>
    <dgm:pt modelId="{6271B23C-B4C8-014A-847D-5607CAF46362}" type="parTrans" cxnId="{D24EC987-6324-B84C-8B98-0920A0E44314}">
      <dgm:prSet/>
      <dgm:spPr/>
      <dgm:t>
        <a:bodyPr/>
        <a:lstStyle/>
        <a:p>
          <a:endParaRPr lang="en-US" dirty="0"/>
        </a:p>
      </dgm:t>
    </dgm:pt>
    <dgm:pt modelId="{D4E20126-9447-2047-86D6-8BE8E7D84BAA}" type="sibTrans" cxnId="{D24EC987-6324-B84C-8B98-0920A0E44314}">
      <dgm:prSet/>
      <dgm:spPr/>
      <dgm:t>
        <a:bodyPr/>
        <a:lstStyle/>
        <a:p>
          <a:endParaRPr lang="en-US"/>
        </a:p>
      </dgm:t>
    </dgm:pt>
    <dgm:pt modelId="{3C87E227-2180-7B43-AC7A-85291CF822CF}" type="pres">
      <dgm:prSet presAssocID="{0109DAB0-615D-E740-9E5E-0DF7586EB7AE}" presName="cycle" presStyleCnt="0">
        <dgm:presLayoutVars>
          <dgm:chMax val="1"/>
          <dgm:dir/>
          <dgm:animLvl val="ctr"/>
          <dgm:resizeHandles val="exact"/>
        </dgm:presLayoutVars>
      </dgm:prSet>
      <dgm:spPr/>
    </dgm:pt>
    <dgm:pt modelId="{B613DBDE-4A69-894C-B15F-8AA2C01DA60D}" type="pres">
      <dgm:prSet presAssocID="{AE8990D6-652F-574D-9ED8-2B5A3E64D539}" presName="centerShape" presStyleLbl="node0" presStyleIdx="0" presStyleCnt="1" custLinFactNeighborX="-23307" custLinFactNeighborY="-48311"/>
      <dgm:spPr/>
    </dgm:pt>
    <dgm:pt modelId="{F452E337-9A8D-7147-A0DE-77B428363FE7}" type="pres">
      <dgm:prSet presAssocID="{71E07CA2-F46F-DB44-99BF-3E02B9A7B636}" presName="Name9" presStyleLbl="parChTrans1D2" presStyleIdx="0" presStyleCnt="4"/>
      <dgm:spPr/>
    </dgm:pt>
    <dgm:pt modelId="{EAACF0D3-8C86-6547-B8E9-E77E4ADA794F}" type="pres">
      <dgm:prSet presAssocID="{71E07CA2-F46F-DB44-99BF-3E02B9A7B636}" presName="connTx" presStyleLbl="parChTrans1D2" presStyleIdx="0" presStyleCnt="4"/>
      <dgm:spPr/>
    </dgm:pt>
    <dgm:pt modelId="{94F6424C-41E0-984E-A840-F141E9ABE04C}" type="pres">
      <dgm:prSet presAssocID="{86D15660-48BC-EF49-AEC1-7A4852407CF9}" presName="node" presStyleLbl="node1" presStyleIdx="0" presStyleCnt="4" custScaleX="122352" custRadScaleRad="99136" custRadScaleInc="61577">
        <dgm:presLayoutVars>
          <dgm:bulletEnabled val="1"/>
        </dgm:presLayoutVars>
      </dgm:prSet>
      <dgm:spPr/>
    </dgm:pt>
    <dgm:pt modelId="{3FD92B4C-9502-B74A-AA65-6FC383529055}" type="pres">
      <dgm:prSet presAssocID="{B1058C52-C848-6744-82F6-193401DCD266}" presName="Name9" presStyleLbl="parChTrans1D2" presStyleIdx="1" presStyleCnt="4"/>
      <dgm:spPr/>
    </dgm:pt>
    <dgm:pt modelId="{F6AB3DA5-1A33-5348-9335-E3A3687E75F4}" type="pres">
      <dgm:prSet presAssocID="{B1058C52-C848-6744-82F6-193401DCD266}" presName="connTx" presStyleLbl="parChTrans1D2" presStyleIdx="1" presStyleCnt="4"/>
      <dgm:spPr/>
    </dgm:pt>
    <dgm:pt modelId="{C9916E7F-8ABB-A14E-9130-280B36308A33}" type="pres">
      <dgm:prSet presAssocID="{78009653-3BB0-EA4A-B646-D7C0427ADD5F}" presName="node" presStyleLbl="node1" presStyleIdx="1" presStyleCnt="4" custScaleX="148793" custScaleY="111524" custRadScaleRad="51988" custRadScaleInc="-53889">
        <dgm:presLayoutVars>
          <dgm:bulletEnabled val="1"/>
        </dgm:presLayoutVars>
      </dgm:prSet>
      <dgm:spPr/>
    </dgm:pt>
    <dgm:pt modelId="{306ED93E-92ED-334E-B4E5-D99A0B0B5198}" type="pres">
      <dgm:prSet presAssocID="{2515F1D6-CFED-BE42-8556-5F4CD11AD5DD}" presName="Name9" presStyleLbl="parChTrans1D2" presStyleIdx="2" presStyleCnt="4"/>
      <dgm:spPr/>
    </dgm:pt>
    <dgm:pt modelId="{C37DD5AC-9F7C-9242-A176-46AAEE09F5F5}" type="pres">
      <dgm:prSet presAssocID="{2515F1D6-CFED-BE42-8556-5F4CD11AD5DD}" presName="connTx" presStyleLbl="parChTrans1D2" presStyleIdx="2" presStyleCnt="4"/>
      <dgm:spPr/>
    </dgm:pt>
    <dgm:pt modelId="{EDE6F89A-43A7-0740-9CEB-C73D6525D483}" type="pres">
      <dgm:prSet presAssocID="{ACAB8FB4-938A-EA4C-835D-AB22C1E56498}" presName="node" presStyleLbl="node1" presStyleIdx="2" presStyleCnt="4" custRadScaleRad="24210" custRadScaleInc="89299">
        <dgm:presLayoutVars>
          <dgm:bulletEnabled val="1"/>
        </dgm:presLayoutVars>
      </dgm:prSet>
      <dgm:spPr/>
    </dgm:pt>
    <dgm:pt modelId="{9EC72295-1CAF-A445-9BD4-028FD159EFBD}" type="pres">
      <dgm:prSet presAssocID="{6271B23C-B4C8-014A-847D-5607CAF46362}" presName="Name9" presStyleLbl="parChTrans1D2" presStyleIdx="3" presStyleCnt="4"/>
      <dgm:spPr/>
    </dgm:pt>
    <dgm:pt modelId="{6D57ABB0-1003-E344-A714-39679DF8FCB7}" type="pres">
      <dgm:prSet presAssocID="{6271B23C-B4C8-014A-847D-5607CAF46362}" presName="connTx" presStyleLbl="parChTrans1D2" presStyleIdx="3" presStyleCnt="4"/>
      <dgm:spPr/>
    </dgm:pt>
    <dgm:pt modelId="{87964860-C4E5-2B42-9F24-23CD8074036C}" type="pres">
      <dgm:prSet presAssocID="{5CFC7421-802B-8649-BB7A-9F7A7DA2B870}" presName="node" presStyleLbl="node1" presStyleIdx="3" presStyleCnt="4" custScaleX="118961" custScaleY="107435" custRadScaleRad="77005" custRadScaleInc="30884">
        <dgm:presLayoutVars>
          <dgm:bulletEnabled val="1"/>
        </dgm:presLayoutVars>
      </dgm:prSet>
      <dgm:spPr/>
    </dgm:pt>
  </dgm:ptLst>
  <dgm:cxnLst>
    <dgm:cxn modelId="{62D30115-CDB2-4D48-AD79-C905A9D4823E}" type="presOf" srcId="{ACAB8FB4-938A-EA4C-835D-AB22C1E56498}" destId="{EDE6F89A-43A7-0740-9CEB-C73D6525D483}" srcOrd="0" destOrd="0" presId="urn:microsoft.com/office/officeart/2005/8/layout/radial1"/>
    <dgm:cxn modelId="{1A4C542B-843D-6149-B72A-8A679813DE37}" type="presOf" srcId="{6271B23C-B4C8-014A-847D-5607CAF46362}" destId="{6D57ABB0-1003-E344-A714-39679DF8FCB7}" srcOrd="1" destOrd="0" presId="urn:microsoft.com/office/officeart/2005/8/layout/radial1"/>
    <dgm:cxn modelId="{BF25842C-5CF1-3A4D-A9A1-38914AE089D6}" type="presOf" srcId="{2515F1D6-CFED-BE42-8556-5F4CD11AD5DD}" destId="{C37DD5AC-9F7C-9242-A176-46AAEE09F5F5}" srcOrd="1" destOrd="0" presId="urn:microsoft.com/office/officeart/2005/8/layout/radial1"/>
    <dgm:cxn modelId="{6EC3BD33-5A67-5B47-A70A-D812D379F4AE}" type="presOf" srcId="{71E07CA2-F46F-DB44-99BF-3E02B9A7B636}" destId="{F452E337-9A8D-7147-A0DE-77B428363FE7}" srcOrd="0" destOrd="0" presId="urn:microsoft.com/office/officeart/2005/8/layout/radial1"/>
    <dgm:cxn modelId="{05461B5B-CFC8-5A44-8D6F-30F9CADD98F5}" type="presOf" srcId="{5CFC7421-802B-8649-BB7A-9F7A7DA2B870}" destId="{87964860-C4E5-2B42-9F24-23CD8074036C}" srcOrd="0" destOrd="0" presId="urn:microsoft.com/office/officeart/2005/8/layout/radial1"/>
    <dgm:cxn modelId="{E5DF7243-A447-5940-8D43-01B50758AD29}" type="presOf" srcId="{2515F1D6-CFED-BE42-8556-5F4CD11AD5DD}" destId="{306ED93E-92ED-334E-B4E5-D99A0B0B5198}" srcOrd="0" destOrd="0" presId="urn:microsoft.com/office/officeart/2005/8/layout/radial1"/>
    <dgm:cxn modelId="{FE0DDB6D-20EA-5D40-8CD1-02A23D56F336}" type="presOf" srcId="{6271B23C-B4C8-014A-847D-5607CAF46362}" destId="{9EC72295-1CAF-A445-9BD4-028FD159EFBD}" srcOrd="0" destOrd="0" presId="urn:microsoft.com/office/officeart/2005/8/layout/radial1"/>
    <dgm:cxn modelId="{DA7BCB4F-BD31-6B4A-BD03-44ED9AFE244E}" srcId="{AE8990D6-652F-574D-9ED8-2B5A3E64D539}" destId="{ACAB8FB4-938A-EA4C-835D-AB22C1E56498}" srcOrd="2" destOrd="0" parTransId="{2515F1D6-CFED-BE42-8556-5F4CD11AD5DD}" sibTransId="{D7E451C6-5936-414B-9D65-29FB1545D968}"/>
    <dgm:cxn modelId="{00BFBA7A-0AE6-3D4F-A4CC-C3A84C1BDFFA}" type="presOf" srcId="{B1058C52-C848-6744-82F6-193401DCD266}" destId="{3FD92B4C-9502-B74A-AA65-6FC383529055}" srcOrd="0" destOrd="0" presId="urn:microsoft.com/office/officeart/2005/8/layout/radial1"/>
    <dgm:cxn modelId="{D24EC987-6324-B84C-8B98-0920A0E44314}" srcId="{AE8990D6-652F-574D-9ED8-2B5A3E64D539}" destId="{5CFC7421-802B-8649-BB7A-9F7A7DA2B870}" srcOrd="3" destOrd="0" parTransId="{6271B23C-B4C8-014A-847D-5607CAF46362}" sibTransId="{D4E20126-9447-2047-86D6-8BE8E7D84BAA}"/>
    <dgm:cxn modelId="{12038F8D-DA90-7B42-A5A5-B73A5731A6C1}" type="presOf" srcId="{71E07CA2-F46F-DB44-99BF-3E02B9A7B636}" destId="{EAACF0D3-8C86-6547-B8E9-E77E4ADA794F}" srcOrd="1" destOrd="0" presId="urn:microsoft.com/office/officeart/2005/8/layout/radial1"/>
    <dgm:cxn modelId="{9F646F93-2E2F-C84B-930B-20ED339FA479}" type="presOf" srcId="{86D15660-48BC-EF49-AEC1-7A4852407CF9}" destId="{94F6424C-41E0-984E-A840-F141E9ABE04C}" srcOrd="0" destOrd="0" presId="urn:microsoft.com/office/officeart/2005/8/layout/radial1"/>
    <dgm:cxn modelId="{907DD8AF-7B25-AB41-9AF4-CC65B222BC9E}" srcId="{0109DAB0-615D-E740-9E5E-0DF7586EB7AE}" destId="{AE8990D6-652F-574D-9ED8-2B5A3E64D539}" srcOrd="0" destOrd="0" parTransId="{C4B4C873-0697-6349-9778-13D58C3F989C}" sibTransId="{B6FB315D-3E5E-654D-A3CB-244CD9259A96}"/>
    <dgm:cxn modelId="{8FD57FBF-3889-5C46-BE0B-7E3DF9382645}" type="presOf" srcId="{0109DAB0-615D-E740-9E5E-0DF7586EB7AE}" destId="{3C87E227-2180-7B43-AC7A-85291CF822CF}" srcOrd="0" destOrd="0" presId="urn:microsoft.com/office/officeart/2005/8/layout/radial1"/>
    <dgm:cxn modelId="{5B8181C2-B0B5-5842-ABC5-43163F6D0FDA}" type="presOf" srcId="{AE8990D6-652F-574D-9ED8-2B5A3E64D539}" destId="{B613DBDE-4A69-894C-B15F-8AA2C01DA60D}" srcOrd="0" destOrd="0" presId="urn:microsoft.com/office/officeart/2005/8/layout/radial1"/>
    <dgm:cxn modelId="{E8B0D0C4-B3D7-C045-B736-B71D2CA5FCBB}" srcId="{AE8990D6-652F-574D-9ED8-2B5A3E64D539}" destId="{78009653-3BB0-EA4A-B646-D7C0427ADD5F}" srcOrd="1" destOrd="0" parTransId="{B1058C52-C848-6744-82F6-193401DCD266}" sibTransId="{E59CA2E3-645A-C044-9683-61EEC112084A}"/>
    <dgm:cxn modelId="{3461B1F4-C98C-364A-9413-6A7BAD62B0CD}" type="presOf" srcId="{78009653-3BB0-EA4A-B646-D7C0427ADD5F}" destId="{C9916E7F-8ABB-A14E-9130-280B36308A33}" srcOrd="0" destOrd="0" presId="urn:microsoft.com/office/officeart/2005/8/layout/radial1"/>
    <dgm:cxn modelId="{3BDDB6FB-B9C7-7846-9415-369B3D702A33}" type="presOf" srcId="{B1058C52-C848-6744-82F6-193401DCD266}" destId="{F6AB3DA5-1A33-5348-9335-E3A3687E75F4}" srcOrd="1" destOrd="0" presId="urn:microsoft.com/office/officeart/2005/8/layout/radial1"/>
    <dgm:cxn modelId="{714D8AFF-C067-8F4C-B652-DE2A3AD8D607}" srcId="{AE8990D6-652F-574D-9ED8-2B5A3E64D539}" destId="{86D15660-48BC-EF49-AEC1-7A4852407CF9}" srcOrd="0" destOrd="0" parTransId="{71E07CA2-F46F-DB44-99BF-3E02B9A7B636}" sibTransId="{534A0585-C843-B540-B1B6-5933313388CD}"/>
    <dgm:cxn modelId="{0255AF2F-B8C5-7240-B8ED-359EDC1E4C11}" type="presParOf" srcId="{3C87E227-2180-7B43-AC7A-85291CF822CF}" destId="{B613DBDE-4A69-894C-B15F-8AA2C01DA60D}" srcOrd="0" destOrd="0" presId="urn:microsoft.com/office/officeart/2005/8/layout/radial1"/>
    <dgm:cxn modelId="{130A4C95-F603-7249-BF66-BE9BBF8175DB}" type="presParOf" srcId="{3C87E227-2180-7B43-AC7A-85291CF822CF}" destId="{F452E337-9A8D-7147-A0DE-77B428363FE7}" srcOrd="1" destOrd="0" presId="urn:microsoft.com/office/officeart/2005/8/layout/radial1"/>
    <dgm:cxn modelId="{3675373B-7E3D-E04E-A8FB-3F9BB028BF9D}" type="presParOf" srcId="{F452E337-9A8D-7147-A0DE-77B428363FE7}" destId="{EAACF0D3-8C86-6547-B8E9-E77E4ADA794F}" srcOrd="0" destOrd="0" presId="urn:microsoft.com/office/officeart/2005/8/layout/radial1"/>
    <dgm:cxn modelId="{0E5C5495-D181-8345-87E3-BEBA98EC9C43}" type="presParOf" srcId="{3C87E227-2180-7B43-AC7A-85291CF822CF}" destId="{94F6424C-41E0-984E-A840-F141E9ABE04C}" srcOrd="2" destOrd="0" presId="urn:microsoft.com/office/officeart/2005/8/layout/radial1"/>
    <dgm:cxn modelId="{251EC83C-6DD2-7640-B527-F7048A3A83F5}" type="presParOf" srcId="{3C87E227-2180-7B43-AC7A-85291CF822CF}" destId="{3FD92B4C-9502-B74A-AA65-6FC383529055}" srcOrd="3" destOrd="0" presId="urn:microsoft.com/office/officeart/2005/8/layout/radial1"/>
    <dgm:cxn modelId="{81C319F8-D95F-0444-8428-D9D6164B1F49}" type="presParOf" srcId="{3FD92B4C-9502-B74A-AA65-6FC383529055}" destId="{F6AB3DA5-1A33-5348-9335-E3A3687E75F4}" srcOrd="0" destOrd="0" presId="urn:microsoft.com/office/officeart/2005/8/layout/radial1"/>
    <dgm:cxn modelId="{881CE8EC-3469-A245-8D52-7E4E8AB60180}" type="presParOf" srcId="{3C87E227-2180-7B43-AC7A-85291CF822CF}" destId="{C9916E7F-8ABB-A14E-9130-280B36308A33}" srcOrd="4" destOrd="0" presId="urn:microsoft.com/office/officeart/2005/8/layout/radial1"/>
    <dgm:cxn modelId="{70E40700-AE97-E24C-8D6C-7C7CFC010D32}" type="presParOf" srcId="{3C87E227-2180-7B43-AC7A-85291CF822CF}" destId="{306ED93E-92ED-334E-B4E5-D99A0B0B5198}" srcOrd="5" destOrd="0" presId="urn:microsoft.com/office/officeart/2005/8/layout/radial1"/>
    <dgm:cxn modelId="{90CF9132-BEE8-ED41-9B64-D9F271E31768}" type="presParOf" srcId="{306ED93E-92ED-334E-B4E5-D99A0B0B5198}" destId="{C37DD5AC-9F7C-9242-A176-46AAEE09F5F5}" srcOrd="0" destOrd="0" presId="urn:microsoft.com/office/officeart/2005/8/layout/radial1"/>
    <dgm:cxn modelId="{7A660E8C-F091-D045-B62A-7C831C9923C9}" type="presParOf" srcId="{3C87E227-2180-7B43-AC7A-85291CF822CF}" destId="{EDE6F89A-43A7-0740-9CEB-C73D6525D483}" srcOrd="6" destOrd="0" presId="urn:microsoft.com/office/officeart/2005/8/layout/radial1"/>
    <dgm:cxn modelId="{EF59D345-78F3-AE4E-AD9E-D5C71F083471}" type="presParOf" srcId="{3C87E227-2180-7B43-AC7A-85291CF822CF}" destId="{9EC72295-1CAF-A445-9BD4-028FD159EFBD}" srcOrd="7" destOrd="0" presId="urn:microsoft.com/office/officeart/2005/8/layout/radial1"/>
    <dgm:cxn modelId="{2D93DAC0-107E-C64C-898E-BCE04ED20328}" type="presParOf" srcId="{9EC72295-1CAF-A445-9BD4-028FD159EFBD}" destId="{6D57ABB0-1003-E344-A714-39679DF8FCB7}" srcOrd="0" destOrd="0" presId="urn:microsoft.com/office/officeart/2005/8/layout/radial1"/>
    <dgm:cxn modelId="{1FAE1FE0-F74C-9847-8EEA-75BCC9A0D0C5}" type="presParOf" srcId="{3C87E227-2180-7B43-AC7A-85291CF822CF}" destId="{87964860-C4E5-2B42-9F24-23CD8074036C}" srcOrd="8" destOrd="0" presId="urn:microsoft.com/office/officeart/2005/8/layout/radial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5D079CE7-16E6-034F-99F5-3BA490E326B1}" type="doc">
      <dgm:prSet loTypeId="urn:microsoft.com/office/officeart/2005/8/layout/chart3" loCatId="relationship" qsTypeId="urn:microsoft.com/office/officeart/2005/8/quickstyle/simple4" qsCatId="simple" csTypeId="urn:microsoft.com/office/officeart/2005/8/colors/accent1_2" csCatId="accent1" phldr="1"/>
      <dgm:spPr/>
    </dgm:pt>
    <dgm:pt modelId="{25E9CC9E-D029-B544-A856-1F89D88BF301}">
      <dgm:prSet phldrT="[Text]" custT="1"/>
      <dgm:spPr>
        <a:solidFill>
          <a:schemeClr val="accent6"/>
        </a:solidFill>
      </dgm:spPr>
      <dgm:t>
        <a:bodyPr/>
        <a:lstStyle/>
        <a:p>
          <a:r>
            <a:rPr lang="en-US" sz="1800" b="1" i="0" dirty="0"/>
            <a:t>fairness</a:t>
          </a:r>
        </a:p>
      </dgm:t>
    </dgm:pt>
    <dgm:pt modelId="{FC78C980-CC63-F743-B4D3-A70F7A65F0B6}" type="parTrans" cxnId="{969B6929-87BD-A041-B50C-F7CE60D8689F}">
      <dgm:prSet/>
      <dgm:spPr/>
      <dgm:t>
        <a:bodyPr/>
        <a:lstStyle/>
        <a:p>
          <a:endParaRPr lang="en-US"/>
        </a:p>
      </dgm:t>
    </dgm:pt>
    <dgm:pt modelId="{78BC3165-2594-3542-8B29-80F6DDFE436D}" type="sibTrans" cxnId="{969B6929-87BD-A041-B50C-F7CE60D8689F}">
      <dgm:prSet/>
      <dgm:spPr/>
      <dgm:t>
        <a:bodyPr/>
        <a:lstStyle/>
        <a:p>
          <a:endParaRPr lang="en-US"/>
        </a:p>
      </dgm:t>
    </dgm:pt>
    <dgm:pt modelId="{BB4D58E7-1496-B545-A368-663EBE3D2C4A}">
      <dgm:prSet custT="1"/>
      <dgm:spPr/>
      <dgm:t>
        <a:bodyPr/>
        <a:lstStyle/>
        <a:p>
          <a:r>
            <a:rPr lang="en-US" sz="1800" b="1" i="0" dirty="0"/>
            <a:t>differential responsiveness</a:t>
          </a:r>
        </a:p>
      </dgm:t>
    </dgm:pt>
    <dgm:pt modelId="{02C64378-8B9A-F541-8E01-EE0339C15C90}" type="parTrans" cxnId="{008FADFF-3B1A-D647-B4C3-2A29387D9058}">
      <dgm:prSet/>
      <dgm:spPr/>
      <dgm:t>
        <a:bodyPr/>
        <a:lstStyle/>
        <a:p>
          <a:endParaRPr lang="en-US"/>
        </a:p>
      </dgm:t>
    </dgm:pt>
    <dgm:pt modelId="{AE6C5CBD-1C44-0F4A-B157-1E8206EE160B}" type="sibTrans" cxnId="{008FADFF-3B1A-D647-B4C3-2A29387D9058}">
      <dgm:prSet/>
      <dgm:spPr/>
      <dgm:t>
        <a:bodyPr/>
        <a:lstStyle/>
        <a:p>
          <a:endParaRPr lang="en-US"/>
        </a:p>
      </dgm:t>
    </dgm:pt>
    <dgm:pt modelId="{C613BF03-F977-2F4F-A760-AFC8D733F736}">
      <dgm:prSet custT="1"/>
      <dgm:spPr>
        <a:solidFill>
          <a:schemeClr val="accent3">
            <a:lumMod val="75000"/>
          </a:schemeClr>
        </a:solidFill>
      </dgm:spPr>
      <dgm:t>
        <a:bodyPr/>
        <a:lstStyle/>
        <a:p>
          <a:r>
            <a:rPr lang="en-US" sz="1800" b="1" i="0" dirty="0"/>
            <a:t>efficiency</a:t>
          </a:r>
        </a:p>
      </dgm:t>
    </dgm:pt>
    <dgm:pt modelId="{E87DB409-189C-9741-9826-7DB0C0EE106E}" type="parTrans" cxnId="{1D9AFF14-DBBF-974E-88BB-51D3401BB8A8}">
      <dgm:prSet/>
      <dgm:spPr/>
      <dgm:t>
        <a:bodyPr/>
        <a:lstStyle/>
        <a:p>
          <a:endParaRPr lang="en-US"/>
        </a:p>
      </dgm:t>
    </dgm:pt>
    <dgm:pt modelId="{1736C681-EC1A-D243-9F80-F0A3ABB03709}" type="sibTrans" cxnId="{1D9AFF14-DBBF-974E-88BB-51D3401BB8A8}">
      <dgm:prSet/>
      <dgm:spPr/>
      <dgm:t>
        <a:bodyPr/>
        <a:lstStyle/>
        <a:p>
          <a:endParaRPr lang="en-US"/>
        </a:p>
      </dgm:t>
    </dgm:pt>
    <dgm:pt modelId="{788A266D-CB5A-C849-AEA7-048D1CE7E056}" type="pres">
      <dgm:prSet presAssocID="{5D079CE7-16E6-034F-99F5-3BA490E326B1}" presName="compositeShape" presStyleCnt="0">
        <dgm:presLayoutVars>
          <dgm:chMax val="7"/>
          <dgm:dir/>
          <dgm:resizeHandles val="exact"/>
        </dgm:presLayoutVars>
      </dgm:prSet>
      <dgm:spPr/>
    </dgm:pt>
    <dgm:pt modelId="{C6C0398E-5DF1-F24E-9796-ADAD05B8C726}" type="pres">
      <dgm:prSet presAssocID="{5D079CE7-16E6-034F-99F5-3BA490E326B1}" presName="wedge1" presStyleLbl="node1" presStyleIdx="0" presStyleCnt="3"/>
      <dgm:spPr/>
    </dgm:pt>
    <dgm:pt modelId="{A6561189-97BA-D64B-BBC0-25686C4693DA}" type="pres">
      <dgm:prSet presAssocID="{5D079CE7-16E6-034F-99F5-3BA490E326B1}" presName="wedge1Tx" presStyleLbl="node1" presStyleIdx="0" presStyleCnt="3">
        <dgm:presLayoutVars>
          <dgm:chMax val="0"/>
          <dgm:chPref val="0"/>
          <dgm:bulletEnabled val="1"/>
        </dgm:presLayoutVars>
      </dgm:prSet>
      <dgm:spPr/>
    </dgm:pt>
    <dgm:pt modelId="{71C7C1E5-AC56-8D4C-B0F8-41E32D153D9D}" type="pres">
      <dgm:prSet presAssocID="{5D079CE7-16E6-034F-99F5-3BA490E326B1}" presName="wedge2" presStyleLbl="node1" presStyleIdx="1" presStyleCnt="3"/>
      <dgm:spPr/>
    </dgm:pt>
    <dgm:pt modelId="{CF3A5B1E-B121-5146-A96C-4C8904DF404E}" type="pres">
      <dgm:prSet presAssocID="{5D079CE7-16E6-034F-99F5-3BA490E326B1}" presName="wedge2Tx" presStyleLbl="node1" presStyleIdx="1" presStyleCnt="3">
        <dgm:presLayoutVars>
          <dgm:chMax val="0"/>
          <dgm:chPref val="0"/>
          <dgm:bulletEnabled val="1"/>
        </dgm:presLayoutVars>
      </dgm:prSet>
      <dgm:spPr/>
    </dgm:pt>
    <dgm:pt modelId="{DB3E713C-5D2F-BA4F-A01C-1C230AC4E998}" type="pres">
      <dgm:prSet presAssocID="{5D079CE7-16E6-034F-99F5-3BA490E326B1}" presName="wedge3" presStyleLbl="node1" presStyleIdx="2" presStyleCnt="3"/>
      <dgm:spPr/>
    </dgm:pt>
    <dgm:pt modelId="{52E7D205-C601-B548-B539-E8E946E429D8}" type="pres">
      <dgm:prSet presAssocID="{5D079CE7-16E6-034F-99F5-3BA490E326B1}" presName="wedge3Tx" presStyleLbl="node1" presStyleIdx="2" presStyleCnt="3">
        <dgm:presLayoutVars>
          <dgm:chMax val="0"/>
          <dgm:chPref val="0"/>
          <dgm:bulletEnabled val="1"/>
        </dgm:presLayoutVars>
      </dgm:prSet>
      <dgm:spPr/>
    </dgm:pt>
  </dgm:ptLst>
  <dgm:cxnLst>
    <dgm:cxn modelId="{1D9AFF14-DBBF-974E-88BB-51D3401BB8A8}" srcId="{5D079CE7-16E6-034F-99F5-3BA490E326B1}" destId="{C613BF03-F977-2F4F-A760-AFC8D733F736}" srcOrd="2" destOrd="0" parTransId="{E87DB409-189C-9741-9826-7DB0C0EE106E}" sibTransId="{1736C681-EC1A-D243-9F80-F0A3ABB03709}"/>
    <dgm:cxn modelId="{C5D5E528-F0F1-904D-8E59-5BADF4CAF8EE}" type="presOf" srcId="{C613BF03-F977-2F4F-A760-AFC8D733F736}" destId="{52E7D205-C601-B548-B539-E8E946E429D8}" srcOrd="1" destOrd="0" presId="urn:microsoft.com/office/officeart/2005/8/layout/chart3"/>
    <dgm:cxn modelId="{969B6929-87BD-A041-B50C-F7CE60D8689F}" srcId="{5D079CE7-16E6-034F-99F5-3BA490E326B1}" destId="{25E9CC9E-D029-B544-A856-1F89D88BF301}" srcOrd="0" destOrd="0" parTransId="{FC78C980-CC63-F743-B4D3-A70F7A65F0B6}" sibTransId="{78BC3165-2594-3542-8B29-80F6DDFE436D}"/>
    <dgm:cxn modelId="{1B7A7941-B96B-E64E-A486-E02829561424}" type="presOf" srcId="{C613BF03-F977-2F4F-A760-AFC8D733F736}" destId="{DB3E713C-5D2F-BA4F-A01C-1C230AC4E998}" srcOrd="0" destOrd="0" presId="urn:microsoft.com/office/officeart/2005/8/layout/chart3"/>
    <dgm:cxn modelId="{1F854488-B78B-FB4D-BF59-1F693007421F}" type="presOf" srcId="{25E9CC9E-D029-B544-A856-1F89D88BF301}" destId="{A6561189-97BA-D64B-BBC0-25686C4693DA}" srcOrd="1" destOrd="0" presId="urn:microsoft.com/office/officeart/2005/8/layout/chart3"/>
    <dgm:cxn modelId="{29BA89A2-9A17-0644-82FA-A6D43E5BE5F1}" type="presOf" srcId="{BB4D58E7-1496-B545-A368-663EBE3D2C4A}" destId="{CF3A5B1E-B121-5146-A96C-4C8904DF404E}" srcOrd="1" destOrd="0" presId="urn:microsoft.com/office/officeart/2005/8/layout/chart3"/>
    <dgm:cxn modelId="{FD037AB6-B638-B345-ACA4-370733A1E827}" type="presOf" srcId="{25E9CC9E-D029-B544-A856-1F89D88BF301}" destId="{C6C0398E-5DF1-F24E-9796-ADAD05B8C726}" srcOrd="0" destOrd="0" presId="urn:microsoft.com/office/officeart/2005/8/layout/chart3"/>
    <dgm:cxn modelId="{CFFFDCEB-DE72-5543-8D4A-E04D6CCAE398}" type="presOf" srcId="{5D079CE7-16E6-034F-99F5-3BA490E326B1}" destId="{788A266D-CB5A-C849-AEA7-048D1CE7E056}" srcOrd="0" destOrd="0" presId="urn:microsoft.com/office/officeart/2005/8/layout/chart3"/>
    <dgm:cxn modelId="{BF6220F2-CAAA-EE40-A664-2EDC173E4D12}" type="presOf" srcId="{BB4D58E7-1496-B545-A368-663EBE3D2C4A}" destId="{71C7C1E5-AC56-8D4C-B0F8-41E32D153D9D}" srcOrd="0" destOrd="0" presId="urn:microsoft.com/office/officeart/2005/8/layout/chart3"/>
    <dgm:cxn modelId="{008FADFF-3B1A-D647-B4C3-2A29387D9058}" srcId="{5D079CE7-16E6-034F-99F5-3BA490E326B1}" destId="{BB4D58E7-1496-B545-A368-663EBE3D2C4A}" srcOrd="1" destOrd="0" parTransId="{02C64378-8B9A-F541-8E01-EE0339C15C90}" sibTransId="{AE6C5CBD-1C44-0F4A-B157-1E8206EE160B}"/>
    <dgm:cxn modelId="{2044A7BC-158C-CC4C-9059-6C788D9E8640}" type="presParOf" srcId="{788A266D-CB5A-C849-AEA7-048D1CE7E056}" destId="{C6C0398E-5DF1-F24E-9796-ADAD05B8C726}" srcOrd="0" destOrd="0" presId="urn:microsoft.com/office/officeart/2005/8/layout/chart3"/>
    <dgm:cxn modelId="{70F5908A-2223-3C49-9628-EE95C8041EDB}" type="presParOf" srcId="{788A266D-CB5A-C849-AEA7-048D1CE7E056}" destId="{A6561189-97BA-D64B-BBC0-25686C4693DA}" srcOrd="1" destOrd="0" presId="urn:microsoft.com/office/officeart/2005/8/layout/chart3"/>
    <dgm:cxn modelId="{EEA851E0-14F0-1541-8944-7F29370764D2}" type="presParOf" srcId="{788A266D-CB5A-C849-AEA7-048D1CE7E056}" destId="{71C7C1E5-AC56-8D4C-B0F8-41E32D153D9D}" srcOrd="2" destOrd="0" presId="urn:microsoft.com/office/officeart/2005/8/layout/chart3"/>
    <dgm:cxn modelId="{3B246168-C015-D04E-9619-FCB3FCC1301E}" type="presParOf" srcId="{788A266D-CB5A-C849-AEA7-048D1CE7E056}" destId="{CF3A5B1E-B121-5146-A96C-4C8904DF404E}" srcOrd="3" destOrd="0" presId="urn:microsoft.com/office/officeart/2005/8/layout/chart3"/>
    <dgm:cxn modelId="{14BE57F0-399E-BB4A-BA10-ADD0EF51DB32}" type="presParOf" srcId="{788A266D-CB5A-C849-AEA7-048D1CE7E056}" destId="{DB3E713C-5D2F-BA4F-A01C-1C230AC4E998}" srcOrd="4" destOrd="0" presId="urn:microsoft.com/office/officeart/2005/8/layout/chart3"/>
    <dgm:cxn modelId="{AE011557-447A-774A-9DFA-051F2C0A5131}" type="presParOf" srcId="{788A266D-CB5A-C849-AEA7-048D1CE7E056}" destId="{52E7D205-C601-B548-B539-E8E946E429D8}" srcOrd="5" destOrd="0" presId="urn:microsoft.com/office/officeart/2005/8/layout/chart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5A64BEDC-1FFA-2445-A2B4-71CB4B513E0F}" type="doc">
      <dgm:prSet loTypeId="urn:microsoft.com/office/officeart/2005/8/layout/vList2" loCatId="list" qsTypeId="urn:microsoft.com/office/officeart/2005/8/quickstyle/simple4" qsCatId="simple" csTypeId="urn:microsoft.com/office/officeart/2005/8/colors/accent1_2" csCatId="accent1" phldr="1"/>
      <dgm:spPr/>
      <dgm:t>
        <a:bodyPr/>
        <a:lstStyle/>
        <a:p>
          <a:endParaRPr lang="en-US"/>
        </a:p>
      </dgm:t>
    </dgm:pt>
    <dgm:pt modelId="{70F62A0C-A340-5C43-80D3-C5E6794DB9D8}">
      <dgm:prSet phldrT="[Text]"/>
      <dgm:spPr/>
      <dgm:t>
        <a:bodyPr/>
        <a:lstStyle/>
        <a:p>
          <a:r>
            <a:rPr lang="en-US" dirty="0"/>
            <a:t>Thread</a:t>
          </a:r>
        </a:p>
      </dgm:t>
    </dgm:pt>
    <dgm:pt modelId="{B7DB1E6B-AAB2-5F4C-945A-752ADE459ACE}" type="parTrans" cxnId="{3E5F3F0B-27B7-064B-8764-57F118DC0BCE}">
      <dgm:prSet/>
      <dgm:spPr/>
      <dgm:t>
        <a:bodyPr/>
        <a:lstStyle/>
        <a:p>
          <a:endParaRPr lang="en-US"/>
        </a:p>
      </dgm:t>
    </dgm:pt>
    <dgm:pt modelId="{2E8EE099-98FC-A647-A84C-323D637DB960}" type="sibTrans" cxnId="{3E5F3F0B-27B7-064B-8764-57F118DC0BCE}">
      <dgm:prSet/>
      <dgm:spPr/>
      <dgm:t>
        <a:bodyPr/>
        <a:lstStyle/>
        <a:p>
          <a:endParaRPr lang="en-US"/>
        </a:p>
      </dgm:t>
    </dgm:pt>
    <dgm:pt modelId="{CB611E91-19C4-E34C-86A3-7C4779BEFBDC}">
      <dgm:prSet/>
      <dgm:spPr/>
      <dgm:t>
        <a:bodyPr/>
        <a:lstStyle/>
        <a:p>
          <a:r>
            <a:rPr lang="en-US" dirty="0"/>
            <a:t>dispatchable unit of work</a:t>
          </a:r>
        </a:p>
      </dgm:t>
    </dgm:pt>
    <dgm:pt modelId="{D9229EAD-4CAD-6B45-B772-2D7247B8ABB4}" type="parTrans" cxnId="{B518D96B-CF99-3241-B868-0DBD1C54556D}">
      <dgm:prSet/>
      <dgm:spPr/>
      <dgm:t>
        <a:bodyPr/>
        <a:lstStyle/>
        <a:p>
          <a:endParaRPr lang="en-US"/>
        </a:p>
      </dgm:t>
    </dgm:pt>
    <dgm:pt modelId="{35BFE0A6-8A94-3E4E-A7AB-884FAEF3F832}" type="sibTrans" cxnId="{B518D96B-CF99-3241-B868-0DBD1C54556D}">
      <dgm:prSet/>
      <dgm:spPr/>
      <dgm:t>
        <a:bodyPr/>
        <a:lstStyle/>
        <a:p>
          <a:endParaRPr lang="en-US"/>
        </a:p>
      </dgm:t>
    </dgm:pt>
    <dgm:pt modelId="{19A9D586-6EC6-D54B-ADBD-F6D39C0A3CB8}">
      <dgm:prSet/>
      <dgm:spPr/>
      <dgm:t>
        <a:bodyPr/>
        <a:lstStyle/>
        <a:p>
          <a:r>
            <a:rPr lang="en-US" dirty="0"/>
            <a:t>includes a processor context and its own data area to enable subroutine branching</a:t>
          </a:r>
        </a:p>
      </dgm:t>
    </dgm:pt>
    <dgm:pt modelId="{F0CAF8C1-FB79-1A40-94D9-7E826D067DCC}" type="parTrans" cxnId="{F84FAD3C-DF9C-9B47-8E13-392BA5136403}">
      <dgm:prSet/>
      <dgm:spPr/>
      <dgm:t>
        <a:bodyPr/>
        <a:lstStyle/>
        <a:p>
          <a:endParaRPr lang="en-US"/>
        </a:p>
      </dgm:t>
    </dgm:pt>
    <dgm:pt modelId="{3446EC40-F06A-3F4E-BB3D-28BC3FA83DDE}" type="sibTrans" cxnId="{F84FAD3C-DF9C-9B47-8E13-392BA5136403}">
      <dgm:prSet/>
      <dgm:spPr/>
      <dgm:t>
        <a:bodyPr/>
        <a:lstStyle/>
        <a:p>
          <a:endParaRPr lang="en-US"/>
        </a:p>
      </dgm:t>
    </dgm:pt>
    <dgm:pt modelId="{8BDF6262-EF5E-9F42-91FD-53FA25A416EA}">
      <dgm:prSet/>
      <dgm:spPr/>
      <dgm:t>
        <a:bodyPr/>
        <a:lstStyle/>
        <a:p>
          <a:r>
            <a:rPr lang="en-US" dirty="0"/>
            <a:t>executes sequentially and is interruptible</a:t>
          </a:r>
        </a:p>
      </dgm:t>
    </dgm:pt>
    <dgm:pt modelId="{BC414CA7-CEAE-9448-8244-9F129A09435B}" type="parTrans" cxnId="{2D9BC46A-A922-1B48-992D-B38154DAAC10}">
      <dgm:prSet/>
      <dgm:spPr/>
      <dgm:t>
        <a:bodyPr/>
        <a:lstStyle/>
        <a:p>
          <a:endParaRPr lang="en-US"/>
        </a:p>
      </dgm:t>
    </dgm:pt>
    <dgm:pt modelId="{0586B2B2-B4EF-0742-B455-FD8657427BE1}" type="sibTrans" cxnId="{2D9BC46A-A922-1B48-992D-B38154DAAC10}">
      <dgm:prSet/>
      <dgm:spPr/>
      <dgm:t>
        <a:bodyPr/>
        <a:lstStyle/>
        <a:p>
          <a:endParaRPr lang="en-US"/>
        </a:p>
      </dgm:t>
    </dgm:pt>
    <dgm:pt modelId="{64A01B46-ADFB-334F-BEA5-FAA0E77296A3}">
      <dgm:prSet/>
      <dgm:spPr/>
      <dgm:t>
        <a:bodyPr/>
        <a:lstStyle/>
        <a:p>
          <a:r>
            <a:rPr lang="en-US" dirty="0"/>
            <a:t>Process </a:t>
          </a:r>
        </a:p>
      </dgm:t>
    </dgm:pt>
    <dgm:pt modelId="{5E2E3C9A-1D80-7E49-96F3-756EB29887C3}" type="parTrans" cxnId="{65D46421-B6EA-354B-81E2-8D264C304CAB}">
      <dgm:prSet/>
      <dgm:spPr/>
      <dgm:t>
        <a:bodyPr/>
        <a:lstStyle/>
        <a:p>
          <a:endParaRPr lang="en-US"/>
        </a:p>
      </dgm:t>
    </dgm:pt>
    <dgm:pt modelId="{4C25808B-B632-5645-A35B-69469FC6DCE9}" type="sibTrans" cxnId="{65D46421-B6EA-354B-81E2-8D264C304CAB}">
      <dgm:prSet/>
      <dgm:spPr/>
      <dgm:t>
        <a:bodyPr/>
        <a:lstStyle/>
        <a:p>
          <a:endParaRPr lang="en-US"/>
        </a:p>
      </dgm:t>
    </dgm:pt>
    <dgm:pt modelId="{A5483425-E586-134F-9A1E-D862D3F16E27}">
      <dgm:prSet/>
      <dgm:spPr/>
      <dgm:t>
        <a:bodyPr/>
        <a:lstStyle/>
        <a:p>
          <a:r>
            <a:rPr lang="en-US" dirty="0"/>
            <a:t>a collection of one or more threads and associated system resources</a:t>
          </a:r>
        </a:p>
      </dgm:t>
    </dgm:pt>
    <dgm:pt modelId="{989FCAAA-309A-F441-919A-6561D4259AC7}" type="parTrans" cxnId="{98E5EC7F-7818-1F4C-B693-E3D64303119C}">
      <dgm:prSet/>
      <dgm:spPr/>
      <dgm:t>
        <a:bodyPr/>
        <a:lstStyle/>
        <a:p>
          <a:endParaRPr lang="en-US"/>
        </a:p>
      </dgm:t>
    </dgm:pt>
    <dgm:pt modelId="{6726D3AC-BE0D-F143-9BF7-89B7DF712C32}" type="sibTrans" cxnId="{98E5EC7F-7818-1F4C-B693-E3D64303119C}">
      <dgm:prSet/>
      <dgm:spPr/>
      <dgm:t>
        <a:bodyPr/>
        <a:lstStyle/>
        <a:p>
          <a:endParaRPr lang="en-US"/>
        </a:p>
      </dgm:t>
    </dgm:pt>
    <dgm:pt modelId="{C9348E03-F0DE-334C-A511-B057467648D2}">
      <dgm:prSet/>
      <dgm:spPr/>
      <dgm:t>
        <a:bodyPr/>
        <a:lstStyle/>
        <a:p>
          <a:r>
            <a:rPr lang="en-US" dirty="0"/>
            <a:t>programmer has greater control over the modularity of the application and the timing of application related events</a:t>
          </a:r>
        </a:p>
      </dgm:t>
    </dgm:pt>
    <dgm:pt modelId="{FC311450-F9D4-734A-B19F-2E67CC2F6459}" type="parTrans" cxnId="{BEF7AABD-E549-354D-B8AB-400758B20A0F}">
      <dgm:prSet/>
      <dgm:spPr/>
      <dgm:t>
        <a:bodyPr/>
        <a:lstStyle/>
        <a:p>
          <a:endParaRPr lang="en-US"/>
        </a:p>
      </dgm:t>
    </dgm:pt>
    <dgm:pt modelId="{D453CDF1-D479-E247-9DDE-EBEE978ED664}" type="sibTrans" cxnId="{BEF7AABD-E549-354D-B8AB-400758B20A0F}">
      <dgm:prSet/>
      <dgm:spPr/>
      <dgm:t>
        <a:bodyPr/>
        <a:lstStyle/>
        <a:p>
          <a:endParaRPr lang="en-US"/>
        </a:p>
      </dgm:t>
    </dgm:pt>
    <dgm:pt modelId="{4118B874-B9DF-4340-B503-7A62112AD9AB}" type="pres">
      <dgm:prSet presAssocID="{5A64BEDC-1FFA-2445-A2B4-71CB4B513E0F}" presName="linear" presStyleCnt="0">
        <dgm:presLayoutVars>
          <dgm:animLvl val="lvl"/>
          <dgm:resizeHandles val="exact"/>
        </dgm:presLayoutVars>
      </dgm:prSet>
      <dgm:spPr/>
    </dgm:pt>
    <dgm:pt modelId="{26D4C4FB-FEAD-ED48-A0AE-2A84F6D6F3C5}" type="pres">
      <dgm:prSet presAssocID="{70F62A0C-A340-5C43-80D3-C5E6794DB9D8}" presName="parentText" presStyleLbl="node1" presStyleIdx="0" presStyleCnt="2">
        <dgm:presLayoutVars>
          <dgm:chMax val="0"/>
          <dgm:bulletEnabled val="1"/>
        </dgm:presLayoutVars>
      </dgm:prSet>
      <dgm:spPr/>
    </dgm:pt>
    <dgm:pt modelId="{B4FD0212-1D78-CE47-83E2-150D9E986556}" type="pres">
      <dgm:prSet presAssocID="{70F62A0C-A340-5C43-80D3-C5E6794DB9D8}" presName="childText" presStyleLbl="revTx" presStyleIdx="0" presStyleCnt="2">
        <dgm:presLayoutVars>
          <dgm:bulletEnabled val="1"/>
        </dgm:presLayoutVars>
      </dgm:prSet>
      <dgm:spPr/>
    </dgm:pt>
    <dgm:pt modelId="{A7FA07F0-CADB-7B40-BA4A-D97041E1B80A}" type="pres">
      <dgm:prSet presAssocID="{64A01B46-ADFB-334F-BEA5-FAA0E77296A3}" presName="parentText" presStyleLbl="node1" presStyleIdx="1" presStyleCnt="2">
        <dgm:presLayoutVars>
          <dgm:chMax val="0"/>
          <dgm:bulletEnabled val="1"/>
        </dgm:presLayoutVars>
      </dgm:prSet>
      <dgm:spPr/>
    </dgm:pt>
    <dgm:pt modelId="{364D31BB-83A3-C745-980D-1D6C1545B46C}" type="pres">
      <dgm:prSet presAssocID="{64A01B46-ADFB-334F-BEA5-FAA0E77296A3}" presName="childText" presStyleLbl="revTx" presStyleIdx="1" presStyleCnt="2">
        <dgm:presLayoutVars>
          <dgm:bulletEnabled val="1"/>
        </dgm:presLayoutVars>
      </dgm:prSet>
      <dgm:spPr/>
    </dgm:pt>
  </dgm:ptLst>
  <dgm:cxnLst>
    <dgm:cxn modelId="{3E5F3F0B-27B7-064B-8764-57F118DC0BCE}" srcId="{5A64BEDC-1FFA-2445-A2B4-71CB4B513E0F}" destId="{70F62A0C-A340-5C43-80D3-C5E6794DB9D8}" srcOrd="0" destOrd="0" parTransId="{B7DB1E6B-AAB2-5F4C-945A-752ADE459ACE}" sibTransId="{2E8EE099-98FC-A647-A84C-323D637DB960}"/>
    <dgm:cxn modelId="{F2641421-533A-3B4E-93F6-1AE43C89D812}" type="presOf" srcId="{CB611E91-19C4-E34C-86A3-7C4779BEFBDC}" destId="{B4FD0212-1D78-CE47-83E2-150D9E986556}" srcOrd="0" destOrd="0" presId="urn:microsoft.com/office/officeart/2005/8/layout/vList2"/>
    <dgm:cxn modelId="{65D46421-B6EA-354B-81E2-8D264C304CAB}" srcId="{5A64BEDC-1FFA-2445-A2B4-71CB4B513E0F}" destId="{64A01B46-ADFB-334F-BEA5-FAA0E77296A3}" srcOrd="1" destOrd="0" parTransId="{5E2E3C9A-1D80-7E49-96F3-756EB29887C3}" sibTransId="{4C25808B-B632-5645-A35B-69469FC6DCE9}"/>
    <dgm:cxn modelId="{342AA93A-2F42-0743-8870-8B524BD4A0AF}" type="presOf" srcId="{70F62A0C-A340-5C43-80D3-C5E6794DB9D8}" destId="{26D4C4FB-FEAD-ED48-A0AE-2A84F6D6F3C5}" srcOrd="0" destOrd="0" presId="urn:microsoft.com/office/officeart/2005/8/layout/vList2"/>
    <dgm:cxn modelId="{F84FAD3C-DF9C-9B47-8E13-392BA5136403}" srcId="{70F62A0C-A340-5C43-80D3-C5E6794DB9D8}" destId="{19A9D586-6EC6-D54B-ADBD-F6D39C0A3CB8}" srcOrd="1" destOrd="0" parTransId="{F0CAF8C1-FB79-1A40-94D9-7E826D067DCC}" sibTransId="{3446EC40-F06A-3F4E-BB3D-28BC3FA83DDE}"/>
    <dgm:cxn modelId="{E2364F3E-2A20-C84E-B06C-2101EED5CD08}" type="presOf" srcId="{8BDF6262-EF5E-9F42-91FD-53FA25A416EA}" destId="{B4FD0212-1D78-CE47-83E2-150D9E986556}" srcOrd="0" destOrd="2" presId="urn:microsoft.com/office/officeart/2005/8/layout/vList2"/>
    <dgm:cxn modelId="{75615D66-37BB-DF4A-B770-69C7C3479CB7}" type="presOf" srcId="{A5483425-E586-134F-9A1E-D862D3F16E27}" destId="{364D31BB-83A3-C745-980D-1D6C1545B46C}" srcOrd="0" destOrd="0" presId="urn:microsoft.com/office/officeart/2005/8/layout/vList2"/>
    <dgm:cxn modelId="{2D9BC46A-A922-1B48-992D-B38154DAAC10}" srcId="{70F62A0C-A340-5C43-80D3-C5E6794DB9D8}" destId="{8BDF6262-EF5E-9F42-91FD-53FA25A416EA}" srcOrd="2" destOrd="0" parTransId="{BC414CA7-CEAE-9448-8244-9F129A09435B}" sibTransId="{0586B2B2-B4EF-0742-B455-FD8657427BE1}"/>
    <dgm:cxn modelId="{B518D96B-CF99-3241-B868-0DBD1C54556D}" srcId="{70F62A0C-A340-5C43-80D3-C5E6794DB9D8}" destId="{CB611E91-19C4-E34C-86A3-7C4779BEFBDC}" srcOrd="0" destOrd="0" parTransId="{D9229EAD-4CAD-6B45-B772-2D7247B8ABB4}" sibTransId="{35BFE0A6-8A94-3E4E-A7AB-884FAEF3F832}"/>
    <dgm:cxn modelId="{98E5EC7F-7818-1F4C-B693-E3D64303119C}" srcId="{64A01B46-ADFB-334F-BEA5-FAA0E77296A3}" destId="{A5483425-E586-134F-9A1E-D862D3F16E27}" srcOrd="0" destOrd="0" parTransId="{989FCAAA-309A-F441-919A-6561D4259AC7}" sibTransId="{6726D3AC-BE0D-F143-9BF7-89B7DF712C32}"/>
    <dgm:cxn modelId="{0D6B298E-B717-DD48-8730-732858141AC9}" type="presOf" srcId="{19A9D586-6EC6-D54B-ADBD-F6D39C0A3CB8}" destId="{B4FD0212-1D78-CE47-83E2-150D9E986556}" srcOrd="0" destOrd="1" presId="urn:microsoft.com/office/officeart/2005/8/layout/vList2"/>
    <dgm:cxn modelId="{BEF7AABD-E549-354D-B8AB-400758B20A0F}" srcId="{64A01B46-ADFB-334F-BEA5-FAA0E77296A3}" destId="{C9348E03-F0DE-334C-A511-B057467648D2}" srcOrd="1" destOrd="0" parTransId="{FC311450-F9D4-734A-B19F-2E67CC2F6459}" sibTransId="{D453CDF1-D479-E247-9DDE-EBEE978ED664}"/>
    <dgm:cxn modelId="{B8B1ADC4-44B9-9E48-9D12-81CD71732C13}" type="presOf" srcId="{64A01B46-ADFB-334F-BEA5-FAA0E77296A3}" destId="{A7FA07F0-CADB-7B40-BA4A-D97041E1B80A}" srcOrd="0" destOrd="0" presId="urn:microsoft.com/office/officeart/2005/8/layout/vList2"/>
    <dgm:cxn modelId="{5D8499E8-35A6-BC42-AAA4-2BC120BE9E2D}" type="presOf" srcId="{5A64BEDC-1FFA-2445-A2B4-71CB4B513E0F}" destId="{4118B874-B9DF-4340-B503-7A62112AD9AB}" srcOrd="0" destOrd="0" presId="urn:microsoft.com/office/officeart/2005/8/layout/vList2"/>
    <dgm:cxn modelId="{A6367FF1-3CBE-2C40-ACA8-92DF8D8DD6C2}" type="presOf" srcId="{C9348E03-F0DE-334C-A511-B057467648D2}" destId="{364D31BB-83A3-C745-980D-1D6C1545B46C}" srcOrd="0" destOrd="1" presId="urn:microsoft.com/office/officeart/2005/8/layout/vList2"/>
    <dgm:cxn modelId="{D34DBD31-7E29-6A45-B822-035D5E3E087B}" type="presParOf" srcId="{4118B874-B9DF-4340-B503-7A62112AD9AB}" destId="{26D4C4FB-FEAD-ED48-A0AE-2A84F6D6F3C5}" srcOrd="0" destOrd="0" presId="urn:microsoft.com/office/officeart/2005/8/layout/vList2"/>
    <dgm:cxn modelId="{12EAA771-DB8F-BE46-A242-48B76F1DC390}" type="presParOf" srcId="{4118B874-B9DF-4340-B503-7A62112AD9AB}" destId="{B4FD0212-1D78-CE47-83E2-150D9E986556}" srcOrd="1" destOrd="0" presId="urn:microsoft.com/office/officeart/2005/8/layout/vList2"/>
    <dgm:cxn modelId="{BF281ADD-0D00-0C41-8424-F1FD952CA7EF}" type="presParOf" srcId="{4118B874-B9DF-4340-B503-7A62112AD9AB}" destId="{A7FA07F0-CADB-7B40-BA4A-D97041E1B80A}" srcOrd="2" destOrd="0" presId="urn:microsoft.com/office/officeart/2005/8/layout/vList2"/>
    <dgm:cxn modelId="{884DC73B-9391-F244-ABF0-1C8852A247EE}" type="presParOf" srcId="{4118B874-B9DF-4340-B503-7A62112AD9AB}" destId="{364D31BB-83A3-C745-980D-1D6C1545B46C}" srcOrd="3"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E4A990-5AA0-034B-8CCF-8670DC0A0746}">
      <dsp:nvSpPr>
        <dsp:cNvPr id="0" name=""/>
        <dsp:cNvSpPr/>
      </dsp:nvSpPr>
      <dsp:spPr>
        <a:xfrm>
          <a:off x="0" y="6515"/>
          <a:ext cx="5257800" cy="748800"/>
        </a:xfrm>
        <a:prstGeom prst="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84912" tIns="105664" rIns="184912" bIns="105664" numCol="1" spcCol="1270" anchor="ctr" anchorCtr="0">
          <a:noAutofit/>
        </a:bodyPr>
        <a:lstStyle/>
        <a:p>
          <a:pPr marL="0" lvl="0" indent="0" algn="ctr" defTabSz="1155700">
            <a:lnSpc>
              <a:spcPct val="90000"/>
            </a:lnSpc>
            <a:spcBef>
              <a:spcPct val="0"/>
            </a:spcBef>
            <a:spcAft>
              <a:spcPct val="35000"/>
            </a:spcAft>
            <a:buNone/>
          </a:pPr>
          <a:r>
            <a:rPr lang="en-US" sz="2600" kern="1200" dirty="0"/>
            <a:t>Main objectives of an OS:</a:t>
          </a:r>
        </a:p>
      </dsp:txBody>
      <dsp:txXfrm>
        <a:off x="0" y="6515"/>
        <a:ext cx="5257800" cy="748800"/>
      </dsp:txXfrm>
    </dsp:sp>
    <dsp:sp modelId="{D90CF14F-E010-5649-9AC4-6BBF9E914CA0}">
      <dsp:nvSpPr>
        <dsp:cNvPr id="0" name=""/>
        <dsp:cNvSpPr/>
      </dsp:nvSpPr>
      <dsp:spPr>
        <a:xfrm>
          <a:off x="0" y="755315"/>
          <a:ext cx="5257800" cy="1498769"/>
        </a:xfrm>
        <a:prstGeom prst="rect">
          <a:avLst/>
        </a:prstGeom>
        <a:solidFill>
          <a:schemeClr val="bg1"/>
        </a:solidFill>
        <a:ln w="15875" cap="flat" cmpd="sng" algn="ctr">
          <a:solidFill>
            <a:schemeClr val="accent1">
              <a:lumMod val="75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38684" tIns="138684" rIns="184912" bIns="208026" numCol="1" spcCol="1270" anchor="t" anchorCtr="0">
          <a:noAutofit/>
        </a:bodyPr>
        <a:lstStyle/>
        <a:p>
          <a:pPr marL="228600" lvl="1" indent="-228600" algn="l" defTabSz="1155700">
            <a:lnSpc>
              <a:spcPct val="90000"/>
            </a:lnSpc>
            <a:spcBef>
              <a:spcPct val="0"/>
            </a:spcBef>
            <a:spcAft>
              <a:spcPct val="15000"/>
            </a:spcAft>
            <a:buChar char="•"/>
          </a:pPr>
          <a:r>
            <a:rPr lang="en-US" sz="2600" kern="1200" dirty="0"/>
            <a:t>convenience</a:t>
          </a:r>
        </a:p>
        <a:p>
          <a:pPr marL="228600" lvl="1" indent="-228600" algn="l" defTabSz="1155700">
            <a:lnSpc>
              <a:spcPct val="90000"/>
            </a:lnSpc>
            <a:spcBef>
              <a:spcPct val="0"/>
            </a:spcBef>
            <a:spcAft>
              <a:spcPct val="15000"/>
            </a:spcAft>
            <a:buChar char="•"/>
          </a:pPr>
          <a:r>
            <a:rPr lang="en-US" sz="2600" kern="1200" dirty="0"/>
            <a:t>efficiency</a:t>
          </a:r>
        </a:p>
        <a:p>
          <a:pPr marL="228600" lvl="1" indent="-228600" algn="l" defTabSz="1155700">
            <a:lnSpc>
              <a:spcPct val="90000"/>
            </a:lnSpc>
            <a:spcBef>
              <a:spcPct val="0"/>
            </a:spcBef>
            <a:spcAft>
              <a:spcPct val="15000"/>
            </a:spcAft>
            <a:buChar char="•"/>
          </a:pPr>
          <a:r>
            <a:rPr lang="en-US" sz="2600" kern="1200" dirty="0"/>
            <a:t>ability to evolve</a:t>
          </a:r>
        </a:p>
      </dsp:txBody>
      <dsp:txXfrm>
        <a:off x="0" y="755315"/>
        <a:ext cx="5257800" cy="149876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74B0A6-A780-AC4D-A192-A17A96D7D56B}">
      <dsp:nvSpPr>
        <dsp:cNvPr id="0" name=""/>
        <dsp:cNvSpPr/>
      </dsp:nvSpPr>
      <dsp:spPr>
        <a:xfrm>
          <a:off x="162559" y="0"/>
          <a:ext cx="6990080" cy="4368800"/>
        </a:xfrm>
        <a:prstGeom prst="swooshArrow">
          <a:avLst>
            <a:gd name="adj1" fmla="val 25000"/>
            <a:gd name="adj2" fmla="val 25000"/>
          </a:avLst>
        </a:prstGeom>
        <a:solidFill>
          <a:schemeClr val="accent1">
            <a:tint val="40000"/>
            <a:hueOff val="0"/>
            <a:satOff val="0"/>
            <a:lumOff val="0"/>
            <a:alphaOff val="0"/>
          </a:schemeClr>
        </a:solidFill>
        <a:ln>
          <a:solidFill>
            <a:schemeClr val="accent1">
              <a:lumMod val="75000"/>
            </a:schemeClr>
          </a:solidFill>
        </a:ln>
        <a:effectLst/>
      </dsp:spPr>
      <dsp:style>
        <a:lnRef idx="0">
          <a:scrgbClr r="0" g="0" b="0"/>
        </a:lnRef>
        <a:fillRef idx="1">
          <a:scrgbClr r="0" g="0" b="0"/>
        </a:fillRef>
        <a:effectRef idx="2">
          <a:scrgbClr r="0" g="0" b="0"/>
        </a:effectRef>
        <a:fontRef idx="minor"/>
      </dsp:style>
    </dsp:sp>
    <dsp:sp modelId="{14244A61-2F42-FE4C-B4AE-14F538A72BD4}">
      <dsp:nvSpPr>
        <dsp:cNvPr id="0" name=""/>
        <dsp:cNvSpPr/>
      </dsp:nvSpPr>
      <dsp:spPr>
        <a:xfrm>
          <a:off x="851082" y="3248639"/>
          <a:ext cx="160771" cy="160771"/>
        </a:xfrm>
        <a:prstGeom prst="ellips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68990ADE-EECC-A843-9CB8-385F4DCE6884}">
      <dsp:nvSpPr>
        <dsp:cNvPr id="0" name=""/>
        <dsp:cNvSpPr/>
      </dsp:nvSpPr>
      <dsp:spPr>
        <a:xfrm>
          <a:off x="931468" y="3583026"/>
          <a:ext cx="1195303" cy="5317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190" tIns="0" rIns="0" bIns="0" numCol="1" spcCol="1270" anchor="t" anchorCtr="0">
          <a:noAutofit/>
        </a:bodyPr>
        <a:lstStyle/>
        <a:p>
          <a:pPr marL="0" lvl="0" indent="0" algn="l" defTabSz="800100">
            <a:lnSpc>
              <a:spcPct val="90000"/>
            </a:lnSpc>
            <a:spcBef>
              <a:spcPct val="0"/>
            </a:spcBef>
            <a:spcAft>
              <a:spcPct val="35000"/>
            </a:spcAft>
            <a:buNone/>
          </a:pPr>
          <a:r>
            <a:rPr lang="en-NZ" sz="1800" kern="1200" dirty="0"/>
            <a:t>Serial Processing</a:t>
          </a:r>
          <a:endParaRPr lang="en-US" sz="1800" kern="1200" dirty="0"/>
        </a:p>
      </dsp:txBody>
      <dsp:txXfrm>
        <a:off x="931468" y="3583026"/>
        <a:ext cx="1195303" cy="531771"/>
      </dsp:txXfrm>
    </dsp:sp>
    <dsp:sp modelId="{9AA8AB03-D64A-C342-B37C-4CCC9DA9EB94}">
      <dsp:nvSpPr>
        <dsp:cNvPr id="0" name=""/>
        <dsp:cNvSpPr/>
      </dsp:nvSpPr>
      <dsp:spPr>
        <a:xfrm>
          <a:off x="1986970" y="2232456"/>
          <a:ext cx="279603" cy="279603"/>
        </a:xfrm>
        <a:prstGeom prst="ellips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CD842123-1D21-A749-9096-4D7D760BAAD9}">
      <dsp:nvSpPr>
        <dsp:cNvPr id="0" name=""/>
        <dsp:cNvSpPr/>
      </dsp:nvSpPr>
      <dsp:spPr>
        <a:xfrm>
          <a:off x="2057398" y="2895591"/>
          <a:ext cx="1467916" cy="7974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156" tIns="0" rIns="0" bIns="0" numCol="1" spcCol="1270" anchor="t" anchorCtr="0">
          <a:noAutofit/>
        </a:bodyPr>
        <a:lstStyle/>
        <a:p>
          <a:pPr marL="0" lvl="0" indent="0" algn="l" defTabSz="800100">
            <a:lnSpc>
              <a:spcPct val="90000"/>
            </a:lnSpc>
            <a:spcBef>
              <a:spcPct val="0"/>
            </a:spcBef>
            <a:spcAft>
              <a:spcPct val="35000"/>
            </a:spcAft>
            <a:buNone/>
          </a:pPr>
          <a:r>
            <a:rPr lang="en-NZ" sz="1800" kern="1200" dirty="0"/>
            <a:t>Simple Batch Systems</a:t>
          </a:r>
        </a:p>
      </dsp:txBody>
      <dsp:txXfrm>
        <a:off x="2057398" y="2895591"/>
        <a:ext cx="1467916" cy="797458"/>
      </dsp:txXfrm>
    </dsp:sp>
    <dsp:sp modelId="{36778976-587A-8042-87A9-FC1C9FD954F8}">
      <dsp:nvSpPr>
        <dsp:cNvPr id="0" name=""/>
        <dsp:cNvSpPr/>
      </dsp:nvSpPr>
      <dsp:spPr>
        <a:xfrm>
          <a:off x="3437412" y="1483644"/>
          <a:ext cx="370474" cy="370474"/>
        </a:xfrm>
        <a:prstGeom prst="ellips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D9519E44-3DC2-2543-B587-8A3BE587954F}">
      <dsp:nvSpPr>
        <dsp:cNvPr id="0" name=""/>
        <dsp:cNvSpPr/>
      </dsp:nvSpPr>
      <dsp:spPr>
        <a:xfrm>
          <a:off x="3200403" y="2209796"/>
          <a:ext cx="2107194" cy="7036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6307" tIns="0" rIns="0" bIns="0" numCol="1" spcCol="1270" anchor="t" anchorCtr="0">
          <a:noAutofit/>
        </a:bodyPr>
        <a:lstStyle/>
        <a:p>
          <a:pPr marL="0" lvl="0" indent="0" algn="l" defTabSz="800100">
            <a:lnSpc>
              <a:spcPct val="90000"/>
            </a:lnSpc>
            <a:spcBef>
              <a:spcPct val="0"/>
            </a:spcBef>
            <a:spcAft>
              <a:spcPct val="35000"/>
            </a:spcAft>
            <a:buNone/>
          </a:pPr>
          <a:r>
            <a:rPr lang="en-NZ" sz="1800" kern="1200" dirty="0"/>
            <a:t>Multiprogrammed Batch Systems</a:t>
          </a:r>
        </a:p>
      </dsp:txBody>
      <dsp:txXfrm>
        <a:off x="3200403" y="2209796"/>
        <a:ext cx="2107194" cy="703679"/>
      </dsp:txXfrm>
    </dsp:sp>
    <dsp:sp modelId="{6C5317EB-E0BB-C646-8AC7-1B8FB3CE6475}">
      <dsp:nvSpPr>
        <dsp:cNvPr id="0" name=""/>
        <dsp:cNvSpPr/>
      </dsp:nvSpPr>
      <dsp:spPr>
        <a:xfrm>
          <a:off x="5017170" y="988222"/>
          <a:ext cx="496295" cy="496295"/>
        </a:xfrm>
        <a:prstGeom prst="ellips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9DBEC3F6-5D1C-984A-A8A3-A5F0342491D8}">
      <dsp:nvSpPr>
        <dsp:cNvPr id="0" name=""/>
        <dsp:cNvSpPr/>
      </dsp:nvSpPr>
      <dsp:spPr>
        <a:xfrm>
          <a:off x="5105396" y="1752594"/>
          <a:ext cx="1275282" cy="9988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2977" tIns="0" rIns="0" bIns="0" numCol="1" spcCol="1270" anchor="t" anchorCtr="0">
          <a:noAutofit/>
        </a:bodyPr>
        <a:lstStyle/>
        <a:p>
          <a:pPr marL="0" lvl="0" indent="0" algn="l" defTabSz="800100">
            <a:lnSpc>
              <a:spcPct val="90000"/>
            </a:lnSpc>
            <a:spcBef>
              <a:spcPct val="0"/>
            </a:spcBef>
            <a:spcAft>
              <a:spcPct val="35000"/>
            </a:spcAft>
            <a:buNone/>
          </a:pPr>
          <a:r>
            <a:rPr lang="en-NZ" sz="1800" kern="1200" dirty="0"/>
            <a:t>Time Sharing Systems</a:t>
          </a:r>
        </a:p>
      </dsp:txBody>
      <dsp:txXfrm>
        <a:off x="5105396" y="1752594"/>
        <a:ext cx="1275282" cy="99886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E20ED8-9E78-0743-A964-AB099207626E}">
      <dsp:nvSpPr>
        <dsp:cNvPr id="0" name=""/>
        <dsp:cNvSpPr/>
      </dsp:nvSpPr>
      <dsp:spPr>
        <a:xfrm>
          <a:off x="1863161" y="1781"/>
          <a:ext cx="4147676" cy="1036919"/>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1022350" rtl="0">
            <a:lnSpc>
              <a:spcPct val="90000"/>
            </a:lnSpc>
            <a:spcBef>
              <a:spcPct val="0"/>
            </a:spcBef>
            <a:spcAft>
              <a:spcPct val="35000"/>
            </a:spcAft>
            <a:buNone/>
          </a:pPr>
          <a:r>
            <a:rPr lang="en-US" sz="2300" kern="1200" dirty="0"/>
            <a:t>Special type of programming language used to provide instructions to the monitor</a:t>
          </a:r>
        </a:p>
      </dsp:txBody>
      <dsp:txXfrm>
        <a:off x="1893531" y="32151"/>
        <a:ext cx="4086936" cy="976179"/>
      </dsp:txXfrm>
    </dsp:sp>
    <dsp:sp modelId="{A5A3E6ED-4CCD-E54E-9A1B-DA75B953AAEA}">
      <dsp:nvSpPr>
        <dsp:cNvPr id="0" name=""/>
        <dsp:cNvSpPr/>
      </dsp:nvSpPr>
      <dsp:spPr>
        <a:xfrm rot="5400000">
          <a:off x="3846269" y="1129430"/>
          <a:ext cx="181460" cy="181460"/>
        </a:xfrm>
        <a:prstGeom prst="rightArrow">
          <a:avLst>
            <a:gd name="adj1" fmla="val 66700"/>
            <a:gd name="adj2" fmla="val 50000"/>
          </a:avLst>
        </a:prstGeom>
        <a:solidFill>
          <a:schemeClr val="tx2">
            <a:alpha val="90000"/>
          </a:schemeClr>
        </a:solidFill>
        <a:ln>
          <a:noFill/>
        </a:ln>
        <a:effectLst/>
      </dsp:spPr>
      <dsp:style>
        <a:lnRef idx="0">
          <a:scrgbClr r="0" g="0" b="0"/>
        </a:lnRef>
        <a:fillRef idx="3">
          <a:scrgbClr r="0" g="0" b="0"/>
        </a:fillRef>
        <a:effectRef idx="2">
          <a:scrgbClr r="0" g="0" b="0"/>
        </a:effectRef>
        <a:fontRef idx="minor">
          <a:schemeClr val="lt1"/>
        </a:fontRef>
      </dsp:style>
    </dsp:sp>
    <dsp:sp modelId="{569CB027-7CF0-9B4D-84C1-093791E27A8E}">
      <dsp:nvSpPr>
        <dsp:cNvPr id="0" name=""/>
        <dsp:cNvSpPr/>
      </dsp:nvSpPr>
      <dsp:spPr>
        <a:xfrm>
          <a:off x="1863161" y="1401621"/>
          <a:ext cx="4147676" cy="1036919"/>
        </a:xfrm>
        <a:prstGeom prst="roundRect">
          <a:avLst>
            <a:gd name="adj" fmla="val 10000"/>
          </a:avLst>
        </a:prstGeom>
        <a:solidFill>
          <a:schemeClr val="bg1"/>
        </a:solidFill>
        <a:ln w="15875" cap="flat" cmpd="sng" algn="ctr">
          <a:solidFill>
            <a:schemeClr val="accent6"/>
          </a:solidFill>
          <a:prstDash val="solid"/>
        </a:ln>
        <a:effectLst/>
      </dsp:spPr>
      <dsp:style>
        <a:lnRef idx="1">
          <a:scrgbClr r="0" g="0" b="0"/>
        </a:lnRef>
        <a:fillRef idx="1">
          <a:scrgbClr r="0" g="0" b="0"/>
        </a:fillRef>
        <a:effectRef idx="0">
          <a:scrgbClr r="0" g="0" b="0"/>
        </a:effectRef>
        <a:fontRef idx="minor"/>
      </dsp:style>
      <dsp:txBody>
        <a:bodyPr spcFirstLastPara="0" vert="horz" wrap="square" lIns="40640" tIns="40640" rIns="40640" bIns="40640" numCol="1" spcCol="1270" anchor="ctr" anchorCtr="0">
          <a:noAutofit/>
        </a:bodyPr>
        <a:lstStyle/>
        <a:p>
          <a:pPr marL="0" lvl="0" indent="0" algn="ctr" defTabSz="1422400" rtl="0">
            <a:lnSpc>
              <a:spcPct val="90000"/>
            </a:lnSpc>
            <a:spcBef>
              <a:spcPct val="0"/>
            </a:spcBef>
            <a:spcAft>
              <a:spcPct val="35000"/>
            </a:spcAft>
            <a:buNone/>
          </a:pPr>
          <a:r>
            <a:rPr lang="en-US" sz="3200" kern="1200" dirty="0">
              <a:solidFill>
                <a:schemeClr val="tx1"/>
              </a:solidFill>
            </a:rPr>
            <a:t>what compiler to use</a:t>
          </a:r>
        </a:p>
      </dsp:txBody>
      <dsp:txXfrm>
        <a:off x="1893531" y="1431991"/>
        <a:ext cx="4086936" cy="976179"/>
      </dsp:txXfrm>
    </dsp:sp>
    <dsp:sp modelId="{161882D6-7C8A-B249-8241-DD2C41894718}">
      <dsp:nvSpPr>
        <dsp:cNvPr id="0" name=""/>
        <dsp:cNvSpPr/>
      </dsp:nvSpPr>
      <dsp:spPr>
        <a:xfrm rot="5400000">
          <a:off x="3846269" y="2529271"/>
          <a:ext cx="181460" cy="181460"/>
        </a:xfrm>
        <a:prstGeom prst="rightArrow">
          <a:avLst>
            <a:gd name="adj1" fmla="val 66700"/>
            <a:gd name="adj2" fmla="val 50000"/>
          </a:avLst>
        </a:prstGeom>
        <a:solidFill>
          <a:schemeClr val="tx2">
            <a:alpha val="90000"/>
          </a:schemeClr>
        </a:solidFill>
        <a:ln>
          <a:noFill/>
        </a:ln>
        <a:effectLst/>
      </dsp:spPr>
      <dsp:style>
        <a:lnRef idx="0">
          <a:scrgbClr r="0" g="0" b="0"/>
        </a:lnRef>
        <a:fillRef idx="3">
          <a:scrgbClr r="0" g="0" b="0"/>
        </a:fillRef>
        <a:effectRef idx="2">
          <a:scrgbClr r="0" g="0" b="0"/>
        </a:effectRef>
        <a:fontRef idx="minor">
          <a:schemeClr val="lt1"/>
        </a:fontRef>
      </dsp:style>
    </dsp:sp>
    <dsp:sp modelId="{5951BF98-9B04-6B4B-B2C9-5892F2A4DC9C}">
      <dsp:nvSpPr>
        <dsp:cNvPr id="0" name=""/>
        <dsp:cNvSpPr/>
      </dsp:nvSpPr>
      <dsp:spPr>
        <a:xfrm>
          <a:off x="1863161" y="2801462"/>
          <a:ext cx="4147676" cy="1036919"/>
        </a:xfrm>
        <a:prstGeom prst="roundRect">
          <a:avLst>
            <a:gd name="adj" fmla="val 10000"/>
          </a:avLst>
        </a:prstGeom>
        <a:solidFill>
          <a:schemeClr val="bg1"/>
        </a:solidFill>
        <a:ln w="15875" cap="flat" cmpd="sng" algn="ctr">
          <a:solidFill>
            <a:schemeClr val="accent6"/>
          </a:solidFill>
          <a:prstDash val="solid"/>
        </a:ln>
        <a:effectLst/>
      </dsp:spPr>
      <dsp:style>
        <a:lnRef idx="1">
          <a:scrgbClr r="0" g="0" b="0"/>
        </a:lnRef>
        <a:fillRef idx="1">
          <a:scrgbClr r="0" g="0" b="0"/>
        </a:fillRef>
        <a:effectRef idx="0">
          <a:scrgbClr r="0" g="0" b="0"/>
        </a:effectRef>
        <a:fontRef idx="minor"/>
      </dsp:style>
      <dsp:txBody>
        <a:bodyPr spcFirstLastPara="0" vert="horz" wrap="square" lIns="40640" tIns="40640" rIns="40640" bIns="40640" numCol="1" spcCol="1270" anchor="ctr" anchorCtr="0">
          <a:noAutofit/>
        </a:bodyPr>
        <a:lstStyle/>
        <a:p>
          <a:pPr marL="0" lvl="0" indent="0" algn="ctr" defTabSz="1422400" rtl="0">
            <a:lnSpc>
              <a:spcPct val="90000"/>
            </a:lnSpc>
            <a:spcBef>
              <a:spcPct val="0"/>
            </a:spcBef>
            <a:spcAft>
              <a:spcPct val="35000"/>
            </a:spcAft>
            <a:buNone/>
          </a:pPr>
          <a:r>
            <a:rPr lang="en-US" sz="3200" kern="1200" dirty="0">
              <a:solidFill>
                <a:schemeClr val="tx1"/>
              </a:solidFill>
            </a:rPr>
            <a:t>what data to use</a:t>
          </a:r>
        </a:p>
      </dsp:txBody>
      <dsp:txXfrm>
        <a:off x="1893531" y="2831832"/>
        <a:ext cx="4086936" cy="97617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B26FD4-9907-2748-832C-F91F21C962A7}">
      <dsp:nvSpPr>
        <dsp:cNvPr id="0" name=""/>
        <dsp:cNvSpPr/>
      </dsp:nvSpPr>
      <dsp:spPr>
        <a:xfrm>
          <a:off x="3683" y="0"/>
          <a:ext cx="7536433" cy="335280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A </a:t>
          </a:r>
          <a:r>
            <a:rPr lang="en-US" sz="2600" i="1" kern="1200" dirty="0">
              <a:solidFill>
                <a:schemeClr val="accent1"/>
              </a:solidFill>
            </a:rPr>
            <a:t>process</a:t>
          </a:r>
          <a:r>
            <a:rPr lang="en-US" sz="2600" i="1" kern="1200" dirty="0"/>
            <a:t> </a:t>
          </a:r>
          <a:r>
            <a:rPr lang="en-US" sz="2600" kern="1200" dirty="0"/>
            <a:t>can be defined as:</a:t>
          </a:r>
        </a:p>
      </dsp:txBody>
      <dsp:txXfrm>
        <a:off x="3683" y="0"/>
        <a:ext cx="7536433" cy="1005840"/>
      </dsp:txXfrm>
    </dsp:sp>
    <dsp:sp modelId="{9F6B7AC7-BCB3-4244-B25A-23CDDD94424B}">
      <dsp:nvSpPr>
        <dsp:cNvPr id="0" name=""/>
        <dsp:cNvSpPr/>
      </dsp:nvSpPr>
      <dsp:spPr>
        <a:xfrm>
          <a:off x="685790" y="990600"/>
          <a:ext cx="6172218" cy="421958"/>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bg1"/>
              </a:solidFill>
            </a:rPr>
            <a:t>a program in execution</a:t>
          </a:r>
        </a:p>
      </dsp:txBody>
      <dsp:txXfrm>
        <a:off x="698149" y="1002959"/>
        <a:ext cx="6147500" cy="397240"/>
      </dsp:txXfrm>
    </dsp:sp>
    <dsp:sp modelId="{F3F77B7A-035D-B349-9DB8-48C9B0CD4D14}">
      <dsp:nvSpPr>
        <dsp:cNvPr id="0" name=""/>
        <dsp:cNvSpPr/>
      </dsp:nvSpPr>
      <dsp:spPr>
        <a:xfrm>
          <a:off x="609612" y="1371600"/>
          <a:ext cx="6324574" cy="489481"/>
        </a:xfrm>
        <a:prstGeom prst="roundRect">
          <a:avLst>
            <a:gd name="adj" fmla="val 10000"/>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bg1"/>
              </a:solidFill>
            </a:rPr>
            <a:t>an instance of a running program</a:t>
          </a:r>
        </a:p>
      </dsp:txBody>
      <dsp:txXfrm>
        <a:off x="623948" y="1385936"/>
        <a:ext cx="6295902" cy="460809"/>
      </dsp:txXfrm>
    </dsp:sp>
    <dsp:sp modelId="{3F65BAAA-18B9-4047-82A7-7018E03752A1}">
      <dsp:nvSpPr>
        <dsp:cNvPr id="0" name=""/>
        <dsp:cNvSpPr/>
      </dsp:nvSpPr>
      <dsp:spPr>
        <a:xfrm>
          <a:off x="304809" y="1852077"/>
          <a:ext cx="6934181" cy="583302"/>
        </a:xfrm>
        <a:prstGeom prst="roundRect">
          <a:avLst>
            <a:gd name="adj" fmla="val 10000"/>
          </a:avLst>
        </a:prstGeom>
        <a:solidFill>
          <a:schemeClr val="accent2">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bg1"/>
              </a:solidFill>
            </a:rPr>
            <a:t>the entity that can be assigned to, and executed on, a processor</a:t>
          </a:r>
        </a:p>
      </dsp:txBody>
      <dsp:txXfrm>
        <a:off x="321893" y="1869161"/>
        <a:ext cx="6900013" cy="549134"/>
      </dsp:txXfrm>
    </dsp:sp>
    <dsp:sp modelId="{A82AB75B-5168-3348-B180-A3053A31EAEA}">
      <dsp:nvSpPr>
        <dsp:cNvPr id="0" name=""/>
        <dsp:cNvSpPr/>
      </dsp:nvSpPr>
      <dsp:spPr>
        <a:xfrm>
          <a:off x="5" y="2438400"/>
          <a:ext cx="7543788" cy="571643"/>
        </a:xfrm>
        <a:prstGeom prst="roundRect">
          <a:avLst>
            <a:gd name="adj" fmla="val 10000"/>
          </a:avLst>
        </a:prstGeom>
        <a:solidFill>
          <a:schemeClr val="accent3">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NZ" sz="1800" kern="1200" dirty="0">
              <a:solidFill>
                <a:schemeClr val="bg1"/>
              </a:solidFill>
            </a:rPr>
            <a:t>a unit of activity characterized by a single sequential thread of execution, a current state, and an associated set of system resources</a:t>
          </a:r>
          <a:endParaRPr lang="en-US" sz="1800" kern="1200" dirty="0">
            <a:solidFill>
              <a:schemeClr val="bg1"/>
            </a:solidFill>
          </a:endParaRPr>
        </a:p>
      </dsp:txBody>
      <dsp:txXfrm>
        <a:off x="16748" y="2455143"/>
        <a:ext cx="7510302" cy="53815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4606FB-5D20-144B-B501-E8786E822E20}">
      <dsp:nvSpPr>
        <dsp:cNvPr id="0" name=""/>
        <dsp:cNvSpPr/>
      </dsp:nvSpPr>
      <dsp:spPr>
        <a:xfrm>
          <a:off x="0" y="218607"/>
          <a:ext cx="8382000" cy="848925"/>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50536" tIns="229108" rIns="650536"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a:t>processor is switched among the various programs residing in main memory</a:t>
          </a:r>
        </a:p>
      </dsp:txBody>
      <dsp:txXfrm>
        <a:off x="0" y="218607"/>
        <a:ext cx="8382000" cy="848925"/>
      </dsp:txXfrm>
    </dsp:sp>
    <dsp:sp modelId="{82E57853-70E3-7A46-AADA-BF7731AC4DC4}">
      <dsp:nvSpPr>
        <dsp:cNvPr id="0" name=""/>
        <dsp:cNvSpPr/>
      </dsp:nvSpPr>
      <dsp:spPr>
        <a:xfrm>
          <a:off x="419100" y="56247"/>
          <a:ext cx="5867400" cy="324720"/>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21774" tIns="0" rIns="221774" bIns="0" numCol="1" spcCol="1270" anchor="ctr" anchorCtr="0">
          <a:noAutofit/>
        </a:bodyPr>
        <a:lstStyle/>
        <a:p>
          <a:pPr marL="0" lvl="0" indent="0" algn="l" defTabSz="800100">
            <a:lnSpc>
              <a:spcPct val="90000"/>
            </a:lnSpc>
            <a:spcBef>
              <a:spcPct val="0"/>
            </a:spcBef>
            <a:spcAft>
              <a:spcPct val="35000"/>
            </a:spcAft>
            <a:buNone/>
          </a:pPr>
          <a:r>
            <a:rPr lang="en-US" sz="1800" kern="1200" dirty="0"/>
            <a:t>multiprogramming batch operation</a:t>
          </a:r>
        </a:p>
      </dsp:txBody>
      <dsp:txXfrm>
        <a:off x="434952" y="72099"/>
        <a:ext cx="5835696" cy="293016"/>
      </dsp:txXfrm>
    </dsp:sp>
    <dsp:sp modelId="{B1F670F3-D264-4046-87DC-A6F828D90574}">
      <dsp:nvSpPr>
        <dsp:cNvPr id="0" name=""/>
        <dsp:cNvSpPr/>
      </dsp:nvSpPr>
      <dsp:spPr>
        <a:xfrm>
          <a:off x="0" y="1289292"/>
          <a:ext cx="8382000" cy="848925"/>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50536" tIns="229108" rIns="650536"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a:t>be responsive to the individual user but be able to support many users simultaneously</a:t>
          </a:r>
        </a:p>
      </dsp:txBody>
      <dsp:txXfrm>
        <a:off x="0" y="1289292"/>
        <a:ext cx="8382000" cy="848925"/>
      </dsp:txXfrm>
    </dsp:sp>
    <dsp:sp modelId="{AEF5B4F8-0BEB-CA45-966A-7A4B1541DFC8}">
      <dsp:nvSpPr>
        <dsp:cNvPr id="0" name=""/>
        <dsp:cNvSpPr/>
      </dsp:nvSpPr>
      <dsp:spPr>
        <a:xfrm>
          <a:off x="419100" y="1126932"/>
          <a:ext cx="5867400" cy="324720"/>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21774" tIns="0" rIns="221774" bIns="0" numCol="1" spcCol="1270" anchor="ctr" anchorCtr="0">
          <a:noAutofit/>
        </a:bodyPr>
        <a:lstStyle/>
        <a:p>
          <a:pPr marL="0" lvl="0" indent="0" algn="l" defTabSz="800100">
            <a:lnSpc>
              <a:spcPct val="90000"/>
            </a:lnSpc>
            <a:spcBef>
              <a:spcPct val="0"/>
            </a:spcBef>
            <a:spcAft>
              <a:spcPct val="35000"/>
            </a:spcAft>
            <a:buNone/>
          </a:pPr>
          <a:r>
            <a:rPr lang="en-US" sz="1800" kern="1200" dirty="0"/>
            <a:t>time sharing</a:t>
          </a:r>
        </a:p>
      </dsp:txBody>
      <dsp:txXfrm>
        <a:off x="434952" y="1142784"/>
        <a:ext cx="5835696" cy="293016"/>
      </dsp:txXfrm>
    </dsp:sp>
    <dsp:sp modelId="{01E9E69B-17E4-D64F-8AF9-CCFECEFBC5CA}">
      <dsp:nvSpPr>
        <dsp:cNvPr id="0" name=""/>
        <dsp:cNvSpPr/>
      </dsp:nvSpPr>
      <dsp:spPr>
        <a:xfrm>
          <a:off x="0" y="2359977"/>
          <a:ext cx="8382000" cy="606375"/>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50536" tIns="229108" rIns="650536"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a:t>a number of users are entering queries or updates against a database</a:t>
          </a:r>
        </a:p>
      </dsp:txBody>
      <dsp:txXfrm>
        <a:off x="0" y="2359977"/>
        <a:ext cx="8382000" cy="606375"/>
      </dsp:txXfrm>
    </dsp:sp>
    <dsp:sp modelId="{BC73B10D-3B03-D548-9EEA-CA43DC155C9C}">
      <dsp:nvSpPr>
        <dsp:cNvPr id="0" name=""/>
        <dsp:cNvSpPr/>
      </dsp:nvSpPr>
      <dsp:spPr>
        <a:xfrm>
          <a:off x="419100" y="2197617"/>
          <a:ext cx="5867400" cy="324720"/>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21774" tIns="0" rIns="221774" bIns="0" numCol="1" spcCol="1270" anchor="ctr" anchorCtr="0">
          <a:noAutofit/>
        </a:bodyPr>
        <a:lstStyle/>
        <a:p>
          <a:pPr marL="0" lvl="0" indent="0" algn="l" defTabSz="800100">
            <a:lnSpc>
              <a:spcPct val="90000"/>
            </a:lnSpc>
            <a:spcBef>
              <a:spcPct val="0"/>
            </a:spcBef>
            <a:spcAft>
              <a:spcPct val="35000"/>
            </a:spcAft>
            <a:buNone/>
          </a:pPr>
          <a:r>
            <a:rPr lang="en-US" sz="1800" kern="1200" dirty="0"/>
            <a:t>real-time transaction systems</a:t>
          </a:r>
        </a:p>
      </dsp:txBody>
      <dsp:txXfrm>
        <a:off x="434952" y="2213469"/>
        <a:ext cx="5835696" cy="29301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F7FC10-09A1-3847-BFBC-2B58715396DE}">
      <dsp:nvSpPr>
        <dsp:cNvPr id="0" name=""/>
        <dsp:cNvSpPr/>
      </dsp:nvSpPr>
      <dsp:spPr>
        <a:xfrm>
          <a:off x="411891" y="0"/>
          <a:ext cx="2715768" cy="3022600"/>
        </a:xfrm>
        <a:prstGeom prst="upArrow">
          <a:avLst/>
        </a:prstGeom>
        <a:solidFill>
          <a:schemeClr val="bg1"/>
        </a:solidFill>
        <a:ln>
          <a:solidFill>
            <a:schemeClr val="accent6">
              <a:alpha val="90000"/>
            </a:schemeClr>
          </a:solidFill>
        </a:ln>
        <a:effectLst>
          <a:glow rad="190500">
            <a:schemeClr val="accent6">
              <a:alpha val="75000"/>
            </a:schemeClr>
          </a:glow>
          <a:softEdge rad="38100"/>
        </a:effectLst>
      </dsp:spPr>
      <dsp:style>
        <a:lnRef idx="0">
          <a:scrgbClr r="0" g="0" b="0"/>
        </a:lnRef>
        <a:fillRef idx="3">
          <a:scrgbClr r="0" g="0" b="0"/>
        </a:fillRef>
        <a:effectRef idx="2">
          <a:scrgbClr r="0" g="0" b="0"/>
        </a:effectRef>
        <a:fontRef idx="minor">
          <a:schemeClr val="lt1"/>
        </a:fontRef>
      </dsp:style>
    </dsp:sp>
    <dsp:sp modelId="{034B72AF-7DDE-9145-BEBA-D89E86DFBE7E}">
      <dsp:nvSpPr>
        <dsp:cNvPr id="0" name=""/>
        <dsp:cNvSpPr/>
      </dsp:nvSpPr>
      <dsp:spPr>
        <a:xfrm>
          <a:off x="3209132" y="0"/>
          <a:ext cx="4608576" cy="3022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4912" tIns="0" rIns="184912" bIns="184912" numCol="1" spcCol="1270" anchor="ctr" anchorCtr="0">
          <a:noAutofit/>
        </a:bodyPr>
        <a:lstStyle/>
        <a:p>
          <a:pPr marL="0" lvl="0" indent="0" algn="l" defTabSz="1155700">
            <a:lnSpc>
              <a:spcPct val="90000"/>
            </a:lnSpc>
            <a:spcBef>
              <a:spcPct val="0"/>
            </a:spcBef>
            <a:spcAft>
              <a:spcPct val="35000"/>
            </a:spcAft>
            <a:buNone/>
          </a:pPr>
          <a:r>
            <a:rPr lang="en-NZ" sz="2600" kern="1200" dirty="0"/>
            <a:t>Major advances in development include:</a:t>
          </a:r>
          <a:endParaRPr lang="en-US" sz="2600" kern="1200" dirty="0"/>
        </a:p>
        <a:p>
          <a:pPr marL="228600" lvl="1" indent="-228600" algn="l" defTabSz="889000">
            <a:lnSpc>
              <a:spcPct val="90000"/>
            </a:lnSpc>
            <a:spcBef>
              <a:spcPct val="0"/>
            </a:spcBef>
            <a:spcAft>
              <a:spcPct val="15000"/>
            </a:spcAft>
            <a:buChar char="•"/>
          </a:pPr>
          <a:r>
            <a:rPr lang="en-NZ" sz="2000" kern="1200" dirty="0"/>
            <a:t>processes</a:t>
          </a:r>
          <a:endParaRPr lang="en-US" sz="2000" kern="1200" dirty="0"/>
        </a:p>
        <a:p>
          <a:pPr marL="228600" lvl="1" indent="-228600" algn="l" defTabSz="889000">
            <a:lnSpc>
              <a:spcPct val="90000"/>
            </a:lnSpc>
            <a:spcBef>
              <a:spcPct val="0"/>
            </a:spcBef>
            <a:spcAft>
              <a:spcPct val="15000"/>
            </a:spcAft>
            <a:buChar char="•"/>
          </a:pPr>
          <a:r>
            <a:rPr lang="en-NZ" sz="2000" kern="1200" dirty="0"/>
            <a:t>memory management</a:t>
          </a:r>
        </a:p>
        <a:p>
          <a:pPr marL="228600" lvl="1" indent="-228600" algn="l" defTabSz="889000">
            <a:lnSpc>
              <a:spcPct val="90000"/>
            </a:lnSpc>
            <a:spcBef>
              <a:spcPct val="0"/>
            </a:spcBef>
            <a:spcAft>
              <a:spcPct val="15000"/>
            </a:spcAft>
            <a:buChar char="•"/>
          </a:pPr>
          <a:r>
            <a:rPr lang="en-NZ" sz="2000" kern="1200" dirty="0"/>
            <a:t>information protection and security</a:t>
          </a:r>
        </a:p>
        <a:p>
          <a:pPr marL="228600" lvl="1" indent="-228600" algn="l" defTabSz="889000">
            <a:lnSpc>
              <a:spcPct val="90000"/>
            </a:lnSpc>
            <a:spcBef>
              <a:spcPct val="0"/>
            </a:spcBef>
            <a:spcAft>
              <a:spcPct val="15000"/>
            </a:spcAft>
            <a:buChar char="•"/>
          </a:pPr>
          <a:r>
            <a:rPr lang="en-NZ" sz="2000" kern="1200" dirty="0"/>
            <a:t>scheduling and resource management</a:t>
          </a:r>
        </a:p>
        <a:p>
          <a:pPr marL="228600" lvl="1" indent="-228600" algn="l" defTabSz="889000">
            <a:lnSpc>
              <a:spcPct val="90000"/>
            </a:lnSpc>
            <a:spcBef>
              <a:spcPct val="0"/>
            </a:spcBef>
            <a:spcAft>
              <a:spcPct val="15000"/>
            </a:spcAft>
            <a:buChar char="•"/>
          </a:pPr>
          <a:r>
            <a:rPr lang="en-NZ" sz="2000" kern="1200" dirty="0"/>
            <a:t>system structure</a:t>
          </a:r>
        </a:p>
      </dsp:txBody>
      <dsp:txXfrm>
        <a:off x="3209132" y="0"/>
        <a:ext cx="4608576" cy="302260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78D5A0-86E1-7F4A-97F2-4E691D203110}">
      <dsp:nvSpPr>
        <dsp:cNvPr id="0" name=""/>
        <dsp:cNvSpPr/>
      </dsp:nvSpPr>
      <dsp:spPr>
        <a:xfrm>
          <a:off x="804" y="0"/>
          <a:ext cx="1423764" cy="3022600"/>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process isolation</a:t>
          </a:r>
        </a:p>
      </dsp:txBody>
      <dsp:txXfrm>
        <a:off x="42505" y="41701"/>
        <a:ext cx="1340362" cy="2939198"/>
      </dsp:txXfrm>
    </dsp:sp>
    <dsp:sp modelId="{0F6F9771-857A-ED4D-BB66-061A66D62E92}">
      <dsp:nvSpPr>
        <dsp:cNvPr id="0" name=""/>
        <dsp:cNvSpPr/>
      </dsp:nvSpPr>
      <dsp:spPr>
        <a:xfrm>
          <a:off x="1663761" y="0"/>
          <a:ext cx="1423764" cy="3022600"/>
        </a:xfrm>
        <a:prstGeom prst="roundRect">
          <a:avLst>
            <a:gd name="adj" fmla="val 10000"/>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automatic allocation and management</a:t>
          </a:r>
        </a:p>
      </dsp:txBody>
      <dsp:txXfrm>
        <a:off x="1705462" y="41701"/>
        <a:ext cx="1340362" cy="2939198"/>
      </dsp:txXfrm>
    </dsp:sp>
    <dsp:sp modelId="{1822B451-F610-B34E-B470-4405426B9598}">
      <dsp:nvSpPr>
        <dsp:cNvPr id="0" name=""/>
        <dsp:cNvSpPr/>
      </dsp:nvSpPr>
      <dsp:spPr>
        <a:xfrm>
          <a:off x="3326717" y="0"/>
          <a:ext cx="1423764" cy="3022600"/>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support of modular programming</a:t>
          </a:r>
        </a:p>
      </dsp:txBody>
      <dsp:txXfrm>
        <a:off x="3368418" y="41701"/>
        <a:ext cx="1340362" cy="2939198"/>
      </dsp:txXfrm>
    </dsp:sp>
    <dsp:sp modelId="{687C7697-D43A-4A4A-B7E2-A030E8315BDD}">
      <dsp:nvSpPr>
        <dsp:cNvPr id="0" name=""/>
        <dsp:cNvSpPr/>
      </dsp:nvSpPr>
      <dsp:spPr>
        <a:xfrm>
          <a:off x="4989674" y="0"/>
          <a:ext cx="1423764" cy="3022600"/>
        </a:xfrm>
        <a:prstGeom prst="roundRect">
          <a:avLst>
            <a:gd name="adj" fmla="val 10000"/>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protection and access control</a:t>
          </a:r>
        </a:p>
      </dsp:txBody>
      <dsp:txXfrm>
        <a:off x="5031375" y="41701"/>
        <a:ext cx="1340362" cy="2939198"/>
      </dsp:txXfrm>
    </dsp:sp>
    <dsp:sp modelId="{E23446C9-B403-3445-83E0-0F2AC82ADDC6}">
      <dsp:nvSpPr>
        <dsp:cNvPr id="0" name=""/>
        <dsp:cNvSpPr/>
      </dsp:nvSpPr>
      <dsp:spPr>
        <a:xfrm>
          <a:off x="6652631" y="0"/>
          <a:ext cx="1423764" cy="3022600"/>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long-term storage</a:t>
          </a:r>
        </a:p>
      </dsp:txBody>
      <dsp:txXfrm>
        <a:off x="6694332" y="41701"/>
        <a:ext cx="1340362" cy="293919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13DBDE-4A69-894C-B15F-8AA2C01DA60D}">
      <dsp:nvSpPr>
        <dsp:cNvPr id="0" name=""/>
        <dsp:cNvSpPr/>
      </dsp:nvSpPr>
      <dsp:spPr>
        <a:xfrm>
          <a:off x="1828816" y="76194"/>
          <a:ext cx="1322435" cy="1322435"/>
        </a:xfrm>
        <a:prstGeom prst="ellips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t>Main issues</a:t>
          </a:r>
        </a:p>
      </dsp:txBody>
      <dsp:txXfrm>
        <a:off x="2022482" y="269860"/>
        <a:ext cx="935103" cy="935103"/>
      </dsp:txXfrm>
    </dsp:sp>
    <dsp:sp modelId="{F452E337-9A8D-7147-A0DE-77B428363FE7}">
      <dsp:nvSpPr>
        <dsp:cNvPr id="0" name=""/>
        <dsp:cNvSpPr/>
      </dsp:nvSpPr>
      <dsp:spPr>
        <a:xfrm rot="327365">
          <a:off x="3147952" y="789123"/>
          <a:ext cx="134426" cy="35099"/>
        </a:xfrm>
        <a:custGeom>
          <a:avLst/>
          <a:gdLst/>
          <a:ahLst/>
          <a:cxnLst/>
          <a:rect l="0" t="0" r="0" b="0"/>
          <a:pathLst>
            <a:path>
              <a:moveTo>
                <a:pt x="0" y="17549"/>
              </a:moveTo>
              <a:lnTo>
                <a:pt x="134426" y="17549"/>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3211805" y="803312"/>
        <a:ext cx="6721" cy="6721"/>
      </dsp:txXfrm>
    </dsp:sp>
    <dsp:sp modelId="{94F6424C-41E0-984E-A840-F141E9ABE04C}">
      <dsp:nvSpPr>
        <dsp:cNvPr id="0" name=""/>
        <dsp:cNvSpPr/>
      </dsp:nvSpPr>
      <dsp:spPr>
        <a:xfrm>
          <a:off x="3276606" y="228597"/>
          <a:ext cx="1618026" cy="1322435"/>
        </a:xfrm>
        <a:prstGeom prst="ellipse">
          <a:avLst/>
        </a:prstGeom>
        <a:solidFill>
          <a:schemeClr val="accent2">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availability</a:t>
          </a:r>
        </a:p>
      </dsp:txBody>
      <dsp:txXfrm>
        <a:off x="3513560" y="422263"/>
        <a:ext cx="1144118" cy="935103"/>
      </dsp:txXfrm>
    </dsp:sp>
    <dsp:sp modelId="{3FD92B4C-9502-B74A-AA65-6FC383529055}">
      <dsp:nvSpPr>
        <dsp:cNvPr id="0" name=""/>
        <dsp:cNvSpPr/>
      </dsp:nvSpPr>
      <dsp:spPr>
        <a:xfrm rot="2320876">
          <a:off x="2945864" y="1305029"/>
          <a:ext cx="550135" cy="35099"/>
        </a:xfrm>
        <a:custGeom>
          <a:avLst/>
          <a:gdLst/>
          <a:ahLst/>
          <a:cxnLst/>
          <a:rect l="0" t="0" r="0" b="0"/>
          <a:pathLst>
            <a:path>
              <a:moveTo>
                <a:pt x="0" y="17549"/>
              </a:moveTo>
              <a:lnTo>
                <a:pt x="550135" y="17549"/>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3207178" y="1308825"/>
        <a:ext cx="27506" cy="27506"/>
      </dsp:txXfrm>
    </dsp:sp>
    <dsp:sp modelId="{C9916E7F-8ABB-A14E-9130-280B36308A33}">
      <dsp:nvSpPr>
        <dsp:cNvPr id="0" name=""/>
        <dsp:cNvSpPr/>
      </dsp:nvSpPr>
      <dsp:spPr>
        <a:xfrm>
          <a:off x="3124203" y="1295401"/>
          <a:ext cx="1967692" cy="1474833"/>
        </a:xfrm>
        <a:prstGeom prst="ellipse">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confidentiality</a:t>
          </a:r>
        </a:p>
      </dsp:txBody>
      <dsp:txXfrm>
        <a:off x="3412365" y="1511385"/>
        <a:ext cx="1391368" cy="1042865"/>
      </dsp:txXfrm>
    </dsp:sp>
    <dsp:sp modelId="{306ED93E-92ED-334E-B4E5-D99A0B0B5198}">
      <dsp:nvSpPr>
        <dsp:cNvPr id="0" name=""/>
        <dsp:cNvSpPr/>
      </dsp:nvSpPr>
      <dsp:spPr>
        <a:xfrm rot="4495912">
          <a:off x="2392072" y="1710464"/>
          <a:ext cx="729312" cy="35099"/>
        </a:xfrm>
        <a:custGeom>
          <a:avLst/>
          <a:gdLst/>
          <a:ahLst/>
          <a:cxnLst/>
          <a:rect l="0" t="0" r="0" b="0"/>
          <a:pathLst>
            <a:path>
              <a:moveTo>
                <a:pt x="0" y="17549"/>
              </a:moveTo>
              <a:lnTo>
                <a:pt x="729312" y="17549"/>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2738495" y="1709781"/>
        <a:ext cx="36465" cy="36465"/>
      </dsp:txXfrm>
    </dsp:sp>
    <dsp:sp modelId="{EDE6F89A-43A7-0740-9CEB-C73D6525D483}">
      <dsp:nvSpPr>
        <dsp:cNvPr id="0" name=""/>
        <dsp:cNvSpPr/>
      </dsp:nvSpPr>
      <dsp:spPr>
        <a:xfrm>
          <a:off x="2362204" y="2057397"/>
          <a:ext cx="1322435" cy="1322435"/>
        </a:xfrm>
        <a:prstGeom prst="ellipse">
          <a:avLst/>
        </a:prstGeom>
        <a:solidFill>
          <a:schemeClr val="accent4">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NZ" sz="1600" kern="1200" dirty="0"/>
            <a:t>data integrity</a:t>
          </a:r>
        </a:p>
      </dsp:txBody>
      <dsp:txXfrm>
        <a:off x="2555870" y="2251063"/>
        <a:ext cx="935103" cy="935103"/>
      </dsp:txXfrm>
    </dsp:sp>
    <dsp:sp modelId="{9EC72295-1CAF-A445-9BD4-028FD159EFBD}">
      <dsp:nvSpPr>
        <dsp:cNvPr id="0" name=""/>
        <dsp:cNvSpPr/>
      </dsp:nvSpPr>
      <dsp:spPr>
        <a:xfrm rot="6588374">
          <a:off x="2232602" y="1365425"/>
          <a:ext cx="49871" cy="35099"/>
        </a:xfrm>
        <a:custGeom>
          <a:avLst/>
          <a:gdLst/>
          <a:ahLst/>
          <a:cxnLst/>
          <a:rect l="0" t="0" r="0" b="0"/>
          <a:pathLst>
            <a:path>
              <a:moveTo>
                <a:pt x="0" y="17549"/>
              </a:moveTo>
              <a:lnTo>
                <a:pt x="49871" y="17549"/>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rot="10800000">
        <a:off x="2256291" y="1381728"/>
        <a:ext cx="2493" cy="2493"/>
      </dsp:txXfrm>
    </dsp:sp>
    <dsp:sp modelId="{87964860-C4E5-2B42-9F24-23CD8074036C}">
      <dsp:nvSpPr>
        <dsp:cNvPr id="0" name=""/>
        <dsp:cNvSpPr/>
      </dsp:nvSpPr>
      <dsp:spPr>
        <a:xfrm>
          <a:off x="1219203" y="1371601"/>
          <a:ext cx="1573183" cy="1420759"/>
        </a:xfrm>
        <a:prstGeom prst="ellipse">
          <a:avLst/>
        </a:prstGeom>
        <a:solidFill>
          <a:schemeClr val="accent3">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NZ" sz="1600" kern="1200" dirty="0"/>
            <a:t>authenticity</a:t>
          </a:r>
          <a:endParaRPr lang="en-US" sz="1600" kern="1200" dirty="0"/>
        </a:p>
      </dsp:txBody>
      <dsp:txXfrm>
        <a:off x="1449590" y="1579666"/>
        <a:ext cx="1112409" cy="100462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C0398E-5DF1-F24E-9796-ADAD05B8C726}">
      <dsp:nvSpPr>
        <dsp:cNvPr id="0" name=""/>
        <dsp:cNvSpPr/>
      </dsp:nvSpPr>
      <dsp:spPr>
        <a:xfrm>
          <a:off x="2100042" y="289750"/>
          <a:ext cx="3605784" cy="3605784"/>
        </a:xfrm>
        <a:prstGeom prst="pie">
          <a:avLst>
            <a:gd name="adj1" fmla="val 16200000"/>
            <a:gd name="adj2" fmla="val 1800000"/>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1" i="0" kern="1200" dirty="0"/>
            <a:t>fairness</a:t>
          </a:r>
        </a:p>
      </dsp:txBody>
      <dsp:txXfrm>
        <a:off x="4060473" y="955103"/>
        <a:ext cx="1223391" cy="1201928"/>
      </dsp:txXfrm>
    </dsp:sp>
    <dsp:sp modelId="{71C7C1E5-AC56-8D4C-B0F8-41E32D153D9D}">
      <dsp:nvSpPr>
        <dsp:cNvPr id="0" name=""/>
        <dsp:cNvSpPr/>
      </dsp:nvSpPr>
      <dsp:spPr>
        <a:xfrm>
          <a:off x="1914173" y="397065"/>
          <a:ext cx="3605784" cy="3605784"/>
        </a:xfrm>
        <a:prstGeom prst="pie">
          <a:avLst>
            <a:gd name="adj1" fmla="val 1800000"/>
            <a:gd name="adj2" fmla="val 900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1" i="0" kern="1200" dirty="0"/>
            <a:t>differential responsiveness</a:t>
          </a:r>
        </a:p>
      </dsp:txBody>
      <dsp:txXfrm>
        <a:off x="2901471" y="2672143"/>
        <a:ext cx="1631188" cy="1116076"/>
      </dsp:txXfrm>
    </dsp:sp>
    <dsp:sp modelId="{DB3E713C-5D2F-BA4F-A01C-1C230AC4E998}">
      <dsp:nvSpPr>
        <dsp:cNvPr id="0" name=""/>
        <dsp:cNvSpPr/>
      </dsp:nvSpPr>
      <dsp:spPr>
        <a:xfrm>
          <a:off x="1914173" y="397065"/>
          <a:ext cx="3605784" cy="3605784"/>
        </a:xfrm>
        <a:prstGeom prst="pie">
          <a:avLst>
            <a:gd name="adj1" fmla="val 9000000"/>
            <a:gd name="adj2" fmla="val 16200000"/>
          </a:avLst>
        </a:prstGeom>
        <a:solidFill>
          <a:schemeClr val="accent3">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1" i="0" kern="1200" dirty="0"/>
            <a:t>efficiency</a:t>
          </a:r>
        </a:p>
      </dsp:txBody>
      <dsp:txXfrm>
        <a:off x="2300507" y="1105344"/>
        <a:ext cx="1223391" cy="1201928"/>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D4C4FB-FEAD-ED48-A0AE-2A84F6D6F3C5}">
      <dsp:nvSpPr>
        <dsp:cNvPr id="0" name=""/>
        <dsp:cNvSpPr/>
      </dsp:nvSpPr>
      <dsp:spPr>
        <a:xfrm>
          <a:off x="0" y="2790"/>
          <a:ext cx="8229600" cy="608400"/>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t>Thread</a:t>
          </a:r>
        </a:p>
      </dsp:txBody>
      <dsp:txXfrm>
        <a:off x="29700" y="32490"/>
        <a:ext cx="8170200" cy="549000"/>
      </dsp:txXfrm>
    </dsp:sp>
    <dsp:sp modelId="{B4FD0212-1D78-CE47-83E2-150D9E986556}">
      <dsp:nvSpPr>
        <dsp:cNvPr id="0" name=""/>
        <dsp:cNvSpPr/>
      </dsp:nvSpPr>
      <dsp:spPr>
        <a:xfrm>
          <a:off x="0" y="611190"/>
          <a:ext cx="8229600" cy="12647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kern="1200" dirty="0"/>
            <a:t>dispatchable unit of work</a:t>
          </a:r>
        </a:p>
        <a:p>
          <a:pPr marL="228600" lvl="1" indent="-228600" algn="l" defTabSz="889000">
            <a:lnSpc>
              <a:spcPct val="90000"/>
            </a:lnSpc>
            <a:spcBef>
              <a:spcPct val="0"/>
            </a:spcBef>
            <a:spcAft>
              <a:spcPct val="20000"/>
            </a:spcAft>
            <a:buChar char="•"/>
          </a:pPr>
          <a:r>
            <a:rPr lang="en-US" sz="2000" kern="1200" dirty="0"/>
            <a:t>includes a processor context and its own data area to enable subroutine branching</a:t>
          </a:r>
        </a:p>
        <a:p>
          <a:pPr marL="228600" lvl="1" indent="-228600" algn="l" defTabSz="889000">
            <a:lnSpc>
              <a:spcPct val="90000"/>
            </a:lnSpc>
            <a:spcBef>
              <a:spcPct val="0"/>
            </a:spcBef>
            <a:spcAft>
              <a:spcPct val="20000"/>
            </a:spcAft>
            <a:buChar char="•"/>
          </a:pPr>
          <a:r>
            <a:rPr lang="en-US" sz="2000" kern="1200" dirty="0"/>
            <a:t>executes sequentially and is interruptible</a:t>
          </a:r>
        </a:p>
      </dsp:txBody>
      <dsp:txXfrm>
        <a:off x="0" y="611190"/>
        <a:ext cx="8229600" cy="1264770"/>
      </dsp:txXfrm>
    </dsp:sp>
    <dsp:sp modelId="{A7FA07F0-CADB-7B40-BA4A-D97041E1B80A}">
      <dsp:nvSpPr>
        <dsp:cNvPr id="0" name=""/>
        <dsp:cNvSpPr/>
      </dsp:nvSpPr>
      <dsp:spPr>
        <a:xfrm>
          <a:off x="0" y="1875960"/>
          <a:ext cx="8229600" cy="608400"/>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t>Process </a:t>
          </a:r>
        </a:p>
      </dsp:txBody>
      <dsp:txXfrm>
        <a:off x="29700" y="1905660"/>
        <a:ext cx="8170200" cy="549000"/>
      </dsp:txXfrm>
    </dsp:sp>
    <dsp:sp modelId="{364D31BB-83A3-C745-980D-1D6C1545B46C}">
      <dsp:nvSpPr>
        <dsp:cNvPr id="0" name=""/>
        <dsp:cNvSpPr/>
      </dsp:nvSpPr>
      <dsp:spPr>
        <a:xfrm>
          <a:off x="0" y="2484360"/>
          <a:ext cx="8229600" cy="9418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kern="1200" dirty="0"/>
            <a:t>a collection of one or more threads and associated system resources</a:t>
          </a:r>
        </a:p>
        <a:p>
          <a:pPr marL="228600" lvl="1" indent="-228600" algn="l" defTabSz="889000">
            <a:lnSpc>
              <a:spcPct val="90000"/>
            </a:lnSpc>
            <a:spcBef>
              <a:spcPct val="0"/>
            </a:spcBef>
            <a:spcAft>
              <a:spcPct val="20000"/>
            </a:spcAft>
            <a:buChar char="•"/>
          </a:pPr>
          <a:r>
            <a:rPr lang="en-US" sz="2000" kern="1200" dirty="0"/>
            <a:t>programmer has greater control over the modularity of the application and the timing of application related events</a:t>
          </a:r>
        </a:p>
      </dsp:txBody>
      <dsp:txXfrm>
        <a:off x="0" y="2484360"/>
        <a:ext cx="8229600" cy="941850"/>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layout3.xml><?xml version="1.0" encoding="utf-8"?>
<dgm:layoutDef xmlns:dgm="http://schemas.openxmlformats.org/drawingml/2006/diagram" xmlns:a="http://schemas.openxmlformats.org/drawingml/2006/main" uniqueId="urn:microsoft.com/office/officeart/2005/8/layout/lProcess1">
  <dgm:title val=""/>
  <dgm:desc val=""/>
  <dgm:catLst>
    <dgm:cat type="process" pri="1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0" destId="2" srcOrd="0" destOrd="0"/>
        <dgm:cxn modelId="6" srcId="1" destId="3" srcOrd="1" destOrd="0"/>
        <dgm:cxn modelId="23" srcId="2" destId="21" srcOrd="0" destOrd="0"/>
        <dgm:cxn modelId="24" srcId="2" destId="22" srcOrd="1" destOrd="0"/>
        <dgm:cxn modelId="33" srcId="1" destId="31" srcOrd="0" destOrd="0"/>
      </dgm:cxnLst>
      <dgm:bg/>
      <dgm:whole/>
    </dgm:dataModel>
  </dgm:sampData>
  <dgm:styleData>
    <dgm:dataModel>
      <dgm:ptLst>
        <dgm:pt modelId="0" type="doc"/>
        <dgm:pt modelId="1"/>
        <dgm:pt modelId="11"/>
        <dgm:pt modelId="2"/>
        <dgm:pt modelId="22"/>
      </dgm:ptLst>
      <dgm:cxnLst>
        <dgm:cxn modelId="3" srcId="0" destId="1" srcOrd="0" destOrd="0"/>
        <dgm:cxn modelId="4" srcId="0" destId="2" srcOrd="0" destOrd="0"/>
        <dgm:cxn modelId="5" srcId="1" destId="11" srcOrd="0" destOrd="0"/>
        <dgm:cxn modelId="6" srcId="2" destId="2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vertAlign" val="mid"/>
          <dgm:param type="nodeHorzAlign" val="l"/>
          <dgm:param type="nodeVertAlign" val="t"/>
          <dgm:param type="fallback" val="2D"/>
        </dgm:alg>
      </dgm:if>
      <dgm:else name="Name3">
        <dgm:alg type="lin">
          <dgm:param type="linDir" val="fromR"/>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h" for="des" forName="header" refType="h"/>
      <dgm:constr type="w" for="des" forName="header" refType="h" refFor="des" refForName="header" op="equ" fact="4"/>
      <dgm:constr type="h" for="des" forName="child" refType="h" refFor="des" refForName="header" op="equ"/>
      <dgm:constr type="w" for="des" forName="child" refType="w" refFor="des" refForName="header" op="equ"/>
      <dgm:constr type="w" for="ch" forName="hSp" refType="w" refFor="des" refForName="header" op="equ" fact="0.14"/>
      <dgm:constr type="h" for="des" forName="parTrans" refType="h" refFor="des" refForName="header" op="equ" fact="0.35"/>
      <dgm:constr type="h" for="des" forName="sibTrans" refType="h" refFor="des" refForName="parTrans" op="equ"/>
      <dgm:constr type="primFontSz" for="des" forName="child" op="equ" val="65"/>
      <dgm:constr type="primFontSz" for="des" forName="header" op="equ" val="65"/>
    </dgm:constrLst>
    <dgm:ruleLst/>
    <dgm:forEach name="Name4" axis="ch" ptType="node">
      <dgm:layoutNode name="vertFlow">
        <dgm:choose name="Name5">
          <dgm:if name="Name6" func="var" arg="dir" op="equ" val="norm">
            <dgm:alg type="lin">
              <dgm:param type="linDir" val="fromT"/>
              <dgm:param type="nodeHorzAlign" val="ctr"/>
              <dgm:param type="nodeVertAlign" val="t"/>
              <dgm:param type="fallback" val="2D"/>
            </dgm:alg>
          </dgm:if>
          <dgm:else name="Name7">
            <dgm:alg type="lin">
              <dgm:param type="linDir" val="fromT"/>
              <dgm:param type="nodeHorzAlign" val="ctr"/>
              <dgm:param type="nodeVertAlign" val="t"/>
              <dgm:param type="fallback" val="2D"/>
            </dgm:alg>
          </dgm:else>
        </dgm:choose>
        <dgm:shape xmlns:r="http://schemas.openxmlformats.org/officeDocument/2006/relationships" r:blip="">
          <dgm:adjLst/>
        </dgm:shape>
        <dgm:presOf/>
        <dgm:constrLst/>
        <dgm:ruleLst/>
        <dgm:layoutNode name="header" styleLbl="node1">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8" axis="ch" ptType="parTrans" cnt="1">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connDist" fact="0.25"/>
              <dgm:constr type="endPad" refType="connDist" fact="0.25"/>
            </dgm:constrLst>
            <dgm:ruleLst/>
          </dgm:layoutNode>
        </dgm:forEach>
        <dgm:forEach name="Name9" axis="ch" ptType="node">
          <dgm:layoutNode name="child" styleLbl="alignAccFollowNode1">
            <dgm:varLst>
              <dgm:chMax val="0"/>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0" axis="followSib" ptType="sibTrans" cnt="1">
            <dgm:layoutNode name="sib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w" fact="0.25"/>
                <dgm:constr type="endPad" refType="w" fact="0.25"/>
              </dgm:constrLst>
              <dgm:ruleLst/>
            </dgm:layoutNode>
          </dgm:forEach>
        </dgm:forEach>
      </dgm:layoutNode>
      <dgm:choose name="Name11">
        <dgm:if name="Name12" axis="self" ptType="node" func="revPos" op="gte" val="2">
          <dgm:layoutNode name="hSp">
            <dgm:alg type="sp"/>
            <dgm:shape xmlns:r="http://schemas.openxmlformats.org/officeDocument/2006/relationships" r:blip="">
              <dgm:adjLst/>
            </dgm:shape>
            <dgm:presOf/>
            <dgm:constrLst/>
            <dgm:ruleLst/>
          </dgm:layoutNode>
        </dgm:if>
        <dgm:else name="Name13"/>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arrow4">
  <dgm:title val=""/>
  <dgm:desc val=""/>
  <dgm:catLst>
    <dgm:cat type="relationship" pri="8000"/>
    <dgm:cat type="process" pri="30000"/>
  </dgm:catLst>
  <dgm:samp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shape xmlns:r="http://schemas.openxmlformats.org/officeDocument/2006/relationships" r:blip="">
      <dgm:adjLst/>
    </dgm:shape>
    <dgm:presOf/>
    <dgm:choose name="Name0">
      <dgm:if name="Name1" func="var" arg="dir" op="equ" val="norm">
        <dgm:choose name="Name2">
          <dgm:if name="Name3" axis="ch" ptType="node" func="cnt" op="lte" val="1">
            <dgm:constrLst>
              <dgm:constr type="primFontSz" for="des" ptType="node" op="equ" val="65"/>
              <dgm:constr type="w" for="ch" forName="upArrow" refType="w" fact="0.33"/>
              <dgm:constr type="h" for="ch" forName="upArrow" refType="h"/>
              <dgm:constr type="b" for="ch" forName="upArrow" refType="h" fact="0.48"/>
              <dgm:constr type="l" for="ch" forName="upArrow"/>
              <dgm:constr type="h" for="ch" forName="upArrow" refType="w" refFor="ch" refForName="upArrow" op="gte" fact="0.75"/>
              <dgm:constr type="w" for="ch" forName="upArrowText" refType="w" fact="0.56"/>
              <dgm:constr type="h" for="ch" forName="upArrowText" refType="h"/>
              <dgm:constr type="b" for="ch" forName="upArrowText" refType="h" fact="0.48"/>
              <dgm:constr type="l" for="ch" forName="upArrowText" refType="w" refFor="ch" refForName="upArrow" fact="1.03"/>
            </dgm:constrLst>
          </dgm:if>
          <dgm:else name="Name4">
            <dgm:constrLst>
              <dgm:constr type="primFontSz" for="des" ptType="node" op="equ" val="65"/>
              <dgm:constr type="w" for="ch" forName="upArrow" refType="w" fact="0.33"/>
              <dgm:constr type="h" for="ch" forName="upArrow" refType="h" fact="0.48"/>
              <dgm:constr type="b" for="ch" forName="upArrow" refType="h" fact="0.48"/>
              <dgm:constr type="l" for="ch" forName="upArrow"/>
              <dgm:constr type="h" for="ch" forName="upArrow" refType="w" refFor="ch" refForName="upArrow" op="gte" fact="0.75"/>
              <dgm:constr type="w" for="ch" forName="upArrowText" refType="w" fact="0.56"/>
              <dgm:constr type="h" for="ch" forName="upArrowText" refType="h" fact="0.48"/>
              <dgm:constr type="b" for="ch" forName="upArrowText" refType="h" fact="0.48"/>
              <dgm:constr type="l" for="ch" forName="upArrowText" refType="w" refFor="ch" refForName="upArrow" fact="1.03"/>
              <dgm:constr type="w" for="ch" forName="downArrow" refType="w" fact="0.33"/>
              <dgm:constr type="h" for="ch" forName="downArrow" refType="h" fact="0.48"/>
              <dgm:constr type="t" for="ch" forName="downArrow" refType="h" fact="0.52"/>
              <dgm:constr type="l" for="ch" forName="downArrow" refType="w" refFor="ch" refForName="downArrow" fact="0.3"/>
              <dgm:constr type="h" for="ch" forName="downArrow" refType="w" refFor="ch" refForName="downArrow" op="gte" fact="0.75"/>
              <dgm:constr type="w" for="ch" forName="downArrowText" refType="w" fact="0.56"/>
              <dgm:constr type="h" for="ch" forName="downArrowText" refType="h" fact="0.48"/>
              <dgm:constr type="t" for="ch" forName="downArrowText" refType="h" fact="0.52"/>
              <dgm:constr type="l" for="ch" forName="downArrowText" refType="w" refFor="ch" refForName="downArrow" fact="1.33"/>
            </dgm:constrLst>
          </dgm:else>
        </dgm:choose>
      </dgm:if>
      <dgm:else name="Name5">
        <dgm:choose name="Name6">
          <dgm:if name="Name7" axis="ch" ptType="node" func="cnt" op="lte" val="1">
            <dgm:constrLst>
              <dgm:constr type="primFontSz" for="des" ptType="node" op="equ" val="65"/>
              <dgm:constr type="w" for="ch" forName="upArrow" refType="w" fact="0.33"/>
              <dgm:constr type="h" for="ch" forName="upArrow" refType="h"/>
              <dgm:constr type="t" for="ch" forName="upArrow"/>
              <dgm:constr type="l" for="ch" forName="upArrow" refType="w" fact="0.67"/>
              <dgm:constr type="h" for="ch" forName="upArrow" refType="w" refFor="ch" refForName="upArrow" op="gte" fact="0.75"/>
              <dgm:constr type="w" for="ch" forName="upArrowText" refType="w" fact="0.56"/>
              <dgm:constr type="h" for="ch" forName="upArrowText" refType="h"/>
              <dgm:constr type="t" for="ch" forName="upArrowText"/>
              <dgm:constr type="l" for="ch" forName="upArrowText" refType="w" fact="0.1"/>
            </dgm:constrLst>
          </dgm:if>
          <dgm:else name="Name8">
            <dgm:constrLst>
              <dgm:constr type="primFontSz" for="des" ptType="node" op="equ" val="65"/>
              <dgm:constr type="w" for="ch" forName="upArrow" refType="w" fact="0.33"/>
              <dgm:constr type="h" for="ch" forName="upArrow" refType="h" fact="0.48"/>
              <dgm:constr type="t" for="ch" forName="upArrow"/>
              <dgm:constr type="l" for="ch" forName="upArrow" refType="w" fact="0.67"/>
              <dgm:constr type="h" for="ch" forName="upArrow" refType="w" refFor="ch" refForName="upArrow" op="gte" fact="0.75"/>
              <dgm:constr type="w" for="ch" forName="upArrowText" refType="w" fact="0.56"/>
              <dgm:constr type="h" for="ch" forName="upArrowText" refType="h" fact="0.48"/>
              <dgm:constr type="t" for="ch" forName="upArrowText"/>
              <dgm:constr type="l" for="ch" forName="upArrowText" refType="w" fact="0.1"/>
              <dgm:constr type="w" for="ch" forName="downArrow" refType="w" fact="0.33"/>
              <dgm:constr type="h" for="ch" forName="downArrow" refType="h" fact="0.48"/>
              <dgm:constr type="t" for="ch" forName="downArrow" refType="h" fact="0.52"/>
              <dgm:constr type="l" for="ch" forName="downArrow" refType="w" fact="0.57"/>
              <dgm:constr type="h" for="ch" forName="downArrow" refType="w" refFor="ch" refForName="downArrow" op="gte" fact="0.75"/>
              <dgm:constr type="w" for="ch" forName="downArrowText" refType="w" fact="0.56"/>
              <dgm:constr type="h" for="ch" forName="downArrowText" refType="h" fact="0.48"/>
              <dgm:constr type="t" for="ch" forName="downArrowText" refType="h" fact="0.52"/>
              <dgm:constr type="l" for="ch" forName="downArrowText"/>
            </dgm:constrLst>
          </dgm:else>
        </dgm:choose>
      </dgm:else>
    </dgm:choose>
    <dgm:ruleLst/>
    <dgm:forEach name="Name9" axis="ch" ptType="node" cnt="1">
      <dgm:layoutNode name="upArrow" styleLbl="node1">
        <dgm:alg type="sp"/>
        <dgm:shape xmlns:r="http://schemas.openxmlformats.org/officeDocument/2006/relationships" type="upArrow" r:blip="">
          <dgm:adjLst/>
        </dgm:shape>
        <dgm:presOf/>
        <dgm:constrLst/>
        <dgm:ruleLst/>
      </dgm:layoutNode>
      <dgm:layoutNode name="upArrowText" styleLbl="revTx">
        <dgm:varLst>
          <dgm:chMax val="0"/>
          <dgm:bulletEnabled val="1"/>
        </dgm:varLst>
        <dgm:choose name="Name10">
          <dgm:if name="Name11" axis="root des" ptType="all node" func="maxDepth" op="gt" val="1">
            <dgm:alg type="tx">
              <dgm:param type="parTxLTRAlign" val="l"/>
              <dgm:param type="parTxRTLAlign" val="r"/>
              <dgm:param type="txAnchorVertCh" val="mid"/>
            </dgm:alg>
          </dgm:if>
          <dgm:else name="Name12">
            <dgm:choose name="Name13">
              <dgm:if name="Name14" func="var" arg="dir" op="equ" val="norm">
                <dgm:alg type="tx">
                  <dgm:param type="parTxLTRAlign" val="l"/>
                  <dgm:param type="parTxRTLAlign" val="l"/>
                  <dgm:param type="txAnchorVertCh" val="mid"/>
                </dgm:alg>
              </dgm:if>
              <dgm:else name="Name15">
                <dgm:alg type="tx">
                  <dgm:param type="parTxLTRAlign" val="r"/>
                  <dgm:param type="parTxRTLAlign" val="r"/>
                  <dgm:param type="txAnchorVertCh" val="mid"/>
                </dgm:alg>
              </dgm:else>
            </dgm:choose>
          </dgm:else>
        </dgm:choose>
        <dgm:shape xmlns:r="http://schemas.openxmlformats.org/officeDocument/2006/relationships" type="rect" r:blip="">
          <dgm:adjLst/>
        </dgm:shape>
        <dgm:presOf axis="desOrSelf" ptType="node"/>
        <dgm:constrLst>
          <dgm:constr type="tMarg"/>
        </dgm:constrLst>
        <dgm:ruleLst>
          <dgm:rule type="primFontSz" val="5" fact="NaN" max="NaN"/>
        </dgm:ruleLst>
      </dgm:layoutNode>
    </dgm:forEach>
    <dgm:forEach name="Name16" axis="ch" ptType="node" st="2" cnt="1">
      <dgm:layoutNode name="downArrow" styleLbl="node1">
        <dgm:alg type="sp"/>
        <dgm:shape xmlns:r="http://schemas.openxmlformats.org/officeDocument/2006/relationships" type="downArrow" r:blip="">
          <dgm:adjLst/>
        </dgm:shape>
        <dgm:presOf/>
        <dgm:constrLst/>
        <dgm:ruleLst/>
      </dgm:layoutNode>
      <dgm:layoutNode name="downArrowText" styleLbl="revTx">
        <dgm:varLst>
          <dgm:chMax val="0"/>
          <dgm:bulletEnabled val="1"/>
        </dgm:varLst>
        <dgm:choose name="Name17">
          <dgm:if name="Name18" axis="root des" ptType="all node" func="maxDepth" op="gt" val="1">
            <dgm:alg type="tx">
              <dgm:param type="parTxLTRAlign" val="l"/>
              <dgm:param type="parTxRTLAlign" val="r"/>
              <dgm:param type="txAnchorVertCh" val="mid"/>
            </dgm:alg>
          </dgm:if>
          <dgm:else name="Name19">
            <dgm:choose name="Name20">
              <dgm:if name="Name21" func="var" arg="dir" op="equ" val="norm">
                <dgm:alg type="tx">
                  <dgm:param type="parTxLTRAlign" val="l"/>
                  <dgm:param type="parTxRTLAlign" val="l"/>
                  <dgm:param type="txAnchorVertCh" val="mid"/>
                </dgm:alg>
              </dgm:if>
              <dgm:else name="Name22">
                <dgm:alg type="tx">
                  <dgm:param type="parTxLTRAlign" val="r"/>
                  <dgm:param type="parTxRTLAlign" val="r"/>
                  <dgm:param type="txAnchorVertCh" val="mid"/>
                </dgm:alg>
              </dgm:else>
            </dgm:choose>
          </dgm:else>
        </dgm:choose>
        <dgm:shape xmlns:r="http://schemas.openxmlformats.org/officeDocument/2006/relationships" type="rect" r:blip="">
          <dgm:adjLst/>
        </dgm:shape>
        <dgm:presOf axis="desOrSelf" ptType="node"/>
        <dgm:constrLst>
          <dgm:constr type="tMarg"/>
        </dgm:constrLst>
        <dgm:ruleLst>
          <dgm:rule type="primFontSz" val="5" fact="NaN" max="NaN"/>
        </dgm:ruleLst>
      </dgm:layoutNode>
    </dgm:forEach>
  </dgm:layoutNode>
</dgm:layoutDef>
</file>

<file path=ppt/diagrams/layout7.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B68D361-EA17-B344-99A8-3C5CB405D2F4}" type="datetimeFigureOut">
              <a:rPr lang="en-US" smtClean="0"/>
              <a:t>1/31/2024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6E0396F-D461-874E-8226-988BAB1A97EB}" type="slidenum">
              <a:rPr lang="en-US" smtClean="0"/>
              <a:t>‹#›</a:t>
            </a:fld>
            <a:endParaRPr lang="en-US"/>
          </a:p>
        </p:txBody>
      </p:sp>
    </p:spTree>
    <p:extLst>
      <p:ext uri="{BB962C8B-B14F-4D97-AF65-F5344CB8AC3E}">
        <p14:creationId xmlns:p14="http://schemas.microsoft.com/office/powerpoint/2010/main" val="59556213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defRPr>
            </a:lvl1pPr>
          </a:lstStyle>
          <a:p>
            <a:pPr>
              <a:defRPr/>
            </a:pPr>
            <a:fld id="{0118C455-DCBE-41F6-9A52-324D6BC54AEC}" type="datetimeFigureOut">
              <a:rPr lang="en-US"/>
              <a:pPr>
                <a:defRPr/>
              </a:pPr>
              <a:t>1/31/2024</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defRPr>
            </a:lvl1pPr>
          </a:lstStyle>
          <a:p>
            <a:pPr>
              <a:defRPr/>
            </a:pPr>
            <a:fld id="{B1F781F4-099F-4112-9B1E-8A4E4163911A}" type="slidenum">
              <a:rPr lang="en-US"/>
              <a:pPr>
                <a:defRPr/>
              </a:pPr>
              <a:t>‹#›</a:t>
            </a:fld>
            <a:endParaRPr lang="en-US" dirty="0"/>
          </a:p>
        </p:txBody>
      </p:sp>
    </p:spTree>
    <p:extLst>
      <p:ext uri="{BB962C8B-B14F-4D97-AF65-F5344CB8AC3E}">
        <p14:creationId xmlns:p14="http://schemas.microsoft.com/office/powerpoint/2010/main" val="1779534142"/>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libquotes.com/robert-bork"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computerhope.com/people/charles_babbage.htm" TargetMode="External"/><Relationship Id="rId2" Type="http://schemas.openxmlformats.org/officeDocument/2006/relationships/slide" Target="../slides/slide4.xml"/><Relationship Id="rId1" Type="http://schemas.openxmlformats.org/officeDocument/2006/relationships/notesMaster" Target="../notesMasters/notesMaster1.xml"/><Relationship Id="rId4" Type="http://schemas.openxmlformats.org/officeDocument/2006/relationships/hyperlink" Target="https://www.computerhope.com/history/1800.htm"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hellovaia.com/explanations/computer-science/computer-organisation-and-architecture/computer-architecture/" TargetMode="External"/><Relationship Id="rId2" Type="http://schemas.openxmlformats.org/officeDocument/2006/relationships/slide" Target="../slides/slide6.xml"/><Relationship Id="rId1" Type="http://schemas.openxmlformats.org/officeDocument/2006/relationships/notesMaster" Target="../notesMasters/notesMaster1.xml"/><Relationship Id="rId4" Type="http://schemas.openxmlformats.org/officeDocument/2006/relationships/hyperlink" Target="https://www.w3schools.in/computer-fundamentals/types-of-computer-architecture" TargetMode="Externa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en.wikipedia.org/wiki/Interface_(computing)" TargetMode="External"/><Relationship Id="rId2" Type="http://schemas.openxmlformats.org/officeDocument/2006/relationships/slide" Target="../slides/slide10.xml"/><Relationship Id="rId1" Type="http://schemas.openxmlformats.org/officeDocument/2006/relationships/notesMaster" Target="../notesMasters/notesMaster1.xml"/><Relationship Id="rId5" Type="http://schemas.openxmlformats.org/officeDocument/2006/relationships/hyperlink" Target="https://en.wikipedia.org/wiki/Operating_system" TargetMode="External"/><Relationship Id="rId4" Type="http://schemas.openxmlformats.org/officeDocument/2006/relationships/hyperlink" Target="https://en.wikipedia.org/wiki/Library_(computing)" TargetMode="Externa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nSpc>
                <a:spcPct val="107000"/>
              </a:lnSpc>
              <a:spcAft>
                <a:spcPts val="800"/>
              </a:spcAft>
            </a:pPr>
            <a:r>
              <a:rPr lang="en-GB" sz="1800" dirty="0">
                <a:effectLst/>
                <a:latin typeface="Calibri" panose="020F0502020204030204" pitchFamily="34" charset="0"/>
                <a:ea typeface="Calibri" panose="020F0502020204030204" pitchFamily="34" charset="0"/>
                <a:cs typeface="Times New Roman" panose="02020603050405020304" pitchFamily="18" charset="0"/>
              </a:rPr>
              <a:t>4.15 to 5.05</a:t>
            </a:r>
          </a:p>
          <a:p>
            <a:pPr>
              <a:lnSpc>
                <a:spcPct val="107000"/>
              </a:lnSpc>
              <a:spcAft>
                <a:spcPts val="800"/>
              </a:spcAft>
            </a:pPr>
            <a:r>
              <a:rPr lang="en-GB" sz="1800" dirty="0">
                <a:effectLst/>
                <a:latin typeface="Calibri" panose="020F0502020204030204" pitchFamily="34" charset="0"/>
                <a:ea typeface="Calibri" panose="020F0502020204030204" pitchFamily="34" charset="0"/>
                <a:cs typeface="Times New Roman" panose="02020603050405020304" pitchFamily="18" charset="0"/>
              </a:rPr>
              <a:t>5.05 to 5.15 break</a:t>
            </a:r>
          </a:p>
          <a:p>
            <a:pPr>
              <a:lnSpc>
                <a:spcPct val="107000"/>
              </a:lnSpc>
              <a:spcAft>
                <a:spcPts val="800"/>
              </a:spcAft>
            </a:pPr>
            <a:r>
              <a:rPr lang="en-GB" sz="1800" dirty="0">
                <a:effectLst/>
                <a:latin typeface="Calibri" panose="020F0502020204030204" pitchFamily="34" charset="0"/>
                <a:ea typeface="Calibri" panose="020F0502020204030204" pitchFamily="34" charset="0"/>
                <a:cs typeface="Times New Roman" panose="02020603050405020304" pitchFamily="18" charset="0"/>
              </a:rPr>
              <a:t>5.15 to 5.45</a:t>
            </a:r>
          </a:p>
          <a:p>
            <a:endParaRPr lang="en-US" sz="1200" kern="1200" baseline="0" dirty="0">
              <a:solidFill>
                <a:schemeClr val="tx1"/>
              </a:solidFill>
              <a:latin typeface="+mn-lt"/>
              <a:ea typeface="+mn-ea"/>
              <a:cs typeface="+mn-cs"/>
            </a:endParaRPr>
          </a:p>
          <a:p>
            <a:endParaRPr lang="en-US" sz="1200"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1" i="0" dirty="0">
                <a:solidFill>
                  <a:srgbClr val="555555"/>
                </a:solidFill>
                <a:effectLst/>
                <a:latin typeface="Lato" panose="020F0502020204030203" pitchFamily="34" charset="0"/>
              </a:rPr>
              <a:t>One of the uses of history is to free us of a falsely imagined past. The less we know of how ideas actually took root and grew, the more apt we are to accept them unquestioningly, as inevitable features of the world in which we move.</a:t>
            </a:r>
            <a:r>
              <a:rPr lang="en-GB" b="0" i="0" u="none" strike="noStrike" dirty="0">
                <a:solidFill>
                  <a:srgbClr val="555555"/>
                </a:solidFill>
                <a:effectLst/>
                <a:latin typeface="Lato" panose="020F0502020204030203" pitchFamily="34" charset="0"/>
              </a:rPr>
              <a:t> </a:t>
            </a:r>
            <a:r>
              <a:rPr lang="en-GB" b="0" i="0" u="none" strike="noStrike" dirty="0">
                <a:solidFill>
                  <a:srgbClr val="1A70BC"/>
                </a:solidFill>
                <a:effectLst/>
                <a:latin typeface="Lato" panose="020F0502020204030203" pitchFamily="34" charset="0"/>
                <a:hlinkClick r:id="rId3"/>
              </a:rPr>
              <a:t>Robert Bork</a:t>
            </a:r>
            <a:endParaRPr lang="en-GB" b="0" i="0" dirty="0">
              <a:solidFill>
                <a:srgbClr val="555555"/>
              </a:solidFill>
              <a:effectLst/>
              <a:latin typeface="Lato" panose="020F0502020204030203" pitchFamily="34" charset="0"/>
            </a:endParaRPr>
          </a:p>
          <a:p>
            <a:endParaRPr lang="en-GB" dirty="0"/>
          </a:p>
        </p:txBody>
      </p:sp>
      <p:sp>
        <p:nvSpPr>
          <p:cNvPr id="4" name="Slide Number Placeholder 3"/>
          <p:cNvSpPr>
            <a:spLocks noGrp="1"/>
          </p:cNvSpPr>
          <p:nvPr>
            <p:ph type="sldNum" sz="quarter" idx="5"/>
          </p:nvPr>
        </p:nvSpPr>
        <p:spPr/>
        <p:txBody>
          <a:bodyPr/>
          <a:lstStyle/>
          <a:p>
            <a:pPr>
              <a:defRPr/>
            </a:pPr>
            <a:fld id="{B1F781F4-099F-4112-9B1E-8A4E4163911A}" type="slidenum">
              <a:rPr lang="en-US" smtClean="0"/>
              <a:pPr>
                <a:defRPr/>
              </a:pPr>
              <a:t>2</a:t>
            </a:fld>
            <a:endParaRPr lang="en-US" dirty="0"/>
          </a:p>
        </p:txBody>
      </p:sp>
    </p:spTree>
    <p:extLst>
      <p:ext uri="{BB962C8B-B14F-4D97-AF65-F5344CB8AC3E}">
        <p14:creationId xmlns:p14="http://schemas.microsoft.com/office/powerpoint/2010/main" val="19010802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B1F781F4-099F-4112-9B1E-8A4E4163911A}" type="slidenum">
              <a:rPr lang="en-US" smtClean="0"/>
              <a:pPr>
                <a:defRPr/>
              </a:pPr>
              <a:t>3</a:t>
            </a:fld>
            <a:endParaRPr lang="en-US" dirty="0"/>
          </a:p>
        </p:txBody>
      </p:sp>
    </p:spTree>
    <p:extLst>
      <p:ext uri="{BB962C8B-B14F-4D97-AF65-F5344CB8AC3E}">
        <p14:creationId xmlns:p14="http://schemas.microsoft.com/office/powerpoint/2010/main" val="18332924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baseline="0" dirty="0">
                <a:solidFill>
                  <a:schemeClr val="tx1"/>
                </a:solidFill>
                <a:latin typeface="+mn-lt"/>
                <a:ea typeface="+mn-ea"/>
                <a:cs typeface="+mn-cs"/>
              </a:rPr>
              <a:t>With the earliest computers, from the late 1940s to the mid-1950s, the programmer</a:t>
            </a:r>
          </a:p>
          <a:p>
            <a:r>
              <a:rPr lang="en-US" sz="1200" kern="1200" baseline="0" dirty="0">
                <a:solidFill>
                  <a:schemeClr val="tx1"/>
                </a:solidFill>
                <a:latin typeface="+mn-lt"/>
                <a:ea typeface="+mn-ea"/>
                <a:cs typeface="+mn-cs"/>
              </a:rPr>
              <a:t>interacted directly with the computer hardware; there was no OS. These computers</a:t>
            </a:r>
          </a:p>
          <a:p>
            <a:r>
              <a:rPr lang="en-US" sz="1200" kern="1200" baseline="0" dirty="0">
                <a:solidFill>
                  <a:schemeClr val="tx1"/>
                </a:solidFill>
                <a:latin typeface="+mn-lt"/>
                <a:ea typeface="+mn-ea"/>
                <a:cs typeface="+mn-cs"/>
              </a:rPr>
              <a:t>were run from a console consisting of display lights, toggle switches, some form of</a:t>
            </a:r>
          </a:p>
          <a:p>
            <a:r>
              <a:rPr lang="en-US" sz="1200" kern="1200" baseline="0" dirty="0">
                <a:solidFill>
                  <a:schemeClr val="tx1"/>
                </a:solidFill>
                <a:latin typeface="+mn-lt"/>
                <a:ea typeface="+mn-ea"/>
                <a:cs typeface="+mn-cs"/>
              </a:rPr>
              <a:t>input device, and a printer. Programs in machine code were loaded via the input</a:t>
            </a:r>
          </a:p>
          <a:p>
            <a:r>
              <a:rPr lang="en-US" sz="1200" kern="1200" baseline="0" dirty="0">
                <a:solidFill>
                  <a:schemeClr val="tx1"/>
                </a:solidFill>
                <a:latin typeface="+mn-lt"/>
                <a:ea typeface="+mn-ea"/>
                <a:cs typeface="+mn-cs"/>
              </a:rPr>
              <a:t>device (e.g., a card reader). If an error halted the program, the error condition was</a:t>
            </a:r>
          </a:p>
          <a:p>
            <a:r>
              <a:rPr lang="en-US" sz="1200" kern="1200" baseline="0" dirty="0">
                <a:solidFill>
                  <a:schemeClr val="tx1"/>
                </a:solidFill>
                <a:latin typeface="+mn-lt"/>
                <a:ea typeface="+mn-ea"/>
                <a:cs typeface="+mn-cs"/>
              </a:rPr>
              <a:t>indicated by the lights. If the program proceeded to a normal completion, the output</a:t>
            </a:r>
          </a:p>
          <a:p>
            <a:r>
              <a:rPr lang="en-US" sz="1200" kern="1200" baseline="0" dirty="0">
                <a:solidFill>
                  <a:schemeClr val="tx1"/>
                </a:solidFill>
                <a:latin typeface="+mn-lt"/>
                <a:ea typeface="+mn-ea"/>
                <a:cs typeface="+mn-cs"/>
              </a:rPr>
              <a:t>appeared on the printer.</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GB" b="1" i="0" dirty="0">
                <a:solidFill>
                  <a:srgbClr val="5F6368"/>
                </a:solidFill>
                <a:effectLst/>
                <a:latin typeface="arial" panose="020B0604020202020204" pitchFamily="34" charset="0"/>
              </a:rPr>
              <a:t>Colossus</a:t>
            </a:r>
            <a:r>
              <a:rPr lang="en-GB" b="0" i="0" dirty="0">
                <a:solidFill>
                  <a:srgbClr val="4D5156"/>
                </a:solidFill>
                <a:effectLst/>
                <a:latin typeface="arial" panose="020B0604020202020204" pitchFamily="34" charset="0"/>
              </a:rPr>
              <a:t> was the world's first electronic digital programmable computer.</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dirty="0"/>
          </a:p>
          <a:p>
            <a:r>
              <a:rPr lang="en-GB" b="0" i="0" dirty="0">
                <a:solidFill>
                  <a:srgbClr val="454545"/>
                </a:solidFill>
                <a:effectLst/>
                <a:latin typeface="Verdana" panose="020B0604030504040204" pitchFamily="34" charset="0"/>
              </a:rPr>
              <a:t>The first mechanical computer, created by </a:t>
            </a:r>
            <a:r>
              <a:rPr lang="en-GB" b="0" i="0" u="none" strike="noStrike" dirty="0">
                <a:solidFill>
                  <a:srgbClr val="2572CB"/>
                </a:solidFill>
                <a:effectLst/>
                <a:latin typeface="Verdana" panose="020B0604030504040204" pitchFamily="34" charset="0"/>
                <a:hlinkClick r:id="rId3"/>
              </a:rPr>
              <a:t>Charles Babbage</a:t>
            </a:r>
            <a:r>
              <a:rPr lang="en-GB" b="0" i="0" dirty="0">
                <a:solidFill>
                  <a:srgbClr val="454545"/>
                </a:solidFill>
                <a:effectLst/>
                <a:latin typeface="Verdana" panose="020B0604030504040204" pitchFamily="34" charset="0"/>
              </a:rPr>
              <a:t> in </a:t>
            </a:r>
            <a:r>
              <a:rPr lang="en-GB" b="0" i="0" u="none" strike="noStrike" dirty="0">
                <a:solidFill>
                  <a:srgbClr val="2572CB"/>
                </a:solidFill>
                <a:effectLst/>
                <a:latin typeface="Verdana" panose="020B0604030504040204" pitchFamily="34" charset="0"/>
                <a:hlinkClick r:id="rId4"/>
              </a:rPr>
              <a:t>1822</a:t>
            </a:r>
            <a:r>
              <a:rPr lang="en-GB" b="0" i="0" u="none" strike="noStrike" dirty="0">
                <a:solidFill>
                  <a:srgbClr val="454545"/>
                </a:solidFill>
                <a:effectLst/>
                <a:latin typeface="Verdana" panose="020B0604030504040204" pitchFamily="34" charset="0"/>
              </a:rPr>
              <a:t> was </a:t>
            </a:r>
            <a:r>
              <a:rPr lang="en-GB" b="0" i="0" dirty="0">
                <a:solidFill>
                  <a:srgbClr val="202124"/>
                </a:solidFill>
                <a:effectLst/>
                <a:latin typeface="arial" panose="020B0604020202020204" pitchFamily="34" charset="0"/>
              </a:rPr>
              <a:t>Analytical Engine</a:t>
            </a:r>
            <a:endParaRPr lang="en-GB" b="0" i="0" dirty="0">
              <a:solidFill>
                <a:srgbClr val="454545"/>
              </a:solidFill>
              <a:effectLst/>
              <a:latin typeface="Verdana" panose="020B0604030504040204" pitchFamily="34" charset="0"/>
            </a:endParaRPr>
          </a:p>
        </p:txBody>
      </p:sp>
      <p:sp>
        <p:nvSpPr>
          <p:cNvPr id="4" name="Slide Number Placeholder 3"/>
          <p:cNvSpPr>
            <a:spLocks noGrp="1"/>
          </p:cNvSpPr>
          <p:nvPr>
            <p:ph type="sldNum" sz="quarter" idx="5"/>
          </p:nvPr>
        </p:nvSpPr>
        <p:spPr/>
        <p:txBody>
          <a:bodyPr/>
          <a:lstStyle/>
          <a:p>
            <a:pPr>
              <a:defRPr/>
            </a:pPr>
            <a:fld id="{B1F781F4-099F-4112-9B1E-8A4E4163911A}" type="slidenum">
              <a:rPr lang="en-US" smtClean="0"/>
              <a:pPr>
                <a:defRPr/>
              </a:pPr>
              <a:t>4</a:t>
            </a:fld>
            <a:endParaRPr lang="en-US" dirty="0"/>
          </a:p>
        </p:txBody>
      </p:sp>
    </p:spTree>
    <p:extLst>
      <p:ext uri="{BB962C8B-B14F-4D97-AF65-F5344CB8AC3E}">
        <p14:creationId xmlns:p14="http://schemas.microsoft.com/office/powerpoint/2010/main" val="8572458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Computer architecture refers to the design and organization of a computer system, including its components and the way they interact. Understanding the fundamentals of computer architecture is essential for both hardware and software developers</a:t>
            </a:r>
            <a:endParaRPr lang="en-GB" dirty="0"/>
          </a:p>
        </p:txBody>
      </p:sp>
      <p:sp>
        <p:nvSpPr>
          <p:cNvPr id="4" name="Slide Number Placeholder 3"/>
          <p:cNvSpPr>
            <a:spLocks noGrp="1"/>
          </p:cNvSpPr>
          <p:nvPr>
            <p:ph type="sldNum" sz="quarter" idx="5"/>
          </p:nvPr>
        </p:nvSpPr>
        <p:spPr/>
        <p:txBody>
          <a:bodyPr/>
          <a:lstStyle/>
          <a:p>
            <a:pPr>
              <a:defRPr/>
            </a:pPr>
            <a:fld id="{B1F781F4-099F-4112-9B1E-8A4E4163911A}" type="slidenum">
              <a:rPr lang="en-US" smtClean="0"/>
              <a:pPr>
                <a:defRPr/>
              </a:pPr>
              <a:t>5</a:t>
            </a:fld>
            <a:endParaRPr lang="en-US" dirty="0"/>
          </a:p>
        </p:txBody>
      </p:sp>
    </p:spTree>
    <p:extLst>
      <p:ext uri="{BB962C8B-B14F-4D97-AF65-F5344CB8AC3E}">
        <p14:creationId xmlns:p14="http://schemas.microsoft.com/office/powerpoint/2010/main" val="26248905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a:buFont typeface="+mj-lt"/>
              <a:buAutoNum type="arabicPeriod"/>
            </a:pPr>
            <a:r>
              <a:rPr lang="en-US" b="0" i="0" dirty="0">
                <a:solidFill>
                  <a:srgbClr val="13343B"/>
                </a:solidFill>
                <a:effectLst/>
                <a:latin typeface="__fkGroteskNeue_532e43"/>
              </a:rPr>
              <a:t>The different types of computer architecture include:</a:t>
            </a:r>
            <a:endParaRPr lang="en-US" b="1" i="0" u="none" strike="noStrike" dirty="0">
              <a:solidFill>
                <a:srgbClr val="13343B"/>
              </a:solidFill>
              <a:effectLst/>
              <a:latin typeface="var(--font-berkeley-mono)"/>
              <a:hlinkClick r:id="rId3"/>
            </a:endParaRPr>
          </a:p>
          <a:p>
            <a:pPr algn="ctr">
              <a:buFont typeface="+mj-lt"/>
              <a:buNone/>
            </a:pPr>
            <a:endParaRPr lang="en-US" b="1" i="0" u="none" strike="noStrike" dirty="0">
              <a:solidFill>
                <a:srgbClr val="13343B"/>
              </a:solidFill>
              <a:effectLst/>
              <a:latin typeface="var(--font-berkeley-mono)"/>
              <a:hlinkClick r:id="rId4"/>
            </a:endParaRPr>
          </a:p>
          <a:p>
            <a:pPr algn="l">
              <a:buFont typeface="+mj-lt"/>
              <a:buAutoNum type="arabicPeriod"/>
            </a:pPr>
            <a:r>
              <a:rPr lang="en-US" b="0" i="0" dirty="0">
                <a:solidFill>
                  <a:srgbClr val="13343B"/>
                </a:solidFill>
                <a:effectLst/>
                <a:latin typeface="__fkGroteskNeue_532e43"/>
              </a:rPr>
              <a:t> </a:t>
            </a:r>
            <a:r>
              <a:rPr lang="en-US" b="1" i="0" dirty="0">
                <a:solidFill>
                  <a:srgbClr val="13343B"/>
                </a:solidFill>
                <a:effectLst/>
                <a:latin typeface="__fkGroteskNeue_532e43"/>
              </a:rPr>
              <a:t>Von Neumann Architecture: </a:t>
            </a:r>
            <a:r>
              <a:rPr lang="en-US" b="0" i="0" dirty="0">
                <a:solidFill>
                  <a:srgbClr val="13343B"/>
                </a:solidFill>
                <a:effectLst/>
                <a:latin typeface="__fkGroteskNeue_532e43"/>
              </a:rPr>
              <a:t>This is the traditional computer architecture that uses a single bus to transfer data. It has a unified memory for data and instructions</a:t>
            </a:r>
          </a:p>
          <a:p>
            <a:pPr algn="ctr">
              <a:buFont typeface="+mj-lt"/>
              <a:buAutoNum type="arabicPeriod"/>
            </a:pPr>
            <a:r>
              <a:rPr lang="en-US" b="1" i="0" dirty="0">
                <a:solidFill>
                  <a:srgbClr val="13343B"/>
                </a:solidFill>
                <a:effectLst/>
                <a:latin typeface="__fkGroteskNeue_532e43"/>
              </a:rPr>
              <a:t>Harvard Architecture</a:t>
            </a:r>
            <a:r>
              <a:rPr lang="en-US" b="0" i="0" dirty="0">
                <a:solidFill>
                  <a:srgbClr val="13343B"/>
                </a:solidFill>
                <a:effectLst/>
                <a:latin typeface="__fkGroteskNeue_532e43"/>
              </a:rPr>
              <a:t>: This type of architecture uses separate memory spaces for data and instructions, allowing for parallel fetching and execution.</a:t>
            </a:r>
          </a:p>
          <a:p>
            <a:pPr algn="ctr">
              <a:buFont typeface="+mj-lt"/>
              <a:buAutoNum type="arabicPeriod"/>
            </a:pPr>
            <a:r>
              <a:rPr lang="en-US" b="1" i="0" dirty="0">
                <a:solidFill>
                  <a:srgbClr val="13343B"/>
                </a:solidFill>
                <a:effectLst/>
                <a:latin typeface="__fkGroteskNeue_532e43"/>
              </a:rPr>
              <a:t>Modified Harvard Architecture</a:t>
            </a:r>
            <a:r>
              <a:rPr lang="en-US" b="0" i="0" dirty="0">
                <a:solidFill>
                  <a:srgbClr val="13343B"/>
                </a:solidFill>
                <a:effectLst/>
                <a:latin typeface="__fkGroteskNeue_532e43"/>
              </a:rPr>
              <a:t>: This is a variation of the Harvard architecture that allows the CPU to access multiple memory banks at the same time</a:t>
            </a:r>
            <a:endParaRPr lang="en-US" b="1" i="0" u="none" strike="noStrike" dirty="0">
              <a:solidFill>
                <a:srgbClr val="13343B"/>
              </a:solidFill>
              <a:effectLst/>
              <a:latin typeface="var(--font-berkeley-mono)"/>
              <a:hlinkClick r:id="rId3"/>
            </a:endParaRPr>
          </a:p>
          <a:p>
            <a:pPr algn="l">
              <a:buFont typeface="+mj-lt"/>
              <a:buAutoNum type="arabicPeriod"/>
            </a:pPr>
            <a:r>
              <a:rPr lang="en-US" b="0" i="0" dirty="0">
                <a:solidFill>
                  <a:srgbClr val="13343B"/>
                </a:solidFill>
                <a:effectLst/>
                <a:latin typeface="__fkGroteskNeue_532e43"/>
              </a:rPr>
              <a:t>.</a:t>
            </a:r>
            <a:r>
              <a:rPr lang="en-US" b="1" i="0" dirty="0">
                <a:solidFill>
                  <a:srgbClr val="13343B"/>
                </a:solidFill>
                <a:effectLst/>
                <a:latin typeface="__fkGroteskNeue_532e43"/>
              </a:rPr>
              <a:t>RISC (Reduced Instruction Set Computer) Architecture: </a:t>
            </a:r>
            <a:r>
              <a:rPr lang="en-US" b="0" i="0" dirty="0">
                <a:solidFill>
                  <a:srgbClr val="13343B"/>
                </a:solidFill>
                <a:effectLst/>
                <a:latin typeface="__fkGroteskNeue_532e43"/>
              </a:rPr>
              <a:t>RISC architectures have a small set of simple and general instructions, aiming to execute them at a high speed</a:t>
            </a:r>
            <a:endParaRPr lang="en-US" b="1" i="0" u="none" strike="noStrike" dirty="0">
              <a:solidFill>
                <a:srgbClr val="13343B"/>
              </a:solidFill>
              <a:effectLst/>
              <a:latin typeface="var(--font-berkeley-mono)"/>
              <a:hlinkClick r:id="rId3"/>
            </a:endParaRPr>
          </a:p>
          <a:p>
            <a:pPr algn="l">
              <a:buFont typeface="+mj-lt"/>
              <a:buAutoNum type="arabicPeriod"/>
            </a:pPr>
            <a:endParaRPr lang="en-US" b="0" i="0" dirty="0">
              <a:solidFill>
                <a:srgbClr val="13343B"/>
              </a:solidFill>
              <a:effectLst/>
              <a:latin typeface="__fkGroteskNeue_532e43"/>
            </a:endParaRPr>
          </a:p>
          <a:p>
            <a:pPr algn="ctr">
              <a:buFont typeface="+mj-lt"/>
              <a:buAutoNum type="arabicPeriod"/>
            </a:pPr>
            <a:r>
              <a:rPr lang="en-US" b="1" i="0" dirty="0">
                <a:solidFill>
                  <a:srgbClr val="13343B"/>
                </a:solidFill>
                <a:effectLst/>
                <a:latin typeface="__fkGroteskNeue_532e43"/>
              </a:rPr>
              <a:t>CISC (Complex Instruction Set Computer) Architecture</a:t>
            </a:r>
            <a:r>
              <a:rPr lang="en-US" b="0" i="0" dirty="0">
                <a:solidFill>
                  <a:srgbClr val="13343B"/>
                </a:solidFill>
                <a:effectLst/>
                <a:latin typeface="__fkGroteskNeue_532e43"/>
              </a:rPr>
              <a:t>: CISC architectures have a large set of complex and specialized instructions</a:t>
            </a:r>
            <a:endParaRPr lang="en-US" b="1" i="0" u="none" strike="noStrike" dirty="0">
              <a:solidFill>
                <a:srgbClr val="13343B"/>
              </a:solidFill>
              <a:effectLst/>
              <a:latin typeface="var(--font-berkeley-mono)"/>
              <a:hlinkClick r:id="rId3"/>
            </a:endParaRPr>
          </a:p>
          <a:p>
            <a:pPr algn="l">
              <a:buFont typeface="+mj-lt"/>
              <a:buNone/>
            </a:pPr>
            <a:endParaRPr lang="en-US" b="0" i="0" dirty="0">
              <a:solidFill>
                <a:srgbClr val="13343B"/>
              </a:solidFill>
              <a:effectLst/>
              <a:latin typeface="__fkGroteskNeue_532e43"/>
            </a:endParaRPr>
          </a:p>
          <a:p>
            <a:r>
              <a:rPr lang="en-US" b="0" i="0" dirty="0">
                <a:solidFill>
                  <a:srgbClr val="13343B"/>
                </a:solidFill>
                <a:effectLst/>
                <a:latin typeface="__fkGroteskNeue_532e43"/>
              </a:rPr>
              <a:t>These different types of computer architecture have their own advantages and trade-offs, and modern computers often use a combination of them to achieve the best system performance</a:t>
            </a:r>
            <a:endParaRPr lang="en-GB" dirty="0"/>
          </a:p>
        </p:txBody>
      </p:sp>
      <p:sp>
        <p:nvSpPr>
          <p:cNvPr id="4" name="Slide Number Placeholder 3"/>
          <p:cNvSpPr>
            <a:spLocks noGrp="1"/>
          </p:cNvSpPr>
          <p:nvPr>
            <p:ph type="sldNum" sz="quarter" idx="5"/>
          </p:nvPr>
        </p:nvSpPr>
        <p:spPr/>
        <p:txBody>
          <a:bodyPr/>
          <a:lstStyle/>
          <a:p>
            <a:pPr>
              <a:defRPr/>
            </a:pPr>
            <a:fld id="{B1F781F4-099F-4112-9B1E-8A4E4163911A}" type="slidenum">
              <a:rPr lang="en-US" smtClean="0"/>
              <a:pPr>
                <a:defRPr/>
              </a:pPr>
              <a:t>6</a:t>
            </a:fld>
            <a:endParaRPr lang="en-US" dirty="0"/>
          </a:p>
        </p:txBody>
      </p:sp>
    </p:spTree>
    <p:extLst>
      <p:ext uri="{BB962C8B-B14F-4D97-AF65-F5344CB8AC3E}">
        <p14:creationId xmlns:p14="http://schemas.microsoft.com/office/powerpoint/2010/main" val="1361978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pPr algn="l"/>
            <a:r>
              <a:rPr lang="en-US" b="0" i="0" dirty="0">
                <a:solidFill>
                  <a:srgbClr val="374151"/>
                </a:solidFill>
                <a:effectLst/>
                <a:latin typeface="Söhne"/>
              </a:rPr>
              <a:t>key concepts and components associated with computer architecture:</a:t>
            </a:r>
          </a:p>
          <a:p>
            <a:pPr algn="l"/>
            <a:r>
              <a:rPr lang="en-US" b="1" i="0" dirty="0">
                <a:effectLst/>
                <a:latin typeface="Söhne"/>
              </a:rPr>
              <a:t>1. Instruction Set Architecture (ISA):</a:t>
            </a:r>
          </a:p>
          <a:p>
            <a:pPr algn="l">
              <a:buFont typeface="Arial" panose="020B0604020202020204" pitchFamily="34" charset="0"/>
              <a:buChar char="•"/>
            </a:pPr>
            <a:r>
              <a:rPr lang="en-US" b="0" i="0" dirty="0">
                <a:solidFill>
                  <a:srgbClr val="374151"/>
                </a:solidFill>
                <a:effectLst/>
                <a:latin typeface="Söhne"/>
              </a:rPr>
              <a:t>ISA defines the set of instructions that a CPU can execute. It serves as an interface between hardware and software.</a:t>
            </a:r>
          </a:p>
          <a:p>
            <a:pPr algn="l"/>
            <a:r>
              <a:rPr lang="en-US" b="1" i="0" dirty="0">
                <a:effectLst/>
                <a:latin typeface="Söhne"/>
              </a:rPr>
              <a:t>2. Central Processing Unit (CPU):</a:t>
            </a:r>
          </a:p>
          <a:p>
            <a:pPr algn="l">
              <a:buFont typeface="Arial" panose="020B0604020202020204" pitchFamily="34" charset="0"/>
              <a:buChar char="•"/>
            </a:pPr>
            <a:r>
              <a:rPr lang="en-US" b="0" i="0" dirty="0">
                <a:solidFill>
                  <a:srgbClr val="374151"/>
                </a:solidFill>
                <a:effectLst/>
                <a:latin typeface="Söhne"/>
              </a:rPr>
              <a:t>The CPU is the core component responsible for executing instructions. It consists of the control unit, arithmetic logic unit (ALU), and registers.</a:t>
            </a:r>
          </a:p>
          <a:p>
            <a:pPr algn="l"/>
            <a:r>
              <a:rPr lang="en-US" b="1" i="0" dirty="0">
                <a:effectLst/>
                <a:latin typeface="Söhne"/>
              </a:rPr>
              <a:t>3. Memory Hierarchy:</a:t>
            </a:r>
          </a:p>
          <a:p>
            <a:pPr algn="l">
              <a:buFont typeface="Arial" panose="020B0604020202020204" pitchFamily="34" charset="0"/>
              <a:buChar char="•"/>
            </a:pPr>
            <a:r>
              <a:rPr lang="en-US" b="0" i="0" dirty="0">
                <a:solidFill>
                  <a:srgbClr val="374151"/>
                </a:solidFill>
                <a:effectLst/>
                <a:latin typeface="Söhne"/>
              </a:rPr>
              <a:t>Different levels of memory with varying speeds and sizes, including registers, cache, main memory (RAM), and secondary storage (e.g., hard drives). The memory hierarchy is crucial for balancing speed and capacity.</a:t>
            </a:r>
          </a:p>
          <a:p>
            <a:pPr algn="l"/>
            <a:r>
              <a:rPr lang="en-US" b="1" i="0" dirty="0">
                <a:effectLst/>
                <a:latin typeface="Söhne"/>
              </a:rPr>
              <a:t>4. Bus System:</a:t>
            </a:r>
          </a:p>
          <a:p>
            <a:pPr algn="l">
              <a:buFont typeface="Arial" panose="020B0604020202020204" pitchFamily="34" charset="0"/>
              <a:buChar char="•"/>
            </a:pPr>
            <a:r>
              <a:rPr lang="en-US" b="0" i="0" dirty="0">
                <a:solidFill>
                  <a:srgbClr val="374151"/>
                </a:solidFill>
                <a:effectLst/>
                <a:latin typeface="Söhne"/>
              </a:rPr>
              <a:t>Buses are communication pathways that transfer data between components like the CPU, memory, and peripherals.</a:t>
            </a:r>
          </a:p>
          <a:p>
            <a:pPr algn="l"/>
            <a:r>
              <a:rPr lang="en-US" b="1" i="0" dirty="0">
                <a:effectLst/>
                <a:latin typeface="Söhne"/>
              </a:rPr>
              <a:t>5. Registers:</a:t>
            </a:r>
          </a:p>
          <a:p>
            <a:pPr algn="l">
              <a:buFont typeface="Arial" panose="020B0604020202020204" pitchFamily="34" charset="0"/>
              <a:buChar char="•"/>
            </a:pPr>
            <a:r>
              <a:rPr lang="en-US" b="0" i="0" dirty="0">
                <a:solidFill>
                  <a:srgbClr val="374151"/>
                </a:solidFill>
                <a:effectLst/>
                <a:latin typeface="Söhne"/>
              </a:rPr>
              <a:t>Small, high-speed storage locations within the CPU that store data temporarily during program execution.</a:t>
            </a:r>
          </a:p>
          <a:p>
            <a:pPr algn="l"/>
            <a:r>
              <a:rPr lang="en-US" b="1" i="0" dirty="0">
                <a:effectLst/>
                <a:latin typeface="Söhne"/>
              </a:rPr>
              <a:t>6. Pipeline Architecture:</a:t>
            </a:r>
          </a:p>
          <a:p>
            <a:pPr algn="l">
              <a:buFont typeface="Arial" panose="020B0604020202020204" pitchFamily="34" charset="0"/>
              <a:buChar char="•"/>
            </a:pPr>
            <a:r>
              <a:rPr lang="en-US" b="0" i="0" dirty="0">
                <a:solidFill>
                  <a:srgbClr val="374151"/>
                </a:solidFill>
                <a:effectLst/>
                <a:latin typeface="Söhne"/>
              </a:rPr>
              <a:t>The pipeline allows the CPU to overlap the execution of multiple instructions, improving overall performance.</a:t>
            </a:r>
          </a:p>
          <a:p>
            <a:pPr algn="l"/>
            <a:r>
              <a:rPr lang="en-US" b="1" i="0" dirty="0">
                <a:effectLst/>
                <a:latin typeface="Söhne"/>
              </a:rPr>
              <a:t>7. Clock and Clock Cycle:</a:t>
            </a:r>
          </a:p>
          <a:p>
            <a:pPr algn="l">
              <a:buFont typeface="Arial" panose="020B0604020202020204" pitchFamily="34" charset="0"/>
              <a:buChar char="•"/>
            </a:pPr>
            <a:r>
              <a:rPr lang="en-US" b="0" i="0" dirty="0">
                <a:solidFill>
                  <a:srgbClr val="374151"/>
                </a:solidFill>
                <a:effectLst/>
                <a:latin typeface="Söhne"/>
              </a:rPr>
              <a:t>The clock regulates the pace of operations in a computer. The clock cycle is the unit of time used by the clock.</a:t>
            </a:r>
          </a:p>
          <a:p>
            <a:pPr algn="l"/>
            <a:r>
              <a:rPr lang="en-US" b="1" i="0" dirty="0">
                <a:effectLst/>
                <a:latin typeface="Söhne"/>
              </a:rPr>
              <a:t>8. Cache Memory:</a:t>
            </a:r>
          </a:p>
          <a:p>
            <a:pPr algn="l">
              <a:buFont typeface="Arial" panose="020B0604020202020204" pitchFamily="34" charset="0"/>
              <a:buChar char="•"/>
            </a:pPr>
            <a:r>
              <a:rPr lang="en-US" b="0" i="0" dirty="0">
                <a:solidFill>
                  <a:srgbClr val="374151"/>
                </a:solidFill>
                <a:effectLst/>
                <a:latin typeface="Söhne"/>
              </a:rPr>
              <a:t>High-speed, small-sized memory units that store frequently used data to reduce access times and improve CPU performance.</a:t>
            </a:r>
          </a:p>
          <a:p>
            <a:pPr algn="l"/>
            <a:r>
              <a:rPr lang="en-US" b="1" i="0" dirty="0">
                <a:effectLst/>
                <a:latin typeface="Söhne"/>
              </a:rPr>
              <a:t>9. Input/Output (I/O):</a:t>
            </a:r>
          </a:p>
          <a:p>
            <a:pPr algn="l">
              <a:buFont typeface="Arial" panose="020B0604020202020204" pitchFamily="34" charset="0"/>
              <a:buChar char="•"/>
            </a:pPr>
            <a:r>
              <a:rPr lang="en-US" b="0" i="0" dirty="0">
                <a:solidFill>
                  <a:srgbClr val="374151"/>
                </a:solidFill>
                <a:effectLst/>
                <a:latin typeface="Söhne"/>
              </a:rPr>
              <a:t>Mechanisms for communication between the computer and external devices, including buses, controllers, and ports.</a:t>
            </a:r>
          </a:p>
          <a:p>
            <a:pPr algn="l"/>
            <a:r>
              <a:rPr lang="en-US" b="1" i="0" dirty="0">
                <a:effectLst/>
                <a:latin typeface="Söhne"/>
              </a:rPr>
              <a:t>10. Parallel Processing:</a:t>
            </a:r>
          </a:p>
          <a:p>
            <a:pPr algn="l">
              <a:buFont typeface="Arial" panose="020B0604020202020204" pitchFamily="34" charset="0"/>
              <a:buChar char="•"/>
            </a:pPr>
            <a:r>
              <a:rPr lang="en-US" b="0" i="0" dirty="0">
                <a:solidFill>
                  <a:srgbClr val="374151"/>
                </a:solidFill>
                <a:effectLst/>
                <a:latin typeface="Söhne"/>
              </a:rPr>
              <a:t>The use of multiple processors or cores to execute instructions concurrently, improving overall system performance.</a:t>
            </a:r>
          </a:p>
          <a:p>
            <a:pPr algn="l"/>
            <a:r>
              <a:rPr lang="en-US" b="1" i="0" dirty="0">
                <a:effectLst/>
                <a:latin typeface="Söhne"/>
              </a:rPr>
              <a:t>11. Pipelining and Superscalar Architecture:</a:t>
            </a:r>
          </a:p>
          <a:p>
            <a:pPr algn="l">
              <a:buFont typeface="Arial" panose="020B0604020202020204" pitchFamily="34" charset="0"/>
              <a:buChar char="•"/>
            </a:pPr>
            <a:r>
              <a:rPr lang="en-US" b="0" i="0" dirty="0">
                <a:solidFill>
                  <a:srgbClr val="374151"/>
                </a:solidFill>
                <a:effectLst/>
                <a:latin typeface="Söhne"/>
              </a:rPr>
              <a:t>Pipelining involves breaking down instruction execution into stages, while superscalar architecture allows multiple instruction pipelines.</a:t>
            </a:r>
          </a:p>
          <a:p>
            <a:pPr algn="l"/>
            <a:r>
              <a:rPr lang="en-US" b="1" i="0" dirty="0">
                <a:effectLst/>
                <a:latin typeface="Söhne"/>
              </a:rPr>
              <a:t>12. Memory Management:</a:t>
            </a:r>
          </a:p>
          <a:p>
            <a:pPr algn="l">
              <a:buFont typeface="Arial" panose="020B0604020202020204" pitchFamily="34" charset="0"/>
              <a:buChar char="•"/>
            </a:pPr>
            <a:r>
              <a:rPr lang="en-US" b="0" i="0" dirty="0">
                <a:solidFill>
                  <a:srgbClr val="374151"/>
                </a:solidFill>
                <a:effectLst/>
                <a:latin typeface="Söhne"/>
              </a:rPr>
              <a:t>Techniques for managing memory resources efficiently, including virtual memory and memory addressing.</a:t>
            </a:r>
          </a:p>
          <a:p>
            <a:pPr algn="l"/>
            <a:r>
              <a:rPr lang="en-US" b="1" i="0" dirty="0">
                <a:effectLst/>
                <a:latin typeface="Söhne"/>
              </a:rPr>
              <a:t>13. Multiprocessing and Multithreading:</a:t>
            </a:r>
          </a:p>
          <a:p>
            <a:pPr algn="l">
              <a:buFont typeface="Arial" panose="020B0604020202020204" pitchFamily="34" charset="0"/>
              <a:buChar char="•"/>
            </a:pPr>
            <a:r>
              <a:rPr lang="en-US" b="0" i="0" dirty="0">
                <a:solidFill>
                  <a:srgbClr val="374151"/>
                </a:solidFill>
                <a:effectLst/>
                <a:latin typeface="Söhne"/>
              </a:rPr>
              <a:t>Multiprocessing involves the use of multiple processors, while multithreading allows a single processor to execute multiple threads concurrently.</a:t>
            </a:r>
          </a:p>
          <a:p>
            <a:pPr algn="l"/>
            <a:r>
              <a:rPr lang="en-US" b="1" i="0" dirty="0">
                <a:effectLst/>
                <a:latin typeface="Söhne"/>
              </a:rPr>
              <a:t>14. System Bus and I/O Bus:</a:t>
            </a:r>
          </a:p>
          <a:p>
            <a:pPr algn="l">
              <a:buFont typeface="Arial" panose="020B0604020202020204" pitchFamily="34" charset="0"/>
              <a:buChar char="•"/>
            </a:pPr>
            <a:r>
              <a:rPr lang="en-US" b="0" i="0" dirty="0">
                <a:solidFill>
                  <a:srgbClr val="374151"/>
                </a:solidFill>
                <a:effectLst/>
                <a:latin typeface="Söhne"/>
              </a:rPr>
              <a:t>The system bus connects major internal components, while the I/O bus handles communication with peripheral devices.</a:t>
            </a:r>
          </a:p>
          <a:p>
            <a:pPr algn="l"/>
            <a:r>
              <a:rPr lang="en-US" b="1" i="0" dirty="0">
                <a:effectLst/>
                <a:latin typeface="Söhne"/>
              </a:rPr>
              <a:t>15. Instruction Execution Cycle:</a:t>
            </a:r>
          </a:p>
          <a:p>
            <a:pPr algn="l">
              <a:buFont typeface="Arial" panose="020B0604020202020204" pitchFamily="34" charset="0"/>
              <a:buChar char="•"/>
            </a:pPr>
            <a:r>
              <a:rPr lang="en-US" b="0" i="0" dirty="0">
                <a:solidFill>
                  <a:srgbClr val="374151"/>
                </a:solidFill>
                <a:effectLst/>
                <a:latin typeface="Söhne"/>
              </a:rPr>
              <a:t>Fetch, decode, execute, and write back are the fundamental stages of the instruction execution cycle.</a:t>
            </a:r>
          </a:p>
          <a:p>
            <a:endParaRPr lang="en-GB" dirty="0"/>
          </a:p>
        </p:txBody>
      </p:sp>
      <p:sp>
        <p:nvSpPr>
          <p:cNvPr id="4" name="Slide Number Placeholder 3"/>
          <p:cNvSpPr>
            <a:spLocks noGrp="1"/>
          </p:cNvSpPr>
          <p:nvPr>
            <p:ph type="sldNum" sz="quarter" idx="5"/>
          </p:nvPr>
        </p:nvSpPr>
        <p:spPr/>
        <p:txBody>
          <a:bodyPr/>
          <a:lstStyle/>
          <a:p>
            <a:pPr>
              <a:defRPr/>
            </a:pPr>
            <a:fld id="{B1F781F4-099F-4112-9B1E-8A4E4163911A}" type="slidenum">
              <a:rPr lang="en-US" smtClean="0"/>
              <a:pPr>
                <a:defRPr/>
              </a:pPr>
              <a:t>7</a:t>
            </a:fld>
            <a:endParaRPr lang="en-US" dirty="0"/>
          </a:p>
        </p:txBody>
      </p:sp>
    </p:spTree>
    <p:extLst>
      <p:ext uri="{BB962C8B-B14F-4D97-AF65-F5344CB8AC3E}">
        <p14:creationId xmlns:p14="http://schemas.microsoft.com/office/powerpoint/2010/main" val="10817260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 </a:t>
            </a:r>
            <a:r>
              <a:rPr lang="en-GB" b="0" i="0" dirty="0">
                <a:solidFill>
                  <a:srgbClr val="202124"/>
                </a:solidFill>
                <a:effectLst/>
                <a:latin typeface="arial" panose="020B0604020202020204" pitchFamily="34" charset="0"/>
              </a:rPr>
              <a:t>The three most common operating systems for personal computers are </a:t>
            </a:r>
            <a:r>
              <a:rPr lang="en-GB" b="1" i="0" dirty="0">
                <a:solidFill>
                  <a:srgbClr val="202124"/>
                </a:solidFill>
                <a:effectLst/>
                <a:latin typeface="arial" panose="020B0604020202020204" pitchFamily="34" charset="0"/>
              </a:rPr>
              <a:t>Microsoft Windows, macOS, and Linux</a:t>
            </a:r>
            <a:r>
              <a:rPr lang="en-GB" b="0" i="0" dirty="0">
                <a:solidFill>
                  <a:srgbClr val="202124"/>
                </a:solidFill>
                <a:effectLst/>
                <a:latin typeface="arial" panose="020B0604020202020204" pitchFamily="34" charset="0"/>
              </a:rPr>
              <a:t>.</a:t>
            </a:r>
            <a:endParaRPr lang="en-US" sz="1200" kern="1200" baseline="0" dirty="0">
              <a:solidFill>
                <a:schemeClr val="tx1"/>
              </a:solidFill>
              <a:latin typeface="+mn-lt"/>
              <a:ea typeface="+mn-ea"/>
              <a:cs typeface="+mn-cs"/>
            </a:endParaRP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Convenience</a:t>
            </a:r>
            <a:r>
              <a:rPr lang="en-US" sz="1200" b="0" kern="1200" baseline="0" dirty="0">
                <a:solidFill>
                  <a:schemeClr val="tx1"/>
                </a:solidFill>
                <a:latin typeface="+mn-lt"/>
                <a:ea typeface="+mn-ea"/>
                <a:cs typeface="+mn-cs"/>
              </a:rPr>
              <a:t>: An OS makes a computer more convenient to use.</a:t>
            </a: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Efficiency: </a:t>
            </a:r>
            <a:r>
              <a:rPr lang="en-US" sz="1200" b="0" kern="1200" baseline="0" dirty="0">
                <a:solidFill>
                  <a:schemeClr val="tx1"/>
                </a:solidFill>
                <a:latin typeface="+mn-lt"/>
                <a:ea typeface="+mn-ea"/>
                <a:cs typeface="+mn-cs"/>
              </a:rPr>
              <a:t>An OS allows the computer system resources to be used in an efficient</a:t>
            </a:r>
          </a:p>
          <a:p>
            <a:r>
              <a:rPr lang="en-US" sz="1200" kern="1200" baseline="0" dirty="0">
                <a:solidFill>
                  <a:schemeClr val="tx1"/>
                </a:solidFill>
                <a:latin typeface="+mn-lt"/>
                <a:ea typeface="+mn-ea"/>
                <a:cs typeface="+mn-cs"/>
              </a:rPr>
              <a:t>manner.</a:t>
            </a: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Ability to evolve: </a:t>
            </a:r>
            <a:r>
              <a:rPr lang="en-US" sz="1200" b="0" kern="1200" baseline="0" dirty="0">
                <a:solidFill>
                  <a:schemeClr val="tx1"/>
                </a:solidFill>
                <a:latin typeface="+mn-lt"/>
                <a:ea typeface="+mn-ea"/>
                <a:cs typeface="+mn-cs"/>
              </a:rPr>
              <a:t>An OS should be constructed in such a way as to permit the</a:t>
            </a:r>
          </a:p>
          <a:p>
            <a:r>
              <a:rPr lang="en-US" sz="1200" kern="1200" baseline="0" dirty="0">
                <a:solidFill>
                  <a:schemeClr val="tx1"/>
                </a:solidFill>
                <a:latin typeface="+mn-lt"/>
                <a:ea typeface="+mn-ea"/>
                <a:cs typeface="+mn-cs"/>
              </a:rPr>
              <a:t>effective development, testing, and introduction of new system functions without</a:t>
            </a:r>
          </a:p>
          <a:p>
            <a:r>
              <a:rPr lang="en-US" sz="1200" kern="1200" baseline="0" dirty="0">
                <a:solidFill>
                  <a:schemeClr val="tx1"/>
                </a:solidFill>
                <a:latin typeface="+mn-lt"/>
                <a:ea typeface="+mn-ea"/>
                <a:cs typeface="+mn-cs"/>
              </a:rPr>
              <a:t>interfering with service.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8</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lnSpcReduction="10000"/>
          </a:bodyPr>
          <a:lstStyle/>
          <a:p>
            <a:r>
              <a:rPr lang="en-US" sz="1200" kern="1200" baseline="0" dirty="0">
                <a:solidFill>
                  <a:schemeClr val="tx1"/>
                </a:solidFill>
                <a:latin typeface="+mn-lt"/>
                <a:ea typeface="+mn-ea"/>
                <a:cs typeface="+mn-cs"/>
              </a:rPr>
              <a:t>The hardware and software used in providing applications to a user can be viewed in a layered or hierarchical fashion, as depicted in Figure 2.1 . The user of those applications, the end user, generally is not concerned with the details of computer hardware. Thus, the end user views a computer system in terms of a set of applications.</a:t>
            </a:r>
          </a:p>
          <a:p>
            <a:r>
              <a:rPr lang="en-US" sz="1200" kern="1200" baseline="0" dirty="0">
                <a:solidFill>
                  <a:schemeClr val="tx1"/>
                </a:solidFill>
                <a:latin typeface="+mn-lt"/>
                <a:ea typeface="+mn-ea"/>
                <a:cs typeface="+mn-cs"/>
              </a:rPr>
              <a:t>An application can be expressed in a programming language and is developed by an application programmer. If one were to develop an application program as a set of machine instructions that is completely responsible for controlling the computer hardware, one would be faced with an overwhelmingly complex undertaking. </a:t>
            </a:r>
            <a:r>
              <a:rPr lang="en-US" sz="1200" b="1" kern="1200" baseline="0" dirty="0">
                <a:solidFill>
                  <a:schemeClr val="tx1"/>
                </a:solidFill>
                <a:latin typeface="+mn-lt"/>
                <a:ea typeface="+mn-ea"/>
                <a:cs typeface="+mn-cs"/>
              </a:rPr>
              <a:t>To ease this chore, a set of system programs is provided. Some of these programs are referred to as utilities, or library programs</a:t>
            </a:r>
            <a:r>
              <a:rPr lang="en-US" sz="1200" kern="1200" baseline="0" dirty="0">
                <a:solidFill>
                  <a:schemeClr val="tx1"/>
                </a:solidFill>
                <a:latin typeface="+mn-lt"/>
                <a:ea typeface="+mn-ea"/>
                <a:cs typeface="+mn-cs"/>
              </a:rPr>
              <a:t>. These implement frequently used functions that assist in program creation, the management of files, and the control of</a:t>
            </a:r>
          </a:p>
          <a:p>
            <a:r>
              <a:rPr lang="en-US" sz="1200" kern="1200" baseline="0" dirty="0">
                <a:solidFill>
                  <a:schemeClr val="tx1"/>
                </a:solidFill>
                <a:latin typeface="+mn-lt"/>
                <a:ea typeface="+mn-ea"/>
                <a:cs typeface="+mn-cs"/>
              </a:rPr>
              <a:t>I/O devices. </a:t>
            </a:r>
            <a:r>
              <a:rPr lang="en-US" sz="1200" b="1" kern="1200" baseline="0" dirty="0">
                <a:solidFill>
                  <a:schemeClr val="tx1"/>
                </a:solidFill>
                <a:latin typeface="+mn-lt"/>
                <a:ea typeface="+mn-ea"/>
                <a:cs typeface="+mn-cs"/>
              </a:rPr>
              <a:t>A programmer will make use of these facilities in developing an application, and the application, while it is running, will invoke the utilities to perform</a:t>
            </a:r>
          </a:p>
          <a:p>
            <a:r>
              <a:rPr lang="en-US" sz="1200" b="1" kern="1200" baseline="0" dirty="0">
                <a:solidFill>
                  <a:schemeClr val="tx1"/>
                </a:solidFill>
                <a:latin typeface="+mn-lt"/>
                <a:ea typeface="+mn-ea"/>
                <a:cs typeface="+mn-cs"/>
              </a:rPr>
              <a:t>certain functions. </a:t>
            </a:r>
            <a:r>
              <a:rPr lang="en-US" sz="1200" kern="1200" baseline="0" dirty="0">
                <a:solidFill>
                  <a:schemeClr val="tx1"/>
                </a:solidFill>
                <a:latin typeface="+mn-lt"/>
                <a:ea typeface="+mn-ea"/>
                <a:cs typeface="+mn-cs"/>
              </a:rPr>
              <a:t>The most important collection of system programs comprises the</a:t>
            </a:r>
          </a:p>
          <a:p>
            <a:r>
              <a:rPr lang="en-US" sz="1200" kern="1200" baseline="0" dirty="0">
                <a:solidFill>
                  <a:schemeClr val="tx1"/>
                </a:solidFill>
                <a:latin typeface="+mn-lt"/>
                <a:ea typeface="+mn-ea"/>
                <a:cs typeface="+mn-cs"/>
              </a:rPr>
              <a:t>OS. The OS masks the details of the hardware from the programmer and provides</a:t>
            </a:r>
          </a:p>
          <a:p>
            <a:r>
              <a:rPr lang="en-US" sz="1200" kern="1200" baseline="0" dirty="0">
                <a:solidFill>
                  <a:schemeClr val="tx1"/>
                </a:solidFill>
                <a:latin typeface="+mn-lt"/>
                <a:ea typeface="+mn-ea"/>
                <a:cs typeface="+mn-cs"/>
              </a:rPr>
              <a:t>the programmer with a convenient interface for using the system. It acts as mediator,</a:t>
            </a:r>
          </a:p>
          <a:p>
            <a:r>
              <a:rPr lang="en-US" sz="1200" kern="1200" baseline="0" dirty="0">
                <a:solidFill>
                  <a:schemeClr val="tx1"/>
                </a:solidFill>
                <a:latin typeface="+mn-lt"/>
                <a:ea typeface="+mn-ea"/>
                <a:cs typeface="+mn-cs"/>
              </a:rPr>
              <a:t>making it easier for the programmer and for application programs to access and</a:t>
            </a:r>
          </a:p>
          <a:p>
            <a:r>
              <a:rPr lang="en-US" sz="1200" kern="1200" baseline="0" dirty="0">
                <a:solidFill>
                  <a:schemeClr val="tx1"/>
                </a:solidFill>
                <a:latin typeface="+mn-lt"/>
                <a:ea typeface="+mn-ea"/>
                <a:cs typeface="+mn-cs"/>
              </a:rPr>
              <a:t>use those facilities and services.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9</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b="1" kern="1200" baseline="0" dirty="0">
                <a:solidFill>
                  <a:schemeClr val="tx1"/>
                </a:solidFill>
                <a:latin typeface="+mn-lt"/>
                <a:ea typeface="+mn-ea"/>
                <a:cs typeface="+mn-cs"/>
              </a:rPr>
              <a:t>Instruction set architecture (ISA) : The ISA defines the repertoire of machine</a:t>
            </a:r>
          </a:p>
          <a:p>
            <a:r>
              <a:rPr lang="en-US" sz="1200" kern="1200" baseline="0" dirty="0">
                <a:solidFill>
                  <a:schemeClr val="tx1"/>
                </a:solidFill>
                <a:latin typeface="+mn-lt"/>
                <a:ea typeface="+mn-ea"/>
                <a:cs typeface="+mn-cs"/>
              </a:rPr>
              <a:t>language instructions that a computer can follow. This interface is the boundary</a:t>
            </a:r>
          </a:p>
          <a:p>
            <a:r>
              <a:rPr lang="en-US" sz="1200" kern="1200" baseline="0" dirty="0">
                <a:solidFill>
                  <a:schemeClr val="tx1"/>
                </a:solidFill>
                <a:latin typeface="+mn-lt"/>
                <a:ea typeface="+mn-ea"/>
                <a:cs typeface="+mn-cs"/>
              </a:rPr>
              <a:t>between hardware and software. Note that both application programs</a:t>
            </a:r>
          </a:p>
          <a:p>
            <a:r>
              <a:rPr lang="en-US" sz="1200" kern="1200" baseline="0" dirty="0">
                <a:solidFill>
                  <a:schemeClr val="tx1"/>
                </a:solidFill>
                <a:latin typeface="+mn-lt"/>
                <a:ea typeface="+mn-ea"/>
                <a:cs typeface="+mn-cs"/>
              </a:rPr>
              <a:t>and utilities may access the ISA directly. For these programs, a subset of the</a:t>
            </a:r>
          </a:p>
          <a:p>
            <a:r>
              <a:rPr lang="en-US" sz="1200" kern="1200" baseline="0" dirty="0">
                <a:solidFill>
                  <a:schemeClr val="tx1"/>
                </a:solidFill>
                <a:latin typeface="+mn-lt"/>
                <a:ea typeface="+mn-ea"/>
                <a:cs typeface="+mn-cs"/>
              </a:rPr>
              <a:t>instruction repertoire is available (user ISA). The OS has access to additional</a:t>
            </a:r>
          </a:p>
          <a:p>
            <a:r>
              <a:rPr lang="en-US" sz="1200" kern="1200" baseline="0" dirty="0">
                <a:solidFill>
                  <a:schemeClr val="tx1"/>
                </a:solidFill>
                <a:latin typeface="+mn-lt"/>
                <a:ea typeface="+mn-ea"/>
                <a:cs typeface="+mn-cs"/>
              </a:rPr>
              <a:t>machine language instructions that deal with managing system resources</a:t>
            </a:r>
          </a:p>
          <a:p>
            <a:r>
              <a:rPr lang="en-US" sz="1200" kern="1200" baseline="0" dirty="0">
                <a:solidFill>
                  <a:schemeClr val="tx1"/>
                </a:solidFill>
                <a:latin typeface="+mn-lt"/>
                <a:ea typeface="+mn-ea"/>
                <a:cs typeface="+mn-cs"/>
              </a:rPr>
              <a:t>(system ISA).</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Application binary interface (ABI) : The ABI defines a standard for binary</a:t>
            </a:r>
          </a:p>
          <a:p>
            <a:r>
              <a:rPr lang="en-US" sz="1200" kern="1200" baseline="0" dirty="0">
                <a:solidFill>
                  <a:schemeClr val="tx1"/>
                </a:solidFill>
                <a:latin typeface="+mn-lt"/>
                <a:ea typeface="+mn-ea"/>
                <a:cs typeface="+mn-cs"/>
              </a:rPr>
              <a:t>portability across programs. </a:t>
            </a:r>
            <a:r>
              <a:rPr lang="en-GB" b="0" i="0" dirty="0">
                <a:solidFill>
                  <a:srgbClr val="202122"/>
                </a:solidFill>
                <a:effectLst/>
                <a:latin typeface="Arial" panose="020B0604020202020204" pitchFamily="34" charset="0"/>
              </a:rPr>
              <a:t>(</a:t>
            </a:r>
            <a:r>
              <a:rPr lang="en-GB" b="1" i="0" dirty="0">
                <a:solidFill>
                  <a:srgbClr val="202122"/>
                </a:solidFill>
                <a:effectLst/>
                <a:latin typeface="Arial" panose="020B0604020202020204" pitchFamily="34" charset="0"/>
              </a:rPr>
              <a:t>ABI</a:t>
            </a:r>
            <a:r>
              <a:rPr lang="en-GB" b="0" i="0" dirty="0">
                <a:solidFill>
                  <a:srgbClr val="202122"/>
                </a:solidFill>
                <a:effectLst/>
                <a:latin typeface="Arial" panose="020B0604020202020204" pitchFamily="34" charset="0"/>
              </a:rPr>
              <a:t>) is an </a:t>
            </a:r>
            <a:r>
              <a:rPr lang="en-GB" b="0" i="0" u="none" strike="noStrike" dirty="0">
                <a:solidFill>
                  <a:srgbClr val="3366CC"/>
                </a:solidFill>
                <a:effectLst/>
                <a:latin typeface="Arial" panose="020B0604020202020204" pitchFamily="34" charset="0"/>
                <a:hlinkClick r:id="rId3" tooltip="Interface (computing)"/>
              </a:rPr>
              <a:t>interface</a:t>
            </a:r>
            <a:r>
              <a:rPr lang="en-GB" b="0" i="0" dirty="0">
                <a:solidFill>
                  <a:srgbClr val="202122"/>
                </a:solidFill>
                <a:effectLst/>
                <a:latin typeface="Arial" panose="020B0604020202020204" pitchFamily="34" charset="0"/>
              </a:rPr>
              <a:t> between two binary program modules. Often, one of these modules is a </a:t>
            </a:r>
            <a:r>
              <a:rPr lang="en-GB" b="0" i="0" u="none" strike="noStrike" dirty="0">
                <a:solidFill>
                  <a:srgbClr val="3366CC"/>
                </a:solidFill>
                <a:effectLst/>
                <a:latin typeface="Arial" panose="020B0604020202020204" pitchFamily="34" charset="0"/>
                <a:hlinkClick r:id="rId4" tooltip="Library (computing)"/>
              </a:rPr>
              <a:t>library</a:t>
            </a:r>
            <a:r>
              <a:rPr lang="en-GB" b="0" i="0" dirty="0">
                <a:solidFill>
                  <a:srgbClr val="202122"/>
                </a:solidFill>
                <a:effectLst/>
                <a:latin typeface="Arial" panose="020B0604020202020204" pitchFamily="34" charset="0"/>
              </a:rPr>
              <a:t> or </a:t>
            </a:r>
            <a:r>
              <a:rPr lang="en-GB" b="0" i="0" u="none" strike="noStrike" dirty="0">
                <a:solidFill>
                  <a:srgbClr val="3366CC"/>
                </a:solidFill>
                <a:effectLst/>
                <a:latin typeface="Arial" panose="020B0604020202020204" pitchFamily="34" charset="0"/>
                <a:hlinkClick r:id="rId5" tooltip="Operating system"/>
              </a:rPr>
              <a:t>operating system</a:t>
            </a:r>
            <a:r>
              <a:rPr lang="en-GB" b="0" i="0" dirty="0">
                <a:solidFill>
                  <a:srgbClr val="202122"/>
                </a:solidFill>
                <a:effectLst/>
                <a:latin typeface="Arial" panose="020B0604020202020204" pitchFamily="34" charset="0"/>
              </a:rPr>
              <a:t> facility, and the other is a program that is being run by a user. </a:t>
            </a:r>
            <a:r>
              <a:rPr lang="en-US" sz="1200" kern="1200" baseline="0" dirty="0">
                <a:solidFill>
                  <a:schemeClr val="tx1"/>
                </a:solidFill>
                <a:latin typeface="+mn-lt"/>
                <a:ea typeface="+mn-ea"/>
                <a:cs typeface="+mn-cs"/>
              </a:rPr>
              <a:t>The ABI defines the system call interface to</a:t>
            </a:r>
          </a:p>
          <a:p>
            <a:r>
              <a:rPr lang="en-US" sz="1200" kern="1200" baseline="0" dirty="0">
                <a:solidFill>
                  <a:schemeClr val="tx1"/>
                </a:solidFill>
                <a:latin typeface="+mn-lt"/>
                <a:ea typeface="+mn-ea"/>
                <a:cs typeface="+mn-cs"/>
              </a:rPr>
              <a:t>the operating system and the hardware resources and services available in a</a:t>
            </a:r>
          </a:p>
          <a:p>
            <a:r>
              <a:rPr lang="en-US" sz="1200" kern="1200" baseline="0" dirty="0">
                <a:solidFill>
                  <a:schemeClr val="tx1"/>
                </a:solidFill>
                <a:latin typeface="+mn-lt"/>
                <a:ea typeface="+mn-ea"/>
                <a:cs typeface="+mn-cs"/>
              </a:rPr>
              <a:t>system through the user ISA.</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Application programming interface (API) : The API gives a program access</a:t>
            </a:r>
          </a:p>
          <a:p>
            <a:r>
              <a:rPr lang="en-US" sz="1200" kern="1200" baseline="0" dirty="0">
                <a:solidFill>
                  <a:schemeClr val="tx1"/>
                </a:solidFill>
                <a:latin typeface="+mn-lt"/>
                <a:ea typeface="+mn-ea"/>
                <a:cs typeface="+mn-cs"/>
              </a:rPr>
              <a:t>to the hardware resources and services available in a system through the user</a:t>
            </a:r>
          </a:p>
          <a:p>
            <a:r>
              <a:rPr lang="en-US" sz="1200" kern="1200" baseline="0" dirty="0">
                <a:solidFill>
                  <a:schemeClr val="tx1"/>
                </a:solidFill>
                <a:latin typeface="+mn-lt"/>
                <a:ea typeface="+mn-ea"/>
                <a:cs typeface="+mn-cs"/>
              </a:rPr>
              <a:t>ISA supplemented with high-level language (HLL) library calls. Any system</a:t>
            </a:r>
          </a:p>
          <a:p>
            <a:r>
              <a:rPr lang="en-US" sz="1200" kern="1200" baseline="0" dirty="0">
                <a:solidFill>
                  <a:schemeClr val="tx1"/>
                </a:solidFill>
                <a:latin typeface="+mn-lt"/>
                <a:ea typeface="+mn-ea"/>
                <a:cs typeface="+mn-cs"/>
              </a:rPr>
              <a:t>calls are usually performed through libraries. Using an API enables application</a:t>
            </a:r>
          </a:p>
          <a:p>
            <a:r>
              <a:rPr lang="en-US" sz="1200" kern="1200" baseline="0" dirty="0">
                <a:solidFill>
                  <a:schemeClr val="tx1"/>
                </a:solidFill>
                <a:latin typeface="+mn-lt"/>
                <a:ea typeface="+mn-ea"/>
                <a:cs typeface="+mn-cs"/>
              </a:rPr>
              <a:t>software to be ported easily, through recompilation, to other systems that</a:t>
            </a:r>
          </a:p>
          <a:p>
            <a:r>
              <a:rPr lang="en-US" sz="1200" kern="1200" baseline="0" dirty="0">
                <a:solidFill>
                  <a:schemeClr val="tx1"/>
                </a:solidFill>
                <a:latin typeface="+mn-lt"/>
                <a:ea typeface="+mn-ea"/>
                <a:cs typeface="+mn-cs"/>
              </a:rPr>
              <a:t>support the same API.</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1F781F4-099F-4112-9B1E-8A4E4163911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2.2 suggests the main resources that are managed by the OS. A portion</a:t>
            </a:r>
          </a:p>
          <a:p>
            <a:r>
              <a:rPr lang="en-US" sz="1200" kern="1200" baseline="0" dirty="0">
                <a:solidFill>
                  <a:schemeClr val="tx1"/>
                </a:solidFill>
                <a:latin typeface="+mn-lt"/>
                <a:ea typeface="+mn-ea"/>
                <a:cs typeface="+mn-cs"/>
              </a:rPr>
              <a:t>of the OS is in main memory. This includes the </a:t>
            </a:r>
            <a:r>
              <a:rPr lang="en-US" sz="1200" b="1" kern="1200" baseline="0" dirty="0">
                <a:solidFill>
                  <a:schemeClr val="tx1"/>
                </a:solidFill>
                <a:latin typeface="+mn-lt"/>
                <a:ea typeface="+mn-ea"/>
                <a:cs typeface="+mn-cs"/>
              </a:rPr>
              <a:t>kernel , or nucleus , which contains</a:t>
            </a:r>
          </a:p>
          <a:p>
            <a:r>
              <a:rPr lang="en-US" sz="1200" kern="1200" baseline="0" dirty="0">
                <a:solidFill>
                  <a:schemeClr val="tx1"/>
                </a:solidFill>
                <a:latin typeface="+mn-lt"/>
                <a:ea typeface="+mn-ea"/>
                <a:cs typeface="+mn-cs"/>
              </a:rPr>
              <a:t>the most frequently used functions in the OS and, at a given time, other portions</a:t>
            </a:r>
          </a:p>
          <a:p>
            <a:r>
              <a:rPr lang="en-US" sz="1200" kern="1200" baseline="0" dirty="0">
                <a:solidFill>
                  <a:schemeClr val="tx1"/>
                </a:solidFill>
                <a:latin typeface="+mn-lt"/>
                <a:ea typeface="+mn-ea"/>
                <a:cs typeface="+mn-cs"/>
              </a:rPr>
              <a:t>of the OS currently in use. The remainder of main memory contains user programs</a:t>
            </a:r>
          </a:p>
          <a:p>
            <a:r>
              <a:rPr lang="en-US" sz="1200" kern="1200" baseline="0" dirty="0">
                <a:solidFill>
                  <a:schemeClr val="tx1"/>
                </a:solidFill>
                <a:latin typeface="+mn-lt"/>
                <a:ea typeface="+mn-ea"/>
                <a:cs typeface="+mn-cs"/>
              </a:rPr>
              <a:t>and data. The memory management hardware in the </a:t>
            </a:r>
            <a:r>
              <a:rPr lang="en-US" sz="1200" kern="1200" baseline="0" dirty="0">
                <a:solidFill>
                  <a:schemeClr val="tx1"/>
                </a:solidFill>
                <a:highlight>
                  <a:srgbClr val="FFFF00"/>
                </a:highlight>
                <a:latin typeface="+mn-lt"/>
                <a:ea typeface="+mn-ea"/>
                <a:cs typeface="+mn-cs"/>
              </a:rPr>
              <a:t>processor and the OS jointly</a:t>
            </a:r>
          </a:p>
          <a:p>
            <a:r>
              <a:rPr lang="en-US" sz="1200" kern="1200" baseline="0" dirty="0">
                <a:solidFill>
                  <a:schemeClr val="tx1"/>
                </a:solidFill>
                <a:highlight>
                  <a:srgbClr val="FFFF00"/>
                </a:highlight>
                <a:latin typeface="+mn-lt"/>
                <a:ea typeface="+mn-ea"/>
                <a:cs typeface="+mn-cs"/>
              </a:rPr>
              <a:t>control the allocation of main memory, as we shall see. </a:t>
            </a:r>
            <a:r>
              <a:rPr lang="en-US" sz="1200" b="1" kern="1200" baseline="0" dirty="0">
                <a:solidFill>
                  <a:schemeClr val="tx1"/>
                </a:solidFill>
                <a:highlight>
                  <a:srgbClr val="FFFF00"/>
                </a:highlight>
                <a:latin typeface="+mn-lt"/>
                <a:ea typeface="+mn-ea"/>
                <a:cs typeface="+mn-cs"/>
              </a:rPr>
              <a:t>The OS decides when an I/O</a:t>
            </a:r>
          </a:p>
          <a:p>
            <a:r>
              <a:rPr lang="en-US" sz="1200" b="1" kern="1200" baseline="0" dirty="0">
                <a:solidFill>
                  <a:schemeClr val="tx1"/>
                </a:solidFill>
                <a:highlight>
                  <a:srgbClr val="FFFF00"/>
                </a:highlight>
                <a:latin typeface="+mn-lt"/>
                <a:ea typeface="+mn-ea"/>
                <a:cs typeface="+mn-cs"/>
              </a:rPr>
              <a:t>device can be used by a program in execution and controls access to and use of files.</a:t>
            </a:r>
          </a:p>
          <a:p>
            <a:r>
              <a:rPr lang="en-US" sz="1200" b="1" kern="1200" baseline="0" dirty="0">
                <a:solidFill>
                  <a:schemeClr val="tx1"/>
                </a:solidFill>
                <a:highlight>
                  <a:srgbClr val="FFFF00"/>
                </a:highlight>
                <a:latin typeface="+mn-lt"/>
                <a:ea typeface="+mn-ea"/>
                <a:cs typeface="+mn-cs"/>
              </a:rPr>
              <a:t>The processor itself is a resource, and the OS must determine how much processor</a:t>
            </a:r>
          </a:p>
          <a:p>
            <a:r>
              <a:rPr lang="en-US" sz="1200" b="1" kern="1200" baseline="0" dirty="0">
                <a:solidFill>
                  <a:schemeClr val="tx1"/>
                </a:solidFill>
                <a:highlight>
                  <a:srgbClr val="FFFF00"/>
                </a:highlight>
                <a:latin typeface="+mn-lt"/>
                <a:ea typeface="+mn-ea"/>
                <a:cs typeface="+mn-cs"/>
              </a:rPr>
              <a:t>time is to be devoted to the execution of a particular user program</a:t>
            </a:r>
            <a:r>
              <a:rPr lang="en-US" sz="1200" kern="1200" baseline="0" dirty="0">
                <a:solidFill>
                  <a:schemeClr val="tx1"/>
                </a:solidFill>
                <a:latin typeface="+mn-lt"/>
                <a:ea typeface="+mn-ea"/>
                <a:cs typeface="+mn-cs"/>
              </a:rPr>
              <a:t>. In the case of a</a:t>
            </a:r>
          </a:p>
          <a:p>
            <a:r>
              <a:rPr lang="en-US" sz="1200" kern="1200" baseline="0" dirty="0">
                <a:solidFill>
                  <a:schemeClr val="tx1"/>
                </a:solidFill>
                <a:latin typeface="+mn-lt"/>
                <a:ea typeface="+mn-ea"/>
                <a:cs typeface="+mn-cs"/>
              </a:rPr>
              <a:t>multiple-processor system, this decision must span all of the processors.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11</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40000" lnSpcReduction="20000"/>
          </a:bodyPr>
          <a:lstStyle/>
          <a:p>
            <a:r>
              <a:rPr lang="en-US" sz="1200" kern="1200" baseline="0" dirty="0">
                <a:solidFill>
                  <a:schemeClr val="tx1"/>
                </a:solidFill>
                <a:latin typeface="+mn-lt"/>
                <a:ea typeface="+mn-ea"/>
                <a:cs typeface="+mn-cs"/>
              </a:rPr>
              <a:t>Briefly, the OS typically provides services in the following areas: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Program development: The OS provides a variety of facilities and services,</a:t>
            </a:r>
          </a:p>
          <a:p>
            <a:r>
              <a:rPr lang="en-US" sz="1200" kern="1200" baseline="0" dirty="0">
                <a:solidFill>
                  <a:schemeClr val="tx1"/>
                </a:solidFill>
                <a:latin typeface="+mn-lt"/>
                <a:ea typeface="+mn-ea"/>
                <a:cs typeface="+mn-cs"/>
              </a:rPr>
              <a:t>such as editors and debuggers, to assist the programmer in creating programs.</a:t>
            </a:r>
          </a:p>
          <a:p>
            <a:r>
              <a:rPr lang="en-US" sz="1200" kern="1200" baseline="0" dirty="0">
                <a:solidFill>
                  <a:schemeClr val="tx1"/>
                </a:solidFill>
                <a:latin typeface="+mn-lt"/>
                <a:ea typeface="+mn-ea"/>
                <a:cs typeface="+mn-cs"/>
              </a:rPr>
              <a:t>Typically, these services are in the form of utility programs that, while not</a:t>
            </a:r>
          </a:p>
          <a:p>
            <a:r>
              <a:rPr lang="en-US" sz="1200" kern="1200" baseline="0" dirty="0">
                <a:solidFill>
                  <a:schemeClr val="tx1"/>
                </a:solidFill>
                <a:latin typeface="+mn-lt"/>
                <a:ea typeface="+mn-ea"/>
                <a:cs typeface="+mn-cs"/>
              </a:rPr>
              <a:t>strictly part of the core of the OS, are supplied with the OS and are referred to</a:t>
            </a:r>
          </a:p>
          <a:p>
            <a:r>
              <a:rPr lang="en-US" sz="1200" kern="1200" baseline="0" dirty="0">
                <a:solidFill>
                  <a:schemeClr val="tx1"/>
                </a:solidFill>
                <a:latin typeface="+mn-lt"/>
                <a:ea typeface="+mn-ea"/>
                <a:cs typeface="+mn-cs"/>
              </a:rPr>
              <a:t>as application program development tools.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Program execution: A number of steps need to be performed to execute a</a:t>
            </a:r>
          </a:p>
          <a:p>
            <a:r>
              <a:rPr lang="en-US" sz="1200" kern="1200" baseline="0" dirty="0">
                <a:solidFill>
                  <a:schemeClr val="tx1"/>
                </a:solidFill>
                <a:latin typeface="+mn-lt"/>
                <a:ea typeface="+mn-ea"/>
                <a:cs typeface="+mn-cs"/>
              </a:rPr>
              <a:t>program. Instructions and data must be loaded into main memory, I/O devices</a:t>
            </a:r>
          </a:p>
          <a:p>
            <a:r>
              <a:rPr lang="en-US" sz="1200" kern="1200" baseline="0" dirty="0">
                <a:solidFill>
                  <a:schemeClr val="tx1"/>
                </a:solidFill>
                <a:latin typeface="+mn-lt"/>
                <a:ea typeface="+mn-ea"/>
                <a:cs typeface="+mn-cs"/>
              </a:rPr>
              <a:t>and files must be initialized, and other resources must be prepared. The OS</a:t>
            </a:r>
          </a:p>
          <a:p>
            <a:r>
              <a:rPr lang="en-US" sz="1200" kern="1200" baseline="0" dirty="0">
                <a:solidFill>
                  <a:schemeClr val="tx1"/>
                </a:solidFill>
                <a:latin typeface="+mn-lt"/>
                <a:ea typeface="+mn-ea"/>
                <a:cs typeface="+mn-cs"/>
              </a:rPr>
              <a:t>handles these scheduling duties for the user.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Access to I/O devices: Each I/O device requires its own peculiar set of instructions</a:t>
            </a:r>
          </a:p>
          <a:p>
            <a:r>
              <a:rPr lang="en-US" sz="1200" kern="1200" baseline="0" dirty="0">
                <a:solidFill>
                  <a:schemeClr val="tx1"/>
                </a:solidFill>
                <a:latin typeface="+mn-lt"/>
                <a:ea typeface="+mn-ea"/>
                <a:cs typeface="+mn-cs"/>
              </a:rPr>
              <a:t>or control signals for operation. The OS provides a uniform interface</a:t>
            </a:r>
          </a:p>
          <a:p>
            <a:r>
              <a:rPr lang="en-US" sz="1200" kern="1200" baseline="0" dirty="0">
                <a:solidFill>
                  <a:schemeClr val="tx1"/>
                </a:solidFill>
                <a:latin typeface="+mn-lt"/>
                <a:ea typeface="+mn-ea"/>
                <a:cs typeface="+mn-cs"/>
              </a:rPr>
              <a:t>that hides these details so that programmers can access such devices using simple</a:t>
            </a:r>
          </a:p>
          <a:p>
            <a:r>
              <a:rPr lang="en-US" sz="1200" kern="1200" baseline="0" dirty="0">
                <a:solidFill>
                  <a:schemeClr val="tx1"/>
                </a:solidFill>
                <a:latin typeface="+mn-lt"/>
                <a:ea typeface="+mn-ea"/>
                <a:cs typeface="+mn-cs"/>
              </a:rPr>
              <a:t>reads and writes.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Controlled access to files: For file access, the OS must reflect a detailed understanding</a:t>
            </a:r>
          </a:p>
          <a:p>
            <a:r>
              <a:rPr lang="en-US" sz="1200" kern="1200" baseline="0" dirty="0">
                <a:solidFill>
                  <a:schemeClr val="tx1"/>
                </a:solidFill>
                <a:latin typeface="+mn-lt"/>
                <a:ea typeface="+mn-ea"/>
                <a:cs typeface="+mn-cs"/>
              </a:rPr>
              <a:t>of not only the nature of the I/O device (disk drive, tape drive) but</a:t>
            </a:r>
          </a:p>
          <a:p>
            <a:r>
              <a:rPr lang="en-US" sz="1200" kern="1200" baseline="0" dirty="0">
                <a:solidFill>
                  <a:schemeClr val="tx1"/>
                </a:solidFill>
                <a:latin typeface="+mn-lt"/>
                <a:ea typeface="+mn-ea"/>
                <a:cs typeface="+mn-cs"/>
              </a:rPr>
              <a:t>also the structure of the data contained in the files on the storage medium.</a:t>
            </a:r>
          </a:p>
          <a:p>
            <a:r>
              <a:rPr lang="en-US" sz="1200" kern="1200" baseline="0" dirty="0">
                <a:solidFill>
                  <a:schemeClr val="tx1"/>
                </a:solidFill>
                <a:latin typeface="+mn-lt"/>
                <a:ea typeface="+mn-ea"/>
                <a:cs typeface="+mn-cs"/>
              </a:rPr>
              <a:t>In the case of a system with multiple users, the OS may provide protection</a:t>
            </a:r>
          </a:p>
          <a:p>
            <a:r>
              <a:rPr lang="en-US" sz="1200" kern="1200" baseline="0" dirty="0">
                <a:solidFill>
                  <a:schemeClr val="tx1"/>
                </a:solidFill>
                <a:latin typeface="+mn-lt"/>
                <a:ea typeface="+mn-ea"/>
                <a:cs typeface="+mn-cs"/>
              </a:rPr>
              <a:t>mechanisms to control access to the files.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System access: For shared or public systems, the OS controls access to the</a:t>
            </a:r>
          </a:p>
          <a:p>
            <a:r>
              <a:rPr lang="en-US" sz="1200" kern="1200" baseline="0" dirty="0">
                <a:solidFill>
                  <a:schemeClr val="tx1"/>
                </a:solidFill>
                <a:latin typeface="+mn-lt"/>
                <a:ea typeface="+mn-ea"/>
                <a:cs typeface="+mn-cs"/>
              </a:rPr>
              <a:t>system as a whole and to specific system resources. The access function must</a:t>
            </a:r>
          </a:p>
          <a:p>
            <a:r>
              <a:rPr lang="en-US" sz="1200" kern="1200" baseline="0" dirty="0">
                <a:solidFill>
                  <a:schemeClr val="tx1"/>
                </a:solidFill>
                <a:latin typeface="+mn-lt"/>
                <a:ea typeface="+mn-ea"/>
                <a:cs typeface="+mn-cs"/>
              </a:rPr>
              <a:t>provide protection of resources and data from unauthorized users and must</a:t>
            </a:r>
          </a:p>
          <a:p>
            <a:r>
              <a:rPr lang="en-US" sz="1200" kern="1200" baseline="0" dirty="0">
                <a:solidFill>
                  <a:schemeClr val="tx1"/>
                </a:solidFill>
                <a:latin typeface="+mn-lt"/>
                <a:ea typeface="+mn-ea"/>
                <a:cs typeface="+mn-cs"/>
              </a:rPr>
              <a:t>resolve conflicts for resource contention.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Error detection and response: A variety of errors can occur while a computer</a:t>
            </a:r>
          </a:p>
          <a:p>
            <a:r>
              <a:rPr lang="en-US" sz="1200" kern="1200" baseline="0" dirty="0">
                <a:solidFill>
                  <a:schemeClr val="tx1"/>
                </a:solidFill>
                <a:latin typeface="+mn-lt"/>
                <a:ea typeface="+mn-ea"/>
                <a:cs typeface="+mn-cs"/>
              </a:rPr>
              <a:t>system is running. These include internal and external hardware errors, such</a:t>
            </a:r>
          </a:p>
          <a:p>
            <a:r>
              <a:rPr lang="en-US" sz="1200" kern="1200" baseline="0" dirty="0">
                <a:solidFill>
                  <a:schemeClr val="tx1"/>
                </a:solidFill>
                <a:latin typeface="+mn-lt"/>
                <a:ea typeface="+mn-ea"/>
                <a:cs typeface="+mn-cs"/>
              </a:rPr>
              <a:t>as a memory error, or a device failure or malfunction; and various software</a:t>
            </a:r>
          </a:p>
          <a:p>
            <a:r>
              <a:rPr lang="en-US" sz="1200" kern="1200" baseline="0" dirty="0">
                <a:solidFill>
                  <a:schemeClr val="tx1"/>
                </a:solidFill>
                <a:latin typeface="+mn-lt"/>
                <a:ea typeface="+mn-ea"/>
                <a:cs typeface="+mn-cs"/>
              </a:rPr>
              <a:t>errors, such as division by zero, attempt to access forbidden memory location,</a:t>
            </a:r>
          </a:p>
          <a:p>
            <a:r>
              <a:rPr lang="en-US" sz="1200" kern="1200" baseline="0" dirty="0">
                <a:solidFill>
                  <a:schemeClr val="tx1"/>
                </a:solidFill>
                <a:latin typeface="+mn-lt"/>
                <a:ea typeface="+mn-ea"/>
                <a:cs typeface="+mn-cs"/>
              </a:rPr>
              <a:t>and inability of the OS to grant the request of an application. In each case,</a:t>
            </a:r>
          </a:p>
          <a:p>
            <a:r>
              <a:rPr lang="en-US" sz="1200" kern="1200" baseline="0" dirty="0">
                <a:solidFill>
                  <a:schemeClr val="tx1"/>
                </a:solidFill>
                <a:latin typeface="+mn-lt"/>
                <a:ea typeface="+mn-ea"/>
                <a:cs typeface="+mn-cs"/>
              </a:rPr>
              <a:t>the OS must provide a response that clears the error condition with the least</a:t>
            </a:r>
          </a:p>
          <a:p>
            <a:r>
              <a:rPr lang="en-US" sz="1200" kern="1200" baseline="0" dirty="0">
                <a:solidFill>
                  <a:schemeClr val="tx1"/>
                </a:solidFill>
                <a:latin typeface="+mn-lt"/>
                <a:ea typeface="+mn-ea"/>
                <a:cs typeface="+mn-cs"/>
              </a:rPr>
              <a:t>impact on running applications. The response may range from ending the program</a:t>
            </a:r>
          </a:p>
          <a:p>
            <a:r>
              <a:rPr lang="en-US" sz="1200" kern="1200" baseline="0" dirty="0">
                <a:solidFill>
                  <a:schemeClr val="tx1"/>
                </a:solidFill>
                <a:latin typeface="+mn-lt"/>
                <a:ea typeface="+mn-ea"/>
                <a:cs typeface="+mn-cs"/>
              </a:rPr>
              <a:t>that caused the error, to retrying the operation, to simply reporting the</a:t>
            </a:r>
          </a:p>
          <a:p>
            <a:r>
              <a:rPr lang="en-US" sz="1200" kern="1200" baseline="0" dirty="0">
                <a:solidFill>
                  <a:schemeClr val="tx1"/>
                </a:solidFill>
                <a:latin typeface="+mn-lt"/>
                <a:ea typeface="+mn-ea"/>
                <a:cs typeface="+mn-cs"/>
              </a:rPr>
              <a:t>error to the application.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Accounting: A good OS will collect usage statistics for various resources and</a:t>
            </a:r>
          </a:p>
          <a:p>
            <a:r>
              <a:rPr lang="en-US" sz="1200" kern="1200" baseline="0" dirty="0">
                <a:solidFill>
                  <a:schemeClr val="tx1"/>
                </a:solidFill>
                <a:latin typeface="+mn-lt"/>
                <a:ea typeface="+mn-ea"/>
                <a:cs typeface="+mn-cs"/>
              </a:rPr>
              <a:t>monitor performance parameters such as response time. On any system, this</a:t>
            </a:r>
          </a:p>
          <a:p>
            <a:r>
              <a:rPr lang="en-US" sz="1200" kern="1200" baseline="0" dirty="0">
                <a:solidFill>
                  <a:schemeClr val="tx1"/>
                </a:solidFill>
                <a:latin typeface="+mn-lt"/>
                <a:ea typeface="+mn-ea"/>
                <a:cs typeface="+mn-cs"/>
              </a:rPr>
              <a:t>information is useful in anticipating the need for future enhancements and in</a:t>
            </a:r>
          </a:p>
          <a:p>
            <a:r>
              <a:rPr lang="en-US" sz="1200" kern="1200" baseline="0" dirty="0">
                <a:solidFill>
                  <a:schemeClr val="tx1"/>
                </a:solidFill>
                <a:latin typeface="+mn-lt"/>
                <a:ea typeface="+mn-ea"/>
                <a:cs typeface="+mn-cs"/>
              </a:rPr>
              <a:t>tuning the system to improve performance. On a multiuser system, the information</a:t>
            </a:r>
          </a:p>
          <a:p>
            <a:r>
              <a:rPr lang="en-US" sz="1200" kern="1200" baseline="0" dirty="0">
                <a:solidFill>
                  <a:schemeClr val="tx1"/>
                </a:solidFill>
                <a:latin typeface="+mn-lt"/>
                <a:ea typeface="+mn-ea"/>
                <a:cs typeface="+mn-cs"/>
              </a:rPr>
              <a:t>can be used for billing purposes.</a:t>
            </a:r>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12</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B1F781F4-099F-4112-9B1E-8A4E4163911A}" type="slidenum">
              <a:rPr lang="en-US" smtClean="0"/>
              <a:pPr>
                <a:defRPr/>
              </a:pPr>
              <a:t>13</a:t>
            </a:fld>
            <a:endParaRPr lang="en-US" dirty="0"/>
          </a:p>
        </p:txBody>
      </p:sp>
    </p:spTree>
    <p:extLst>
      <p:ext uri="{BB962C8B-B14F-4D97-AF65-F5344CB8AC3E}">
        <p14:creationId xmlns:p14="http://schemas.microsoft.com/office/powerpoint/2010/main" val="34164575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NZ" dirty="0"/>
              <a:t>In attempting to understand the key requirements for an OS and the significance of the major features of a contemporary OS, it is useful to consider how operating systems have evolved over the years.</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14</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77500" lnSpcReduction="20000"/>
          </a:bodyPr>
          <a:lstStyle/>
          <a:p>
            <a:r>
              <a:rPr lang="en-US" sz="1200" b="1" kern="1200" baseline="0" dirty="0">
                <a:solidFill>
                  <a:schemeClr val="tx1"/>
                </a:solidFill>
                <a:latin typeface="+mn-lt"/>
                <a:ea typeface="+mn-ea"/>
                <a:cs typeface="+mn-cs"/>
              </a:rPr>
              <a:t>This mode of operation could be termed </a:t>
            </a:r>
            <a:r>
              <a:rPr lang="en-US" sz="1200" b="1" i="1" kern="1200" baseline="0" dirty="0">
                <a:solidFill>
                  <a:schemeClr val="tx1"/>
                </a:solidFill>
                <a:latin typeface="+mn-lt"/>
                <a:ea typeface="+mn-ea"/>
                <a:cs typeface="+mn-cs"/>
              </a:rPr>
              <a:t>serial processing , reflecting the fact</a:t>
            </a:r>
          </a:p>
          <a:p>
            <a:r>
              <a:rPr lang="en-US" sz="1200" b="1" kern="1200" baseline="0" dirty="0">
                <a:solidFill>
                  <a:schemeClr val="tx1"/>
                </a:solidFill>
                <a:latin typeface="+mn-lt"/>
                <a:ea typeface="+mn-ea"/>
                <a:cs typeface="+mn-cs"/>
              </a:rPr>
              <a:t>that users have access to the computer in series. Over time, various system software</a:t>
            </a:r>
          </a:p>
          <a:p>
            <a:r>
              <a:rPr lang="en-US" sz="1200" b="1" kern="1200" baseline="0" dirty="0">
                <a:solidFill>
                  <a:schemeClr val="tx1"/>
                </a:solidFill>
                <a:latin typeface="+mn-lt"/>
                <a:ea typeface="+mn-ea"/>
                <a:cs typeface="+mn-cs"/>
              </a:rPr>
              <a:t>tools were developed to attempt to make serial processing more efficient. These</a:t>
            </a:r>
          </a:p>
          <a:p>
            <a:r>
              <a:rPr lang="en-US" sz="1200" b="1" kern="1200" baseline="0" dirty="0">
                <a:solidFill>
                  <a:schemeClr val="tx1"/>
                </a:solidFill>
                <a:latin typeface="+mn-lt"/>
                <a:ea typeface="+mn-ea"/>
                <a:cs typeface="+mn-cs"/>
              </a:rPr>
              <a:t>include libraries of common functions, linkers, loaders, debuggers, and I/O driver</a:t>
            </a:r>
          </a:p>
          <a:p>
            <a:r>
              <a:rPr lang="en-US" sz="1200" b="1" kern="1200" baseline="0" dirty="0">
                <a:solidFill>
                  <a:schemeClr val="tx1"/>
                </a:solidFill>
                <a:latin typeface="+mn-lt"/>
                <a:ea typeface="+mn-ea"/>
                <a:cs typeface="+mn-cs"/>
              </a:rPr>
              <a:t>routines that were available as common software for all users.</a:t>
            </a:r>
            <a:endParaRPr lang="en-US" b="1" dirty="0"/>
          </a:p>
          <a:p>
            <a:endParaRPr lang="en-US" sz="1200" kern="1200" baseline="0" dirty="0">
              <a:solidFill>
                <a:schemeClr val="tx1"/>
              </a:solidFill>
              <a:latin typeface="+mn-lt"/>
              <a:ea typeface="+mn-ea"/>
              <a:cs typeface="+mn-cs"/>
            </a:endParaRP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These early systems presented two main problems: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Scheduling : Most installations used a hardcopy sign-up sheet to reserve computer</a:t>
            </a:r>
          </a:p>
          <a:p>
            <a:r>
              <a:rPr lang="en-US" sz="1200" kern="1200" baseline="0" dirty="0">
                <a:solidFill>
                  <a:schemeClr val="tx1"/>
                </a:solidFill>
                <a:latin typeface="+mn-lt"/>
                <a:ea typeface="+mn-ea"/>
                <a:cs typeface="+mn-cs"/>
              </a:rPr>
              <a:t>time. Typically, a user could sign up for a block of time in multiples of a</a:t>
            </a:r>
          </a:p>
          <a:p>
            <a:r>
              <a:rPr lang="en-US" sz="1200" kern="1200" baseline="0" dirty="0">
                <a:solidFill>
                  <a:schemeClr val="tx1"/>
                </a:solidFill>
                <a:latin typeface="+mn-lt"/>
                <a:ea typeface="+mn-ea"/>
                <a:cs typeface="+mn-cs"/>
              </a:rPr>
              <a:t>half hour or so. A user might sign up for an hour and finish in 45 minutes; this</a:t>
            </a:r>
          </a:p>
          <a:p>
            <a:r>
              <a:rPr lang="en-US" sz="1200" kern="1200" baseline="0" dirty="0">
                <a:solidFill>
                  <a:schemeClr val="tx1"/>
                </a:solidFill>
                <a:latin typeface="+mn-lt"/>
                <a:ea typeface="+mn-ea"/>
                <a:cs typeface="+mn-cs"/>
              </a:rPr>
              <a:t>would result in wasted computer processing time. On the other hand, the user</a:t>
            </a:r>
          </a:p>
          <a:p>
            <a:r>
              <a:rPr lang="en-US" sz="1200" kern="1200" baseline="0" dirty="0">
                <a:solidFill>
                  <a:schemeClr val="tx1"/>
                </a:solidFill>
                <a:latin typeface="+mn-lt"/>
                <a:ea typeface="+mn-ea"/>
                <a:cs typeface="+mn-cs"/>
              </a:rPr>
              <a:t>might run into problems, not finish in the allotted time, and be forced to stop</a:t>
            </a:r>
          </a:p>
          <a:p>
            <a:r>
              <a:rPr lang="en-US" sz="1200" kern="1200" baseline="0" dirty="0">
                <a:solidFill>
                  <a:schemeClr val="tx1"/>
                </a:solidFill>
                <a:latin typeface="+mn-lt"/>
                <a:ea typeface="+mn-ea"/>
                <a:cs typeface="+mn-cs"/>
              </a:rPr>
              <a:t>before resolving the problem.</a:t>
            </a:r>
          </a:p>
          <a:p>
            <a:endParaRPr lang="en-US" sz="1200" kern="1200" baseline="0" dirty="0">
              <a:solidFill>
                <a:schemeClr val="tx1"/>
              </a:solidFill>
              <a:latin typeface="+mn-lt"/>
              <a:ea typeface="+mn-ea"/>
              <a:cs typeface="+mn-cs"/>
            </a:endParaRP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Setup time: A single program, called a job , could involve loading the compiler</a:t>
            </a:r>
          </a:p>
          <a:p>
            <a:r>
              <a:rPr lang="en-US" sz="1200" kern="1200" baseline="0" dirty="0">
                <a:solidFill>
                  <a:schemeClr val="tx1"/>
                </a:solidFill>
                <a:latin typeface="+mn-lt"/>
                <a:ea typeface="+mn-ea"/>
                <a:cs typeface="+mn-cs"/>
              </a:rPr>
              <a:t>plus the high-level language program (source program) into memory,</a:t>
            </a:r>
          </a:p>
          <a:p>
            <a:r>
              <a:rPr lang="en-US" sz="1200" kern="1200" baseline="0" dirty="0">
                <a:solidFill>
                  <a:schemeClr val="tx1"/>
                </a:solidFill>
                <a:latin typeface="+mn-lt"/>
                <a:ea typeface="+mn-ea"/>
                <a:cs typeface="+mn-cs"/>
              </a:rPr>
              <a:t>saving the compiled program (object program) and then loading and linking</a:t>
            </a:r>
          </a:p>
          <a:p>
            <a:r>
              <a:rPr lang="en-US" sz="1200" kern="1200" baseline="0" dirty="0">
                <a:solidFill>
                  <a:schemeClr val="tx1"/>
                </a:solidFill>
                <a:latin typeface="+mn-lt"/>
                <a:ea typeface="+mn-ea"/>
                <a:cs typeface="+mn-cs"/>
              </a:rPr>
              <a:t>together the object program and common functions. Each of these steps could</a:t>
            </a:r>
          </a:p>
          <a:p>
            <a:r>
              <a:rPr lang="en-US" sz="1200" kern="1200" baseline="0" dirty="0">
                <a:solidFill>
                  <a:schemeClr val="tx1"/>
                </a:solidFill>
                <a:latin typeface="+mn-lt"/>
                <a:ea typeface="+mn-ea"/>
                <a:cs typeface="+mn-cs"/>
              </a:rPr>
              <a:t>involve mounting or dismounting tapes or setting up card decks. If an error</a:t>
            </a:r>
          </a:p>
          <a:p>
            <a:r>
              <a:rPr lang="en-US" sz="1200" kern="1200" baseline="0" dirty="0">
                <a:solidFill>
                  <a:schemeClr val="tx1"/>
                </a:solidFill>
                <a:latin typeface="+mn-lt"/>
                <a:ea typeface="+mn-ea"/>
                <a:cs typeface="+mn-cs"/>
              </a:rPr>
              <a:t>occurred, the hapless user typically had to go back to the beginning of the</a:t>
            </a:r>
          </a:p>
          <a:p>
            <a:r>
              <a:rPr lang="en-US" sz="1200" kern="1200" baseline="0" dirty="0">
                <a:solidFill>
                  <a:schemeClr val="tx1"/>
                </a:solidFill>
                <a:latin typeface="+mn-lt"/>
                <a:ea typeface="+mn-ea"/>
                <a:cs typeface="+mn-cs"/>
              </a:rPr>
              <a:t>setup sequence. </a:t>
            </a:r>
            <a:r>
              <a:rPr lang="en-US" sz="1200" b="1" kern="1200" baseline="0" dirty="0">
                <a:solidFill>
                  <a:schemeClr val="tx1"/>
                </a:solidFill>
                <a:latin typeface="+mn-lt"/>
                <a:ea typeface="+mn-ea"/>
                <a:cs typeface="+mn-cs"/>
              </a:rPr>
              <a:t>Thus, a considerable amount of time was spent just in setting</a:t>
            </a:r>
          </a:p>
          <a:p>
            <a:r>
              <a:rPr lang="en-US" sz="1200" b="1" kern="1200" baseline="0" dirty="0">
                <a:solidFill>
                  <a:schemeClr val="tx1"/>
                </a:solidFill>
                <a:latin typeface="+mn-lt"/>
                <a:ea typeface="+mn-ea"/>
                <a:cs typeface="+mn-cs"/>
              </a:rPr>
              <a:t>up the program to run.</a:t>
            </a:r>
          </a:p>
          <a:p>
            <a:endParaRPr lang="en-US" sz="1200"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15</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92500"/>
          </a:bodyPr>
          <a:lstStyle/>
          <a:p>
            <a:r>
              <a:rPr lang="en-US" sz="1200" kern="1200" baseline="0" dirty="0">
                <a:solidFill>
                  <a:schemeClr val="tx1"/>
                </a:solidFill>
                <a:latin typeface="+mn-lt"/>
                <a:ea typeface="+mn-ea"/>
                <a:cs typeface="+mn-cs"/>
              </a:rPr>
              <a:t>Early computers were very expensive, and therefore it was important to maximize</a:t>
            </a:r>
          </a:p>
          <a:p>
            <a:r>
              <a:rPr lang="en-US" sz="1200" kern="1200" baseline="0" dirty="0">
                <a:solidFill>
                  <a:schemeClr val="tx1"/>
                </a:solidFill>
                <a:latin typeface="+mn-lt"/>
                <a:ea typeface="+mn-ea"/>
                <a:cs typeface="+mn-cs"/>
              </a:rPr>
              <a:t>processor utilization. The wasted time due to scheduling and setup time was</a:t>
            </a:r>
          </a:p>
          <a:p>
            <a:r>
              <a:rPr lang="en-US" sz="1200" kern="1200" baseline="0" dirty="0">
                <a:solidFill>
                  <a:schemeClr val="tx1"/>
                </a:solidFill>
                <a:latin typeface="+mn-lt"/>
                <a:ea typeface="+mn-ea"/>
                <a:cs typeface="+mn-cs"/>
              </a:rPr>
              <a:t>unacceptable.</a:t>
            </a:r>
          </a:p>
          <a:p>
            <a:r>
              <a:rPr lang="en-US" sz="1200" kern="1200" baseline="0" dirty="0">
                <a:solidFill>
                  <a:schemeClr val="tx1"/>
                </a:solidFill>
                <a:latin typeface="+mn-lt"/>
                <a:ea typeface="+mn-ea"/>
                <a:cs typeface="+mn-cs"/>
              </a:rPr>
              <a:t>The central idea behind the simple batch-processing scheme is the use of a</a:t>
            </a:r>
          </a:p>
          <a:p>
            <a:r>
              <a:rPr lang="en-US" sz="1200" kern="1200" baseline="0" dirty="0">
                <a:solidFill>
                  <a:schemeClr val="tx1"/>
                </a:solidFill>
                <a:latin typeface="+mn-lt"/>
                <a:ea typeface="+mn-ea"/>
                <a:cs typeface="+mn-cs"/>
              </a:rPr>
              <a:t>piece of software known as the </a:t>
            </a:r>
            <a:r>
              <a:rPr lang="en-US" sz="1200" b="1" kern="1200" baseline="0" dirty="0">
                <a:solidFill>
                  <a:schemeClr val="tx1"/>
                </a:solidFill>
                <a:latin typeface="+mn-lt"/>
                <a:ea typeface="+mn-ea"/>
                <a:cs typeface="+mn-cs"/>
              </a:rPr>
              <a:t>monitor . With this type of OS, the user no longer has</a:t>
            </a:r>
          </a:p>
          <a:p>
            <a:r>
              <a:rPr lang="en-US" sz="1200" kern="1200" baseline="0" dirty="0">
                <a:solidFill>
                  <a:schemeClr val="tx1"/>
                </a:solidFill>
                <a:latin typeface="+mn-lt"/>
                <a:ea typeface="+mn-ea"/>
                <a:cs typeface="+mn-cs"/>
              </a:rPr>
              <a:t>direct access to the processor. Instead, the user submits the job on cards or tape to a</a:t>
            </a:r>
          </a:p>
          <a:p>
            <a:r>
              <a:rPr lang="en-US" sz="1200" kern="1200" baseline="0" dirty="0">
                <a:solidFill>
                  <a:schemeClr val="tx1"/>
                </a:solidFill>
                <a:latin typeface="+mn-lt"/>
                <a:ea typeface="+mn-ea"/>
                <a:cs typeface="+mn-cs"/>
              </a:rPr>
              <a:t>computer operator, who batches the jobs together sequentially and places the entire</a:t>
            </a:r>
          </a:p>
          <a:p>
            <a:r>
              <a:rPr lang="en-US" sz="1200" kern="1200" baseline="0" dirty="0">
                <a:solidFill>
                  <a:schemeClr val="tx1"/>
                </a:solidFill>
                <a:latin typeface="+mn-lt"/>
                <a:ea typeface="+mn-ea"/>
                <a:cs typeface="+mn-cs"/>
              </a:rPr>
              <a:t>batch on an input device, for use by the monitor. Each program is constructed to</a:t>
            </a:r>
          </a:p>
          <a:p>
            <a:r>
              <a:rPr lang="en-US" sz="1200" kern="1200" baseline="0" dirty="0">
                <a:solidFill>
                  <a:schemeClr val="tx1"/>
                </a:solidFill>
                <a:latin typeface="+mn-lt"/>
                <a:ea typeface="+mn-ea"/>
                <a:cs typeface="+mn-cs"/>
              </a:rPr>
              <a:t>branch back to the monitor when it completes processing, at which point the monitor</a:t>
            </a:r>
          </a:p>
          <a:p>
            <a:r>
              <a:rPr lang="en-US" sz="1200" kern="1200" baseline="0" dirty="0">
                <a:solidFill>
                  <a:schemeClr val="tx1"/>
                </a:solidFill>
                <a:latin typeface="+mn-lt"/>
                <a:ea typeface="+mn-ea"/>
                <a:cs typeface="+mn-cs"/>
              </a:rPr>
              <a:t>automatically begins loading the next program.</a:t>
            </a:r>
            <a:endParaRPr lang="en-US" dirty="0"/>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To improve utilization, the concept of a batch OS was developed. It appears</a:t>
            </a:r>
          </a:p>
          <a:p>
            <a:r>
              <a:rPr lang="en-US" sz="1200" kern="1200" baseline="0" dirty="0">
                <a:solidFill>
                  <a:schemeClr val="tx1"/>
                </a:solidFill>
                <a:latin typeface="+mn-lt"/>
                <a:ea typeface="+mn-ea"/>
                <a:cs typeface="+mn-cs"/>
              </a:rPr>
              <a:t>that the first batch OS (and the first OS of any kind) was developed in the mid-1950s</a:t>
            </a:r>
          </a:p>
          <a:p>
            <a:r>
              <a:rPr lang="en-US" sz="1200" kern="1200" baseline="0" dirty="0">
                <a:solidFill>
                  <a:schemeClr val="tx1"/>
                </a:solidFill>
                <a:latin typeface="+mn-lt"/>
                <a:ea typeface="+mn-ea"/>
                <a:cs typeface="+mn-cs"/>
              </a:rPr>
              <a:t>by General Motors for use on an IBM 701 [WEIZ81]. The concept was subsequently</a:t>
            </a:r>
          </a:p>
          <a:p>
            <a:r>
              <a:rPr lang="en-US" sz="1200" kern="1200" baseline="0" dirty="0">
                <a:solidFill>
                  <a:schemeClr val="tx1"/>
                </a:solidFill>
                <a:latin typeface="+mn-lt"/>
                <a:ea typeface="+mn-ea"/>
                <a:cs typeface="+mn-cs"/>
              </a:rPr>
              <a:t>refined and implemented on the IBM 704 by a number of IBM customers. By the</a:t>
            </a:r>
          </a:p>
          <a:p>
            <a:r>
              <a:rPr lang="en-US" sz="1200" kern="1200" baseline="0" dirty="0">
                <a:solidFill>
                  <a:schemeClr val="tx1"/>
                </a:solidFill>
                <a:latin typeface="+mn-lt"/>
                <a:ea typeface="+mn-ea"/>
                <a:cs typeface="+mn-cs"/>
              </a:rPr>
              <a:t>early 1960s, a number of vendors had developed batch operating systems for their</a:t>
            </a:r>
          </a:p>
          <a:p>
            <a:r>
              <a:rPr lang="en-US" sz="1200" kern="1200" baseline="0" dirty="0">
                <a:solidFill>
                  <a:schemeClr val="tx1"/>
                </a:solidFill>
                <a:latin typeface="+mn-lt"/>
                <a:ea typeface="+mn-ea"/>
                <a:cs typeface="+mn-cs"/>
              </a:rPr>
              <a:t>computer systems. IBSYS, the IBM OS for the 7090/7094 computers, is particularly</a:t>
            </a:r>
          </a:p>
          <a:p>
            <a:r>
              <a:rPr lang="en-US" sz="1200" kern="1200" baseline="0" dirty="0">
                <a:solidFill>
                  <a:schemeClr val="tx1"/>
                </a:solidFill>
                <a:latin typeface="+mn-lt"/>
                <a:ea typeface="+mn-ea"/>
                <a:cs typeface="+mn-cs"/>
              </a:rPr>
              <a:t>notable because of its widespread influence on other systems.</a:t>
            </a:r>
          </a:p>
          <a:p>
            <a:endParaRPr lang="en-US" sz="1200"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16</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monitor performs a scheduling function: A batch of jobs is queued up,</a:t>
            </a:r>
          </a:p>
          <a:p>
            <a:r>
              <a:rPr lang="en-US" sz="1200" kern="1200" baseline="0" dirty="0">
                <a:solidFill>
                  <a:schemeClr val="tx1"/>
                </a:solidFill>
                <a:latin typeface="+mn-lt"/>
                <a:ea typeface="+mn-ea"/>
                <a:cs typeface="+mn-cs"/>
              </a:rPr>
              <a:t>and jobs are executed as rapidly as possible, with no intervening idle time. The monitor</a:t>
            </a:r>
          </a:p>
          <a:p>
            <a:r>
              <a:rPr lang="en-US" sz="1200" kern="1200" baseline="0" dirty="0">
                <a:solidFill>
                  <a:schemeClr val="tx1"/>
                </a:solidFill>
                <a:latin typeface="+mn-lt"/>
                <a:ea typeface="+mn-ea"/>
                <a:cs typeface="+mn-cs"/>
              </a:rPr>
              <a:t>improves job setup time as well. With each job, instructions are included in a</a:t>
            </a:r>
          </a:p>
          <a:p>
            <a:r>
              <a:rPr lang="en-US" sz="1200" kern="1200" baseline="0" dirty="0">
                <a:solidFill>
                  <a:schemeClr val="tx1"/>
                </a:solidFill>
                <a:latin typeface="+mn-lt"/>
                <a:ea typeface="+mn-ea"/>
                <a:cs typeface="+mn-cs"/>
              </a:rPr>
              <a:t>primitive form of </a:t>
            </a:r>
            <a:r>
              <a:rPr lang="en-US" sz="1200" b="1" kern="1200" baseline="0" dirty="0">
                <a:solidFill>
                  <a:schemeClr val="tx1"/>
                </a:solidFill>
                <a:latin typeface="+mn-lt"/>
                <a:ea typeface="+mn-ea"/>
                <a:cs typeface="+mn-cs"/>
              </a:rPr>
              <a:t>job control language (JCL) . This is a special type of programming</a:t>
            </a:r>
          </a:p>
          <a:p>
            <a:r>
              <a:rPr lang="en-US" sz="1200" kern="1200" baseline="0" dirty="0">
                <a:solidFill>
                  <a:schemeClr val="tx1"/>
                </a:solidFill>
                <a:latin typeface="+mn-lt"/>
                <a:ea typeface="+mn-ea"/>
                <a:cs typeface="+mn-cs"/>
              </a:rPr>
              <a:t>language used to provide instructions to the monitor. A simple example is that of a</a:t>
            </a:r>
          </a:p>
          <a:p>
            <a:r>
              <a:rPr lang="en-US" sz="1200" kern="1200" baseline="0" dirty="0">
                <a:solidFill>
                  <a:schemeClr val="tx1"/>
                </a:solidFill>
                <a:latin typeface="+mn-lt"/>
                <a:ea typeface="+mn-ea"/>
                <a:cs typeface="+mn-cs"/>
              </a:rPr>
              <a:t>user submitting a program written in the programming language FORTRAN plus</a:t>
            </a:r>
          </a:p>
          <a:p>
            <a:r>
              <a:rPr lang="en-US" sz="1200" kern="1200" baseline="0" dirty="0">
                <a:solidFill>
                  <a:schemeClr val="tx1"/>
                </a:solidFill>
                <a:latin typeface="+mn-lt"/>
                <a:ea typeface="+mn-ea"/>
                <a:cs typeface="+mn-cs"/>
              </a:rPr>
              <a:t>some data to be used by the program. All FORTRAN instructions and data are on a</a:t>
            </a:r>
          </a:p>
          <a:p>
            <a:r>
              <a:rPr lang="en-US" sz="1200" kern="1200" baseline="0" dirty="0">
                <a:solidFill>
                  <a:schemeClr val="tx1"/>
                </a:solidFill>
                <a:latin typeface="+mn-lt"/>
                <a:ea typeface="+mn-ea"/>
                <a:cs typeface="+mn-cs"/>
              </a:rPr>
              <a:t>separate punched card or a separate record on tape. In addition to FORTRAN and</a:t>
            </a:r>
          </a:p>
          <a:p>
            <a:r>
              <a:rPr lang="en-US" sz="1200" kern="1200" baseline="0" dirty="0">
                <a:solidFill>
                  <a:schemeClr val="tx1"/>
                </a:solidFill>
                <a:latin typeface="+mn-lt"/>
                <a:ea typeface="+mn-ea"/>
                <a:cs typeface="+mn-cs"/>
              </a:rPr>
              <a:t>data lines, the job includes job control instructions, which are denoted by the beginning</a:t>
            </a:r>
          </a:p>
          <a:p>
            <a:r>
              <a:rPr lang="en-US" sz="1200" kern="1200" baseline="0" dirty="0">
                <a:solidFill>
                  <a:schemeClr val="tx1"/>
                </a:solidFill>
                <a:latin typeface="+mn-lt"/>
                <a:ea typeface="+mn-ea"/>
                <a:cs typeface="+mn-cs"/>
              </a:rPr>
              <a:t>$.</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17</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2.5a illustrates this situation, where we have a single program, referred to as uniprogramming. </a:t>
            </a:r>
          </a:p>
          <a:p>
            <a:r>
              <a:rPr lang="en-US" sz="1200" kern="1200" baseline="0" dirty="0">
                <a:solidFill>
                  <a:schemeClr val="tx1"/>
                </a:solidFill>
                <a:latin typeface="+mn-lt"/>
                <a:ea typeface="+mn-ea"/>
                <a:cs typeface="+mn-cs"/>
              </a:rPr>
              <a:t>The processor spends a certain amount of time executing, until it reaches an I/O instruction.</a:t>
            </a:r>
          </a:p>
          <a:p>
            <a:r>
              <a:rPr lang="en-US" sz="1200" kern="1200" baseline="0" dirty="0">
                <a:solidFill>
                  <a:schemeClr val="tx1"/>
                </a:solidFill>
                <a:latin typeface="+mn-lt"/>
                <a:ea typeface="+mn-ea"/>
                <a:cs typeface="+mn-cs"/>
              </a:rPr>
              <a:t>It must then wait until that I/O instruction concludes before proceeding.</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18</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This inefficiency is not necessary. We know that there must be enough</a:t>
            </a:r>
          </a:p>
          <a:p>
            <a:r>
              <a:rPr lang="en-US" sz="1200" kern="1200" baseline="0" dirty="0">
                <a:solidFill>
                  <a:schemeClr val="tx1"/>
                </a:solidFill>
                <a:latin typeface="+mn-lt"/>
                <a:ea typeface="+mn-ea"/>
                <a:cs typeface="+mn-cs"/>
              </a:rPr>
              <a:t>memory to hold the OS (resident monitor) and one user program. Suppose that</a:t>
            </a:r>
          </a:p>
          <a:p>
            <a:r>
              <a:rPr lang="en-US" sz="1200" kern="1200" baseline="0" dirty="0">
                <a:solidFill>
                  <a:schemeClr val="tx1"/>
                </a:solidFill>
                <a:latin typeface="+mn-lt"/>
                <a:ea typeface="+mn-ea"/>
                <a:cs typeface="+mn-cs"/>
              </a:rPr>
              <a:t>there is room for the OS and two user programs. When one job needs to wait for</a:t>
            </a:r>
          </a:p>
          <a:p>
            <a:r>
              <a:rPr lang="en-US" sz="1200" kern="1200" baseline="0" dirty="0">
                <a:solidFill>
                  <a:schemeClr val="tx1"/>
                </a:solidFill>
                <a:latin typeface="+mn-lt"/>
                <a:ea typeface="+mn-ea"/>
                <a:cs typeface="+mn-cs"/>
              </a:rPr>
              <a:t>I/O, the processor can switch to the other job, which is likely not waiting for I/O</a:t>
            </a:r>
          </a:p>
          <a:p>
            <a:r>
              <a:rPr lang="en-US" sz="1200" kern="1200" baseline="0" dirty="0">
                <a:solidFill>
                  <a:schemeClr val="tx1"/>
                </a:solidFill>
                <a:latin typeface="+mn-lt"/>
                <a:ea typeface="+mn-ea"/>
                <a:cs typeface="+mn-cs"/>
              </a:rPr>
              <a:t>( Figure 2.5b ).</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19</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Furthermore, we might expand memory to hold three, four, or more</a:t>
            </a:r>
          </a:p>
          <a:p>
            <a:r>
              <a:rPr lang="en-US" sz="1200" kern="1200" baseline="0" dirty="0">
                <a:solidFill>
                  <a:schemeClr val="tx1"/>
                </a:solidFill>
                <a:latin typeface="+mn-lt"/>
                <a:ea typeface="+mn-ea"/>
                <a:cs typeface="+mn-cs"/>
              </a:rPr>
              <a:t>programs and switch among all of them ( Figure 2.5c ). The approach is known as</a:t>
            </a:r>
          </a:p>
          <a:p>
            <a:r>
              <a:rPr lang="en-US" sz="1200" b="1" kern="1200" baseline="0" dirty="0">
                <a:solidFill>
                  <a:schemeClr val="tx1"/>
                </a:solidFill>
                <a:latin typeface="+mn-lt"/>
                <a:ea typeface="+mn-ea"/>
                <a:cs typeface="+mn-cs"/>
              </a:rPr>
              <a:t>multiprogramming , or multitasking . It is the central theme of modern operating</a:t>
            </a:r>
          </a:p>
          <a:p>
            <a:r>
              <a:rPr lang="en-US" sz="1200" kern="1200" baseline="0" dirty="0">
                <a:solidFill>
                  <a:schemeClr val="tx1"/>
                </a:solidFill>
                <a:latin typeface="+mn-lt"/>
                <a:ea typeface="+mn-ea"/>
                <a:cs typeface="+mn-cs"/>
              </a:rPr>
              <a:t>systems.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20</a:t>
            </a:fld>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average resource utilization, throughput, and response times are shown in the</a:t>
            </a:r>
          </a:p>
          <a:p>
            <a:r>
              <a:rPr lang="en-US" sz="1200" kern="1200" baseline="0" dirty="0">
                <a:solidFill>
                  <a:schemeClr val="tx1"/>
                </a:solidFill>
                <a:latin typeface="+mn-lt"/>
                <a:ea typeface="+mn-ea"/>
                <a:cs typeface="+mn-cs"/>
              </a:rPr>
              <a:t>uniprogramming column of Table 2.2 .</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21</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2.4 details a representative calculation. The calculation concerns a program</a:t>
            </a:r>
          </a:p>
          <a:p>
            <a:r>
              <a:rPr lang="en-US" sz="1200" kern="1200" baseline="0" dirty="0">
                <a:solidFill>
                  <a:schemeClr val="tx1"/>
                </a:solidFill>
                <a:latin typeface="+mn-lt"/>
                <a:ea typeface="+mn-ea"/>
                <a:cs typeface="+mn-cs"/>
              </a:rPr>
              <a:t>that processes a file of records and performs, on average, 100 machine instructions</a:t>
            </a:r>
          </a:p>
          <a:p>
            <a:r>
              <a:rPr lang="en-US" sz="1200" kern="1200" baseline="0" dirty="0">
                <a:solidFill>
                  <a:schemeClr val="tx1"/>
                </a:solidFill>
                <a:latin typeface="+mn-lt"/>
                <a:ea typeface="+mn-ea"/>
                <a:cs typeface="+mn-cs"/>
              </a:rPr>
              <a:t>per record. In this example, the computer spends over 96% of its time waiting for</a:t>
            </a:r>
          </a:p>
          <a:p>
            <a:r>
              <a:rPr lang="en-US" sz="1200" kern="1200" baseline="0" dirty="0">
                <a:solidFill>
                  <a:schemeClr val="tx1"/>
                </a:solidFill>
                <a:latin typeface="+mn-lt"/>
                <a:ea typeface="+mn-ea"/>
                <a:cs typeface="+mn-cs"/>
              </a:rPr>
              <a:t>I/O devices to finish transferring data to and from the file.</a:t>
            </a:r>
            <a:endParaRPr lang="en-NZ" dirty="0"/>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22</a:t>
            </a:fld>
            <a:endParaRPr lang="en-US" dirty="0"/>
          </a:p>
        </p:txBody>
      </p:sp>
    </p:spTree>
    <p:extLst>
      <p:ext uri="{BB962C8B-B14F-4D97-AF65-F5344CB8AC3E}">
        <p14:creationId xmlns:p14="http://schemas.microsoft.com/office/powerpoint/2010/main" val="28187315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Central to the design of operating systems is the concept of </a:t>
            </a:r>
            <a:r>
              <a:rPr lang="en-US" sz="1200" i="1" kern="1200" baseline="0" dirty="0">
                <a:solidFill>
                  <a:schemeClr val="tx1"/>
                </a:solidFill>
                <a:latin typeface="+mn-lt"/>
                <a:ea typeface="+mn-ea"/>
                <a:cs typeface="+mn-cs"/>
              </a:rPr>
              <a:t>process. This term was</a:t>
            </a:r>
          </a:p>
          <a:p>
            <a:r>
              <a:rPr lang="en-US" sz="1200" kern="1200" baseline="0" dirty="0">
                <a:solidFill>
                  <a:schemeClr val="tx1"/>
                </a:solidFill>
                <a:latin typeface="+mn-lt"/>
                <a:ea typeface="+mn-ea"/>
                <a:cs typeface="+mn-cs"/>
              </a:rPr>
              <a:t>first used by the designers of Multics in the 1960s [DALE68]. It is a somewhat</a:t>
            </a:r>
          </a:p>
          <a:p>
            <a:r>
              <a:rPr lang="en-US" sz="1200" kern="1200" baseline="0" dirty="0">
                <a:solidFill>
                  <a:schemeClr val="tx1"/>
                </a:solidFill>
                <a:latin typeface="+mn-lt"/>
                <a:ea typeface="+mn-ea"/>
                <a:cs typeface="+mn-cs"/>
              </a:rPr>
              <a:t>more general term than </a:t>
            </a:r>
            <a:r>
              <a:rPr lang="en-US" sz="1200" i="1" kern="1200" baseline="0" dirty="0">
                <a:solidFill>
                  <a:schemeClr val="tx1"/>
                </a:solidFill>
                <a:latin typeface="+mn-lt"/>
                <a:ea typeface="+mn-ea"/>
                <a:cs typeface="+mn-cs"/>
              </a:rPr>
              <a:t>job. Many definitions have been given for the term process ,</a:t>
            </a:r>
          </a:p>
          <a:p>
            <a:r>
              <a:rPr lang="en-US" sz="1200" kern="1200" baseline="0" dirty="0">
                <a:solidFill>
                  <a:schemeClr val="tx1"/>
                </a:solidFill>
                <a:latin typeface="+mn-lt"/>
                <a:ea typeface="+mn-ea"/>
                <a:cs typeface="+mn-cs"/>
              </a:rPr>
              <a:t>including</a:t>
            </a:r>
          </a:p>
          <a:p>
            <a:r>
              <a:rPr lang="en-US" sz="1200" kern="1200" baseline="0" dirty="0">
                <a:solidFill>
                  <a:schemeClr val="tx1"/>
                </a:solidFill>
                <a:latin typeface="+mn-lt"/>
                <a:ea typeface="+mn-ea"/>
                <a:cs typeface="+mn-cs"/>
              </a:rPr>
              <a:t>• A program in execution</a:t>
            </a:r>
          </a:p>
          <a:p>
            <a:r>
              <a:rPr lang="en-US" sz="1200" kern="1200" baseline="0" dirty="0">
                <a:solidFill>
                  <a:schemeClr val="tx1"/>
                </a:solidFill>
                <a:latin typeface="+mn-lt"/>
                <a:ea typeface="+mn-ea"/>
                <a:cs typeface="+mn-cs"/>
              </a:rPr>
              <a:t>• An instance of a program running on a computer</a:t>
            </a:r>
          </a:p>
          <a:p>
            <a:r>
              <a:rPr lang="en-US" sz="1200" kern="1200" baseline="0" dirty="0">
                <a:solidFill>
                  <a:schemeClr val="tx1"/>
                </a:solidFill>
                <a:latin typeface="+mn-lt"/>
                <a:ea typeface="+mn-ea"/>
                <a:cs typeface="+mn-cs"/>
              </a:rPr>
              <a:t>• The entity that can be assigned to and executed on a processor</a:t>
            </a:r>
          </a:p>
          <a:p>
            <a:r>
              <a:rPr lang="en-US" sz="1200" kern="1200" baseline="0" dirty="0">
                <a:solidFill>
                  <a:schemeClr val="tx1"/>
                </a:solidFill>
                <a:latin typeface="+mn-lt"/>
                <a:ea typeface="+mn-ea"/>
                <a:cs typeface="+mn-cs"/>
              </a:rPr>
              <a:t>• A unit of activity characterized by a single sequential thread of execution, a</a:t>
            </a:r>
          </a:p>
          <a:p>
            <a:r>
              <a:rPr lang="en-US" sz="1200" kern="1200" baseline="0" dirty="0">
                <a:solidFill>
                  <a:schemeClr val="tx1"/>
                </a:solidFill>
                <a:latin typeface="+mn-lt"/>
                <a:ea typeface="+mn-ea"/>
                <a:cs typeface="+mn-cs"/>
              </a:rPr>
              <a:t>current state, and an associated set of system resources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24</a:t>
            </a:fld>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85000" lnSpcReduction="20000"/>
          </a:bodyPr>
          <a:lstStyle/>
          <a:p>
            <a:r>
              <a:rPr lang="en-US" sz="1200" kern="1200" baseline="0" dirty="0">
                <a:solidFill>
                  <a:schemeClr val="tx1"/>
                </a:solidFill>
                <a:latin typeface="+mn-lt"/>
                <a:ea typeface="+mn-ea"/>
                <a:cs typeface="+mn-cs"/>
              </a:rPr>
              <a:t>Three major lines of computer system development created problems in timing</a:t>
            </a:r>
          </a:p>
          <a:p>
            <a:r>
              <a:rPr lang="en-US" sz="1200" kern="1200" baseline="0" dirty="0">
                <a:solidFill>
                  <a:schemeClr val="tx1"/>
                </a:solidFill>
                <a:latin typeface="+mn-lt"/>
                <a:ea typeface="+mn-ea"/>
                <a:cs typeface="+mn-cs"/>
              </a:rPr>
              <a:t>and synchronization that contributed to the development of the concept of the</a:t>
            </a:r>
          </a:p>
          <a:p>
            <a:r>
              <a:rPr lang="en-US" sz="1200" kern="1200" baseline="0" dirty="0">
                <a:solidFill>
                  <a:schemeClr val="tx1"/>
                </a:solidFill>
                <a:latin typeface="+mn-lt"/>
                <a:ea typeface="+mn-ea"/>
                <a:cs typeface="+mn-cs"/>
              </a:rPr>
              <a:t>process: multiprogramming batch operation, time sharing, and real-time transaction</a:t>
            </a:r>
          </a:p>
          <a:p>
            <a:r>
              <a:rPr lang="en-US" sz="1200" kern="1200" baseline="0" dirty="0">
                <a:solidFill>
                  <a:schemeClr val="tx1"/>
                </a:solidFill>
                <a:latin typeface="+mn-lt"/>
                <a:ea typeface="+mn-ea"/>
                <a:cs typeface="+mn-cs"/>
              </a:rPr>
              <a:t>systems. As we have seen, multiprogramming was designed to keep the processor</a:t>
            </a:r>
          </a:p>
          <a:p>
            <a:r>
              <a:rPr lang="en-US" sz="1200" kern="1200" baseline="0" dirty="0">
                <a:solidFill>
                  <a:schemeClr val="tx1"/>
                </a:solidFill>
                <a:latin typeface="+mn-lt"/>
                <a:ea typeface="+mn-ea"/>
                <a:cs typeface="+mn-cs"/>
              </a:rPr>
              <a:t>and I/O devices, including storage devices, simultaneously busy to achieve maximum</a:t>
            </a:r>
          </a:p>
          <a:p>
            <a:r>
              <a:rPr lang="en-US" sz="1200" kern="1200" baseline="0" dirty="0">
                <a:solidFill>
                  <a:schemeClr val="tx1"/>
                </a:solidFill>
                <a:latin typeface="+mn-lt"/>
                <a:ea typeface="+mn-ea"/>
                <a:cs typeface="+mn-cs"/>
              </a:rPr>
              <a:t>efficiency. The key mechanism is this: In response to signals indicating the</a:t>
            </a:r>
          </a:p>
          <a:p>
            <a:r>
              <a:rPr lang="en-US" sz="1200" kern="1200" baseline="0" dirty="0">
                <a:solidFill>
                  <a:schemeClr val="tx1"/>
                </a:solidFill>
                <a:latin typeface="+mn-lt"/>
                <a:ea typeface="+mn-ea"/>
                <a:cs typeface="+mn-cs"/>
              </a:rPr>
              <a:t>completion of I/O transactions, the processor is switched among the various programs</a:t>
            </a:r>
          </a:p>
          <a:p>
            <a:r>
              <a:rPr lang="en-US" sz="1200" kern="1200" baseline="0" dirty="0">
                <a:solidFill>
                  <a:schemeClr val="tx1"/>
                </a:solidFill>
                <a:latin typeface="+mn-lt"/>
                <a:ea typeface="+mn-ea"/>
                <a:cs typeface="+mn-cs"/>
              </a:rPr>
              <a:t>residing in main memory.</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 second line of development was general-purpose time sharing. Here, the</a:t>
            </a:r>
          </a:p>
          <a:p>
            <a:r>
              <a:rPr lang="en-US" sz="1200" kern="1200" baseline="0" dirty="0">
                <a:solidFill>
                  <a:schemeClr val="tx1"/>
                </a:solidFill>
                <a:latin typeface="+mn-lt"/>
                <a:ea typeface="+mn-ea"/>
                <a:cs typeface="+mn-cs"/>
              </a:rPr>
              <a:t>key design objective is to be responsive to the needs of the individual user and yet,</a:t>
            </a:r>
          </a:p>
          <a:p>
            <a:r>
              <a:rPr lang="en-US" sz="1200" kern="1200" baseline="0" dirty="0">
                <a:solidFill>
                  <a:schemeClr val="tx1"/>
                </a:solidFill>
                <a:latin typeface="+mn-lt"/>
                <a:ea typeface="+mn-ea"/>
                <a:cs typeface="+mn-cs"/>
              </a:rPr>
              <a:t>for cost reasons, be able to support many users simultaneously. These goals are</a:t>
            </a:r>
          </a:p>
          <a:p>
            <a:r>
              <a:rPr lang="en-US" sz="1200" kern="1200" baseline="0" dirty="0">
                <a:solidFill>
                  <a:schemeClr val="tx1"/>
                </a:solidFill>
                <a:latin typeface="+mn-lt"/>
                <a:ea typeface="+mn-ea"/>
                <a:cs typeface="+mn-cs"/>
              </a:rPr>
              <a:t>compatible because of the relatively slow reaction time of the user. For example,</a:t>
            </a:r>
          </a:p>
          <a:p>
            <a:r>
              <a:rPr lang="en-US" sz="1200" kern="1200" baseline="0" dirty="0">
                <a:solidFill>
                  <a:schemeClr val="tx1"/>
                </a:solidFill>
                <a:latin typeface="+mn-lt"/>
                <a:ea typeface="+mn-ea"/>
                <a:cs typeface="+mn-cs"/>
              </a:rPr>
              <a:t>if a typical user needs an average of 2 seconds of processing time per minute, then</a:t>
            </a:r>
          </a:p>
          <a:p>
            <a:r>
              <a:rPr lang="en-US" sz="1200" kern="1200" baseline="0" dirty="0">
                <a:solidFill>
                  <a:schemeClr val="tx1"/>
                </a:solidFill>
                <a:latin typeface="+mn-lt"/>
                <a:ea typeface="+mn-ea"/>
                <a:cs typeface="+mn-cs"/>
              </a:rPr>
              <a:t>close to 30 such users should be able to share the same system without noticeable</a:t>
            </a:r>
          </a:p>
          <a:p>
            <a:r>
              <a:rPr lang="en-US" sz="1200" kern="1200" baseline="0" dirty="0">
                <a:solidFill>
                  <a:schemeClr val="tx1"/>
                </a:solidFill>
                <a:latin typeface="+mn-lt"/>
                <a:ea typeface="+mn-ea"/>
                <a:cs typeface="+mn-cs"/>
              </a:rPr>
              <a:t>interference. Of course, OS overhead must be factored into such calculations.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 third important line of development has been real-time transaction processing</a:t>
            </a:r>
          </a:p>
          <a:p>
            <a:r>
              <a:rPr lang="en-US" sz="1200" kern="1200" baseline="0" dirty="0">
                <a:solidFill>
                  <a:schemeClr val="tx1"/>
                </a:solidFill>
                <a:latin typeface="+mn-lt"/>
                <a:ea typeface="+mn-ea"/>
                <a:cs typeface="+mn-cs"/>
              </a:rPr>
              <a:t>systems. In this case, a number of users are entering queries or updates against a</a:t>
            </a:r>
          </a:p>
          <a:p>
            <a:r>
              <a:rPr lang="en-US" sz="1200" kern="1200" baseline="0" dirty="0">
                <a:solidFill>
                  <a:schemeClr val="tx1"/>
                </a:solidFill>
                <a:latin typeface="+mn-lt"/>
                <a:ea typeface="+mn-ea"/>
                <a:cs typeface="+mn-cs"/>
              </a:rPr>
              <a:t>database. An example is an airline reservation system. The key difference between</a:t>
            </a:r>
          </a:p>
          <a:p>
            <a:r>
              <a:rPr lang="en-US" sz="1200" kern="1200" baseline="0" dirty="0">
                <a:solidFill>
                  <a:schemeClr val="tx1"/>
                </a:solidFill>
                <a:latin typeface="+mn-lt"/>
                <a:ea typeface="+mn-ea"/>
                <a:cs typeface="+mn-cs"/>
              </a:rPr>
              <a:t>the transaction processing system and the time-sharing system is that the former</a:t>
            </a:r>
          </a:p>
          <a:p>
            <a:r>
              <a:rPr lang="en-US" sz="1200" kern="1200" baseline="0" dirty="0">
                <a:solidFill>
                  <a:schemeClr val="tx1"/>
                </a:solidFill>
                <a:latin typeface="+mn-lt"/>
                <a:ea typeface="+mn-ea"/>
                <a:cs typeface="+mn-cs"/>
              </a:rPr>
              <a:t>is limited to one or a few applications, whereas users of a time-sharing system can</a:t>
            </a:r>
          </a:p>
          <a:p>
            <a:r>
              <a:rPr lang="en-US" sz="1200" kern="1200" baseline="0" dirty="0">
                <a:solidFill>
                  <a:schemeClr val="tx1"/>
                </a:solidFill>
                <a:latin typeface="+mn-lt"/>
                <a:ea typeface="+mn-ea"/>
                <a:cs typeface="+mn-cs"/>
              </a:rPr>
              <a:t>engage in program development, job execution, and the use of various applications.</a:t>
            </a:r>
          </a:p>
          <a:p>
            <a:r>
              <a:rPr lang="en-US" sz="1200" kern="1200" baseline="0" dirty="0">
                <a:solidFill>
                  <a:schemeClr val="tx1"/>
                </a:solidFill>
                <a:latin typeface="+mn-lt"/>
                <a:ea typeface="+mn-ea"/>
                <a:cs typeface="+mn-cs"/>
              </a:rPr>
              <a:t>In both cases, system response time is paramount.</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25</a:t>
            </a:fld>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55000" lnSpcReduction="20000"/>
          </a:bodyPr>
          <a:lstStyle/>
          <a:p>
            <a:r>
              <a:rPr lang="en-NZ" dirty="0"/>
              <a:t>Efforts to design a system were vulnerable to subtle programming errors whose effects could be observed only when certain relatively rare sequences of actions occurred.</a:t>
            </a:r>
          </a:p>
          <a:p>
            <a:pPr lvl="1">
              <a:buFont typeface="Arial" pitchFamily="34" charset="0"/>
              <a:buChar char="•"/>
            </a:pPr>
            <a:r>
              <a:rPr lang="en-NZ" dirty="0"/>
              <a:t> These errors were difficult to diagnose because they needed to be distinguished from application software errors and hardware errors. </a:t>
            </a:r>
          </a:p>
          <a:p>
            <a:pPr lvl="1">
              <a:buFont typeface="Arial" pitchFamily="34" charset="0"/>
              <a:buChar char="•"/>
            </a:pPr>
            <a:r>
              <a:rPr lang="en-NZ" dirty="0"/>
              <a:t> Even when the error was detected, it was difficult to determine the cause, because the precise conditions under which the errors appeared were very hard to reproduce. </a:t>
            </a:r>
          </a:p>
          <a:p>
            <a:pPr lvl="1">
              <a:buFont typeface="Arial" pitchFamily="34" charset="0"/>
              <a:buChar char="•"/>
            </a:pPr>
            <a:endParaRPr lang="en-NZ" dirty="0"/>
          </a:p>
          <a:p>
            <a:pPr lvl="0">
              <a:buFont typeface="Arial" pitchFamily="34" charset="0"/>
              <a:buNone/>
            </a:pPr>
            <a:r>
              <a:rPr lang="en-NZ" dirty="0"/>
              <a:t>In general terms, there are four main causes of such errors:</a:t>
            </a:r>
          </a:p>
          <a:p>
            <a:pPr lvl="0"/>
            <a:endParaRPr lang="en-NZ" b="1" dirty="0"/>
          </a:p>
          <a:p>
            <a:pPr lvl="0"/>
            <a:r>
              <a:rPr lang="en-NZ" b="1" dirty="0"/>
              <a:t>Improper synchronization:</a:t>
            </a:r>
          </a:p>
          <a:p>
            <a:pPr lvl="1">
              <a:buFont typeface="Arial" pitchFamily="34" charset="0"/>
              <a:buChar char="•"/>
            </a:pPr>
            <a:r>
              <a:rPr lang="en-NZ" dirty="0"/>
              <a:t>Often a routine must be suspended awaiting an event elsewhere in the system. </a:t>
            </a:r>
          </a:p>
          <a:p>
            <a:pPr lvl="2">
              <a:buFont typeface="Arial" pitchFamily="34" charset="0"/>
              <a:buChar char="•"/>
            </a:pPr>
            <a:r>
              <a:rPr lang="en-NZ" dirty="0"/>
              <a:t> e.g. a program that initiates an I/O read must wait until the data are available in a buffer before proceeding. </a:t>
            </a:r>
          </a:p>
          <a:p>
            <a:pPr lvl="1">
              <a:buFont typeface="Arial" pitchFamily="34" charset="0"/>
              <a:buChar char="•"/>
            </a:pPr>
            <a:r>
              <a:rPr lang="en-NZ" dirty="0"/>
              <a:t> In such cases, a signal from some other routine is required.</a:t>
            </a:r>
          </a:p>
          <a:p>
            <a:pPr lvl="1">
              <a:buFont typeface="Arial" pitchFamily="34" charset="0"/>
              <a:buChar char="•"/>
            </a:pPr>
            <a:r>
              <a:rPr lang="en-NZ" dirty="0"/>
              <a:t>Improper design of the signalling mechanism can result in signals being lost or duplicate signals being received.</a:t>
            </a:r>
          </a:p>
          <a:p>
            <a:pPr lvl="1">
              <a:buFont typeface="Arial" pitchFamily="34" charset="0"/>
              <a:buChar char="•"/>
            </a:pPr>
            <a:endParaRPr lang="en-NZ" dirty="0"/>
          </a:p>
          <a:p>
            <a:r>
              <a:rPr lang="en-NZ" b="1" dirty="0"/>
              <a:t>Failed mutual exclusion: </a:t>
            </a:r>
          </a:p>
          <a:p>
            <a:pPr lvl="1">
              <a:buFont typeface="Arial" pitchFamily="34" charset="0"/>
              <a:buChar char="•"/>
            </a:pPr>
            <a:r>
              <a:rPr lang="en-NZ" b="1" dirty="0"/>
              <a:t> </a:t>
            </a:r>
            <a:r>
              <a:rPr lang="en-NZ" dirty="0"/>
              <a:t>Often more than one user or program will attempt to make use of a shared resource at the same time.</a:t>
            </a:r>
          </a:p>
          <a:p>
            <a:pPr lvl="2">
              <a:buFont typeface="Arial" pitchFamily="34" charset="0"/>
              <a:buChar char="•"/>
            </a:pPr>
            <a:r>
              <a:rPr lang="en-NZ" dirty="0"/>
              <a:t> e.g. two users may attempt to edit the same file at the same time. </a:t>
            </a:r>
          </a:p>
          <a:p>
            <a:pPr lvl="1">
              <a:buFont typeface="Arial" pitchFamily="34" charset="0"/>
              <a:buChar char="•"/>
            </a:pPr>
            <a:r>
              <a:rPr lang="en-NZ" dirty="0"/>
              <a:t> If these accesses are not controlled, an error can occur.</a:t>
            </a:r>
          </a:p>
          <a:p>
            <a:pPr lvl="1">
              <a:buFont typeface="Arial" pitchFamily="34" charset="0"/>
              <a:buChar char="•"/>
            </a:pPr>
            <a:r>
              <a:rPr lang="en-NZ" dirty="0"/>
              <a:t> There must be some sort of mutual exclusion mechanism that permits only one routine at a time to perform an update against the file.</a:t>
            </a:r>
          </a:p>
          <a:p>
            <a:endParaRPr lang="en-NZ" dirty="0"/>
          </a:p>
          <a:p>
            <a:r>
              <a:rPr lang="en-NZ" b="1" dirty="0"/>
              <a:t>Nondeterminate program operation: </a:t>
            </a:r>
          </a:p>
          <a:p>
            <a:pPr lvl="1">
              <a:buFont typeface="Arial" pitchFamily="34" charset="0"/>
              <a:buChar char="•"/>
            </a:pPr>
            <a:r>
              <a:rPr lang="en-NZ" b="1" dirty="0"/>
              <a:t> </a:t>
            </a:r>
            <a:r>
              <a:rPr lang="en-NZ" dirty="0"/>
              <a:t>The results of a particular program normally should depend only on the input to that program and not on the activities of other programs in a shared system. </a:t>
            </a:r>
          </a:p>
          <a:p>
            <a:pPr lvl="1">
              <a:buFont typeface="Arial" pitchFamily="34" charset="0"/>
              <a:buChar char="•"/>
            </a:pPr>
            <a:r>
              <a:rPr lang="en-NZ" dirty="0"/>
              <a:t> But when programs share memory, and their execution is interleaved by the processor, they may interfere with each other by overwriting common memory areas in unpredictable ways.</a:t>
            </a:r>
          </a:p>
          <a:p>
            <a:pPr lvl="1">
              <a:buFont typeface="Arial" pitchFamily="34" charset="0"/>
              <a:buChar char="•"/>
            </a:pPr>
            <a:r>
              <a:rPr lang="en-NZ" dirty="0"/>
              <a:t> Thus, the order in which various programs are scheduled may affect the outcome of any particular program.</a:t>
            </a:r>
          </a:p>
          <a:p>
            <a:pPr lvl="1">
              <a:buFont typeface="Arial" pitchFamily="34" charset="0"/>
              <a:buChar char="•"/>
            </a:pPr>
            <a:endParaRPr lang="en-NZ" dirty="0"/>
          </a:p>
          <a:p>
            <a:r>
              <a:rPr lang="en-NZ" b="1" dirty="0"/>
              <a:t>Deadlocks: </a:t>
            </a:r>
          </a:p>
          <a:p>
            <a:pPr lvl="1">
              <a:buFont typeface="Arial" pitchFamily="34" charset="0"/>
              <a:buChar char="•"/>
            </a:pPr>
            <a:r>
              <a:rPr lang="en-NZ" b="1" dirty="0"/>
              <a:t> </a:t>
            </a:r>
            <a:r>
              <a:rPr lang="en-NZ" dirty="0"/>
              <a:t>It is possible for two or more programs to be hung up waiting for each other. </a:t>
            </a:r>
          </a:p>
          <a:p>
            <a:pPr lvl="2">
              <a:buFont typeface="Arial" pitchFamily="34" charset="0"/>
              <a:buChar char="•"/>
            </a:pPr>
            <a:r>
              <a:rPr lang="en-NZ" dirty="0"/>
              <a:t> e.g. two programs may each require two I/O devices to perform some operation (e.g., disk to tape copy). </a:t>
            </a:r>
          </a:p>
          <a:p>
            <a:pPr lvl="2">
              <a:buFont typeface="Arial" pitchFamily="34" charset="0"/>
              <a:buChar char="•"/>
            </a:pPr>
            <a:r>
              <a:rPr lang="en-NZ" dirty="0"/>
              <a:t> One of the programs has seized control of one of the devices and the other program has control of the other device. </a:t>
            </a:r>
          </a:p>
          <a:p>
            <a:pPr lvl="2">
              <a:buFont typeface="Arial" pitchFamily="34" charset="0"/>
              <a:buChar char="•"/>
            </a:pPr>
            <a:r>
              <a:rPr lang="en-NZ" dirty="0"/>
              <a:t> Each is waiting for the other program to release the desired resource. </a:t>
            </a:r>
          </a:p>
          <a:p>
            <a:pPr lvl="1">
              <a:buFont typeface="Arial" pitchFamily="34" charset="0"/>
              <a:buChar char="•"/>
            </a:pPr>
            <a:r>
              <a:rPr lang="en-NZ" dirty="0"/>
              <a:t> Such a deadlock may depend on the chance timing of resource allocation and release.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26</a:t>
            </a:fld>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Operating systems are among the most complex pieces of software ever developed.</a:t>
            </a:r>
          </a:p>
          <a:p>
            <a:r>
              <a:rPr lang="en-US" sz="1200" kern="1200" baseline="0" dirty="0">
                <a:solidFill>
                  <a:schemeClr val="tx1"/>
                </a:solidFill>
                <a:latin typeface="+mn-lt"/>
                <a:ea typeface="+mn-ea"/>
                <a:cs typeface="+mn-cs"/>
              </a:rPr>
              <a:t>This reflects the challenge of trying to meet the difficult and in some cases</a:t>
            </a:r>
          </a:p>
          <a:p>
            <a:r>
              <a:rPr lang="en-US" sz="1200" kern="1200" baseline="0" dirty="0">
                <a:solidFill>
                  <a:schemeClr val="tx1"/>
                </a:solidFill>
                <a:latin typeface="+mn-lt"/>
                <a:ea typeface="+mn-ea"/>
                <a:cs typeface="+mn-cs"/>
              </a:rPr>
              <a:t>competing objectives of convenience, efficiency, and ability to evolve. [DENN80a]</a:t>
            </a:r>
          </a:p>
          <a:p>
            <a:r>
              <a:rPr lang="en-US" sz="1200" kern="1200" baseline="0" dirty="0">
                <a:solidFill>
                  <a:schemeClr val="tx1"/>
                </a:solidFill>
                <a:latin typeface="+mn-lt"/>
                <a:ea typeface="+mn-ea"/>
                <a:cs typeface="+mn-cs"/>
              </a:rPr>
              <a:t>proposes that there have been four major theoretical advances in the development</a:t>
            </a:r>
          </a:p>
          <a:p>
            <a:r>
              <a:rPr lang="en-US" sz="1200" kern="1200" baseline="0" dirty="0">
                <a:solidFill>
                  <a:schemeClr val="tx1"/>
                </a:solidFill>
                <a:latin typeface="+mn-lt"/>
                <a:ea typeface="+mn-ea"/>
                <a:cs typeface="+mn-cs"/>
              </a:rPr>
              <a:t>of operating systems: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Processes</a:t>
            </a:r>
          </a:p>
          <a:p>
            <a:r>
              <a:rPr lang="en-US" sz="1200" kern="1200" baseline="0" dirty="0">
                <a:solidFill>
                  <a:schemeClr val="tx1"/>
                </a:solidFill>
                <a:latin typeface="+mn-lt"/>
                <a:ea typeface="+mn-ea"/>
                <a:cs typeface="+mn-cs"/>
              </a:rPr>
              <a:t>• Memory management</a:t>
            </a:r>
          </a:p>
          <a:p>
            <a:r>
              <a:rPr lang="en-US" sz="1200" kern="1200" baseline="0" dirty="0">
                <a:solidFill>
                  <a:schemeClr val="tx1"/>
                </a:solidFill>
                <a:latin typeface="+mn-lt"/>
                <a:ea typeface="+mn-ea"/>
                <a:cs typeface="+mn-cs"/>
              </a:rPr>
              <a:t>• Information protection and security</a:t>
            </a:r>
          </a:p>
          <a:p>
            <a:r>
              <a:rPr lang="en-US" sz="1200" kern="1200" baseline="0" dirty="0">
                <a:solidFill>
                  <a:schemeClr val="tx1"/>
                </a:solidFill>
                <a:latin typeface="+mn-lt"/>
                <a:ea typeface="+mn-ea"/>
                <a:cs typeface="+mn-cs"/>
              </a:rPr>
              <a:t>• Scheduling and resource management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Each advance is characterized by principles, or abstractions, developed to</a:t>
            </a:r>
          </a:p>
          <a:p>
            <a:r>
              <a:rPr lang="en-US" sz="1200" kern="1200" baseline="0" dirty="0">
                <a:solidFill>
                  <a:schemeClr val="tx1"/>
                </a:solidFill>
                <a:latin typeface="+mn-lt"/>
                <a:ea typeface="+mn-ea"/>
                <a:cs typeface="+mn-cs"/>
              </a:rPr>
              <a:t>meet difficult practical problems. Taken together, these five areas span many of</a:t>
            </a:r>
          </a:p>
          <a:p>
            <a:r>
              <a:rPr lang="en-US" sz="1200" kern="1200" baseline="0" dirty="0">
                <a:solidFill>
                  <a:schemeClr val="tx1"/>
                </a:solidFill>
                <a:latin typeface="+mn-lt"/>
                <a:ea typeface="+mn-ea"/>
                <a:cs typeface="+mn-cs"/>
              </a:rPr>
              <a:t>the key design and implementation issues of modern operating systems. The brief</a:t>
            </a:r>
          </a:p>
          <a:p>
            <a:r>
              <a:rPr lang="en-US" sz="1200" kern="1200" baseline="0" dirty="0">
                <a:solidFill>
                  <a:schemeClr val="tx1"/>
                </a:solidFill>
                <a:latin typeface="+mn-lt"/>
                <a:ea typeface="+mn-ea"/>
                <a:cs typeface="+mn-cs"/>
              </a:rPr>
              <a:t>review of these five areas in this section serves as an overview of much of the rest</a:t>
            </a:r>
          </a:p>
          <a:p>
            <a:r>
              <a:rPr lang="en-US" sz="1200" kern="1200" baseline="0" dirty="0">
                <a:solidFill>
                  <a:schemeClr val="tx1"/>
                </a:solidFill>
                <a:latin typeface="+mn-lt"/>
                <a:ea typeface="+mn-ea"/>
                <a:cs typeface="+mn-cs"/>
              </a:rPr>
              <a:t>of the text.</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27</a:t>
            </a:fld>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lnSpcReduction="10000"/>
          </a:bodyPr>
          <a:lstStyle/>
          <a:p>
            <a:r>
              <a:rPr lang="en-NZ" dirty="0"/>
              <a:t>We can think of a process as consisting of three components:</a:t>
            </a:r>
          </a:p>
          <a:p>
            <a:pPr lvl="1"/>
            <a:r>
              <a:rPr lang="en-NZ" dirty="0"/>
              <a:t>• An executable program</a:t>
            </a:r>
          </a:p>
          <a:p>
            <a:pPr lvl="1"/>
            <a:r>
              <a:rPr lang="en-NZ" dirty="0"/>
              <a:t>• The associated data needed by the program (variables, work space, buffers, etc.)</a:t>
            </a:r>
          </a:p>
          <a:p>
            <a:pPr lvl="1"/>
            <a:r>
              <a:rPr lang="en-NZ" dirty="0"/>
              <a:t>• The execution context of the program</a:t>
            </a:r>
          </a:p>
          <a:p>
            <a:pPr lvl="1"/>
            <a:endParaRPr lang="en-NZ" dirty="0"/>
          </a:p>
          <a:p>
            <a:r>
              <a:rPr lang="en-NZ" dirty="0"/>
              <a:t>This last element is essential.</a:t>
            </a:r>
          </a:p>
          <a:p>
            <a:endParaRPr lang="en-NZ" dirty="0"/>
          </a:p>
          <a:p>
            <a:r>
              <a:rPr lang="en-NZ" dirty="0"/>
              <a:t>The execution context, or process state, is the internal data by which the OS is able to supervise and control the process.</a:t>
            </a:r>
          </a:p>
          <a:p>
            <a:pPr lvl="1">
              <a:buFont typeface="Arial" pitchFamily="34" charset="0"/>
              <a:buChar char="•"/>
            </a:pPr>
            <a:r>
              <a:rPr lang="en-NZ" dirty="0"/>
              <a:t> This internal information is separated from the process, because the OS has information not permitted to the process. </a:t>
            </a:r>
          </a:p>
          <a:p>
            <a:pPr lvl="0">
              <a:buFont typeface="Arial" pitchFamily="34" charset="0"/>
              <a:buNone/>
            </a:pPr>
            <a:endParaRPr lang="en-NZ" dirty="0"/>
          </a:p>
          <a:p>
            <a:pPr lvl="0">
              <a:buFont typeface="Arial" pitchFamily="34" charset="0"/>
              <a:buNone/>
            </a:pPr>
            <a:r>
              <a:rPr lang="en-NZ" dirty="0"/>
              <a:t>The context includes all of the information that the OS needs to manage the process and that the processor needs to execute the process properly</a:t>
            </a:r>
            <a:r>
              <a:rPr lang="en-NZ" baseline="0" dirty="0"/>
              <a:t> including:</a:t>
            </a:r>
          </a:p>
          <a:p>
            <a:pPr lvl="1">
              <a:buFont typeface="Arial" pitchFamily="34" charset="0"/>
              <a:buChar char="•"/>
            </a:pPr>
            <a:r>
              <a:rPr lang="en-NZ" baseline="0" dirty="0"/>
              <a:t> </a:t>
            </a:r>
            <a:r>
              <a:rPr lang="en-NZ" dirty="0"/>
              <a:t>contents of the various processor registers, such as the program counter and data registers</a:t>
            </a:r>
          </a:p>
          <a:p>
            <a:pPr lvl="1">
              <a:buFont typeface="Arial" pitchFamily="34" charset="0"/>
              <a:buChar char="•"/>
            </a:pPr>
            <a:r>
              <a:rPr lang="en-NZ" dirty="0"/>
              <a:t>And information of use to the OS, such as the priority of the process and whether the process is waiting for the completion of a particular I/O event.</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29</a:t>
            </a:fld>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70000" lnSpcReduction="20000"/>
          </a:bodyPr>
          <a:lstStyle/>
          <a:p>
            <a:r>
              <a:rPr lang="en-US" sz="1200" kern="1200" baseline="0" dirty="0">
                <a:solidFill>
                  <a:schemeClr val="tx1"/>
                </a:solidFill>
                <a:latin typeface="+mn-lt"/>
                <a:ea typeface="+mn-ea"/>
                <a:cs typeface="+mn-cs"/>
              </a:rPr>
              <a:t>The needs of users can be met best by a computing environment that supports</a:t>
            </a:r>
          </a:p>
          <a:p>
            <a:r>
              <a:rPr lang="en-US" sz="1200" kern="1200" baseline="0" dirty="0">
                <a:solidFill>
                  <a:schemeClr val="tx1"/>
                </a:solidFill>
                <a:latin typeface="+mn-lt"/>
                <a:ea typeface="+mn-ea"/>
                <a:cs typeface="+mn-cs"/>
              </a:rPr>
              <a:t>modular programming and the flexible use of data. System managers need efficient</a:t>
            </a:r>
          </a:p>
          <a:p>
            <a:r>
              <a:rPr lang="en-US" sz="1200" kern="1200" baseline="0" dirty="0">
                <a:solidFill>
                  <a:schemeClr val="tx1"/>
                </a:solidFill>
                <a:latin typeface="+mn-lt"/>
                <a:ea typeface="+mn-ea"/>
                <a:cs typeface="+mn-cs"/>
              </a:rPr>
              <a:t>and orderly control of storage allocation. The OS, to satisfy these requirements, has</a:t>
            </a:r>
          </a:p>
          <a:p>
            <a:r>
              <a:rPr lang="en-US" sz="1200" kern="1200" baseline="0" dirty="0">
                <a:solidFill>
                  <a:schemeClr val="tx1"/>
                </a:solidFill>
                <a:latin typeface="+mn-lt"/>
                <a:ea typeface="+mn-ea"/>
                <a:cs typeface="+mn-cs"/>
              </a:rPr>
              <a:t>five principal storage management responsibilities: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Process isolation: The OS must prevent independent processes from interfering</a:t>
            </a:r>
          </a:p>
          <a:p>
            <a:r>
              <a:rPr lang="en-US" sz="1200" kern="1200" baseline="0" dirty="0">
                <a:solidFill>
                  <a:schemeClr val="tx1"/>
                </a:solidFill>
                <a:latin typeface="+mn-lt"/>
                <a:ea typeface="+mn-ea"/>
                <a:cs typeface="+mn-cs"/>
              </a:rPr>
              <a:t>with each other’s memory, both data and instructions.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Automatic allocation and management: Programs should be dynamically</a:t>
            </a:r>
          </a:p>
          <a:p>
            <a:r>
              <a:rPr lang="en-US" sz="1200" kern="1200" baseline="0" dirty="0">
                <a:solidFill>
                  <a:schemeClr val="tx1"/>
                </a:solidFill>
                <a:latin typeface="+mn-lt"/>
                <a:ea typeface="+mn-ea"/>
                <a:cs typeface="+mn-cs"/>
              </a:rPr>
              <a:t>allocated across the memory hierarchy as required. Allocation should be</a:t>
            </a:r>
          </a:p>
          <a:p>
            <a:r>
              <a:rPr lang="en-US" sz="1200" kern="1200" baseline="0" dirty="0">
                <a:solidFill>
                  <a:schemeClr val="tx1"/>
                </a:solidFill>
                <a:latin typeface="+mn-lt"/>
                <a:ea typeface="+mn-ea"/>
                <a:cs typeface="+mn-cs"/>
              </a:rPr>
              <a:t>transparent to the programmer. Thus, the programmer is relieved of concerns</a:t>
            </a:r>
          </a:p>
          <a:p>
            <a:r>
              <a:rPr lang="en-US" sz="1200" kern="1200" baseline="0" dirty="0">
                <a:solidFill>
                  <a:schemeClr val="tx1"/>
                </a:solidFill>
                <a:latin typeface="+mn-lt"/>
                <a:ea typeface="+mn-ea"/>
                <a:cs typeface="+mn-cs"/>
              </a:rPr>
              <a:t>relating to memory limitations, and the OS can achieve efficiency by assigning</a:t>
            </a:r>
          </a:p>
          <a:p>
            <a:r>
              <a:rPr lang="en-US" sz="1200" kern="1200" baseline="0" dirty="0">
                <a:solidFill>
                  <a:schemeClr val="tx1"/>
                </a:solidFill>
                <a:latin typeface="+mn-lt"/>
                <a:ea typeface="+mn-ea"/>
                <a:cs typeface="+mn-cs"/>
              </a:rPr>
              <a:t>memory to jobs only as needed.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Support of modular programming: Programmers should be able to define program</a:t>
            </a:r>
          </a:p>
          <a:p>
            <a:r>
              <a:rPr lang="en-US" sz="1200" kern="1200" baseline="0" dirty="0">
                <a:solidFill>
                  <a:schemeClr val="tx1"/>
                </a:solidFill>
                <a:latin typeface="+mn-lt"/>
                <a:ea typeface="+mn-ea"/>
                <a:cs typeface="+mn-cs"/>
              </a:rPr>
              <a:t>modules, and to create, destroy, and alter the size of modules dynamically.</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Protection and access control: Sharing of memory, at any level of the memory</a:t>
            </a:r>
          </a:p>
          <a:p>
            <a:r>
              <a:rPr lang="en-US" sz="1200" kern="1200" baseline="0" dirty="0">
                <a:solidFill>
                  <a:schemeClr val="tx1"/>
                </a:solidFill>
                <a:latin typeface="+mn-lt"/>
                <a:ea typeface="+mn-ea"/>
                <a:cs typeface="+mn-cs"/>
              </a:rPr>
              <a:t>hierarchy, creates the potential for one program to address the memory space</a:t>
            </a:r>
          </a:p>
          <a:p>
            <a:r>
              <a:rPr lang="en-US" sz="1200" kern="1200" baseline="0" dirty="0">
                <a:solidFill>
                  <a:schemeClr val="tx1"/>
                </a:solidFill>
                <a:latin typeface="+mn-lt"/>
                <a:ea typeface="+mn-ea"/>
                <a:cs typeface="+mn-cs"/>
              </a:rPr>
              <a:t>of another. This is desirable when sharing is needed by particular applications.</a:t>
            </a:r>
          </a:p>
          <a:p>
            <a:r>
              <a:rPr lang="en-US" sz="1200" kern="1200" baseline="0" dirty="0">
                <a:solidFill>
                  <a:schemeClr val="tx1"/>
                </a:solidFill>
                <a:latin typeface="+mn-lt"/>
                <a:ea typeface="+mn-ea"/>
                <a:cs typeface="+mn-cs"/>
              </a:rPr>
              <a:t>At other times, it threatens the integrity of programs and even of the OS itself.</a:t>
            </a:r>
          </a:p>
          <a:p>
            <a:r>
              <a:rPr lang="en-US" sz="1200" kern="1200" baseline="0" dirty="0">
                <a:solidFill>
                  <a:schemeClr val="tx1"/>
                </a:solidFill>
                <a:latin typeface="+mn-lt"/>
                <a:ea typeface="+mn-ea"/>
                <a:cs typeface="+mn-cs"/>
              </a:rPr>
              <a:t>The OS must allow portions of memory to be accessible in various ways by</a:t>
            </a:r>
          </a:p>
          <a:p>
            <a:r>
              <a:rPr lang="en-US" sz="1200" kern="1200" baseline="0" dirty="0">
                <a:solidFill>
                  <a:schemeClr val="tx1"/>
                </a:solidFill>
                <a:latin typeface="+mn-lt"/>
                <a:ea typeface="+mn-ea"/>
                <a:cs typeface="+mn-cs"/>
              </a:rPr>
              <a:t>various users.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Long-term storage: Many application programs require means for storing</a:t>
            </a:r>
          </a:p>
          <a:p>
            <a:r>
              <a:rPr lang="en-US" sz="1200" kern="1200" baseline="0" dirty="0">
                <a:solidFill>
                  <a:schemeClr val="tx1"/>
                </a:solidFill>
                <a:latin typeface="+mn-lt"/>
                <a:ea typeface="+mn-ea"/>
                <a:cs typeface="+mn-cs"/>
              </a:rPr>
              <a:t>information for extended periods of time, after the computer has been</a:t>
            </a:r>
          </a:p>
          <a:p>
            <a:r>
              <a:rPr lang="en-US" sz="1200" kern="1200" baseline="0" dirty="0">
                <a:solidFill>
                  <a:schemeClr val="tx1"/>
                </a:solidFill>
                <a:latin typeface="+mn-lt"/>
                <a:ea typeface="+mn-ea"/>
                <a:cs typeface="+mn-cs"/>
              </a:rPr>
              <a:t>powered down.</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30</a:t>
            </a:fld>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Typically, operating systems meet these requirements with virtual memory</a:t>
            </a:r>
          </a:p>
          <a:p>
            <a:r>
              <a:rPr lang="en-US" sz="1200" kern="1200" baseline="0" dirty="0">
                <a:solidFill>
                  <a:schemeClr val="tx1"/>
                </a:solidFill>
                <a:latin typeface="+mn-lt"/>
                <a:ea typeface="+mn-ea"/>
                <a:cs typeface="+mn-cs"/>
              </a:rPr>
              <a:t>and file system facilities. The file system implements a long-term store, with information</a:t>
            </a:r>
          </a:p>
          <a:p>
            <a:r>
              <a:rPr lang="en-US" sz="1200" kern="1200" baseline="0" dirty="0">
                <a:solidFill>
                  <a:schemeClr val="tx1"/>
                </a:solidFill>
                <a:latin typeface="+mn-lt"/>
                <a:ea typeface="+mn-ea"/>
                <a:cs typeface="+mn-cs"/>
              </a:rPr>
              <a:t>stored in named objects, called files. The file is a convenient concept for the</a:t>
            </a:r>
          </a:p>
          <a:p>
            <a:r>
              <a:rPr lang="en-US" sz="1200" kern="1200" baseline="0" dirty="0">
                <a:solidFill>
                  <a:schemeClr val="tx1"/>
                </a:solidFill>
                <a:latin typeface="+mn-lt"/>
                <a:ea typeface="+mn-ea"/>
                <a:cs typeface="+mn-cs"/>
              </a:rPr>
              <a:t>programmer and is a useful unit of access control and protection for the OS.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Virtual memory is a facility that allows programs to address memory from</a:t>
            </a:r>
          </a:p>
          <a:p>
            <a:r>
              <a:rPr lang="en-US" sz="1200" kern="1200" baseline="0" dirty="0">
                <a:solidFill>
                  <a:schemeClr val="tx1"/>
                </a:solidFill>
                <a:latin typeface="+mn-lt"/>
                <a:ea typeface="+mn-ea"/>
                <a:cs typeface="+mn-cs"/>
              </a:rPr>
              <a:t>a logical point of view, without regard to the amount of main memory physically</a:t>
            </a:r>
          </a:p>
          <a:p>
            <a:r>
              <a:rPr lang="en-US" sz="1200" kern="1200" baseline="0" dirty="0">
                <a:solidFill>
                  <a:schemeClr val="tx1"/>
                </a:solidFill>
                <a:latin typeface="+mn-lt"/>
                <a:ea typeface="+mn-ea"/>
                <a:cs typeface="+mn-cs"/>
              </a:rPr>
              <a:t>available. Virtual memory was conceived to meet the requirement of having multiple</a:t>
            </a:r>
          </a:p>
          <a:p>
            <a:r>
              <a:rPr lang="en-US" sz="1200" kern="1200" baseline="0" dirty="0">
                <a:solidFill>
                  <a:schemeClr val="tx1"/>
                </a:solidFill>
                <a:latin typeface="+mn-lt"/>
                <a:ea typeface="+mn-ea"/>
                <a:cs typeface="+mn-cs"/>
              </a:rPr>
              <a:t>user jobs reside in main memory concurrently, so that there would not be a hiatus</a:t>
            </a:r>
          </a:p>
          <a:p>
            <a:r>
              <a:rPr lang="en-US" sz="1200" kern="1200" baseline="0" dirty="0">
                <a:solidFill>
                  <a:schemeClr val="tx1"/>
                </a:solidFill>
                <a:latin typeface="+mn-lt"/>
                <a:ea typeface="+mn-ea"/>
                <a:cs typeface="+mn-cs"/>
              </a:rPr>
              <a:t>between the execution of successive processes while one process was written out</a:t>
            </a:r>
          </a:p>
          <a:p>
            <a:r>
              <a:rPr lang="en-US" sz="1200" kern="1200" baseline="0" dirty="0">
                <a:solidFill>
                  <a:schemeClr val="tx1"/>
                </a:solidFill>
                <a:latin typeface="+mn-lt"/>
                <a:ea typeface="+mn-ea"/>
                <a:cs typeface="+mn-cs"/>
              </a:rPr>
              <a:t>to secondary store and the successor process was read in.</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31</a:t>
            </a:fld>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2.10 highlights the addressing concerns in a virtual memory scheme.</a:t>
            </a:r>
          </a:p>
          <a:p>
            <a:r>
              <a:rPr lang="en-US" sz="1200" kern="1200" baseline="0" dirty="0">
                <a:solidFill>
                  <a:schemeClr val="tx1"/>
                </a:solidFill>
                <a:latin typeface="+mn-lt"/>
                <a:ea typeface="+mn-ea"/>
                <a:cs typeface="+mn-cs"/>
              </a:rPr>
              <a:t>Storage consists of directly addressable (by machine instructions) main memory</a:t>
            </a:r>
          </a:p>
          <a:p>
            <a:r>
              <a:rPr lang="en-US" sz="1200" kern="1200" baseline="0" dirty="0">
                <a:solidFill>
                  <a:schemeClr val="tx1"/>
                </a:solidFill>
                <a:latin typeface="+mn-lt"/>
                <a:ea typeface="+mn-ea"/>
                <a:cs typeface="+mn-cs"/>
              </a:rPr>
              <a:t>and lower-speed auxiliary memory that is accessed indirectly by loading blocks</a:t>
            </a:r>
          </a:p>
          <a:p>
            <a:r>
              <a:rPr lang="en-US" sz="1200" kern="1200" baseline="0" dirty="0">
                <a:solidFill>
                  <a:schemeClr val="tx1"/>
                </a:solidFill>
                <a:latin typeface="+mn-lt"/>
                <a:ea typeface="+mn-ea"/>
                <a:cs typeface="+mn-cs"/>
              </a:rPr>
              <a:t>into main memory. Address translation hardware (memory management unit) is</a:t>
            </a:r>
          </a:p>
          <a:p>
            <a:r>
              <a:rPr lang="en-US" sz="1200" kern="1200" baseline="0" dirty="0">
                <a:solidFill>
                  <a:schemeClr val="tx1"/>
                </a:solidFill>
                <a:latin typeface="+mn-lt"/>
                <a:ea typeface="+mn-ea"/>
                <a:cs typeface="+mn-cs"/>
              </a:rPr>
              <a:t>interposed between the processor and memory. Programs reference locations using</a:t>
            </a:r>
          </a:p>
          <a:p>
            <a:r>
              <a:rPr lang="en-US" sz="1200" kern="1200" baseline="0" dirty="0">
                <a:solidFill>
                  <a:schemeClr val="tx1"/>
                </a:solidFill>
                <a:latin typeface="+mn-lt"/>
                <a:ea typeface="+mn-ea"/>
                <a:cs typeface="+mn-cs"/>
              </a:rPr>
              <a:t>virtual addresses, which are mapped into real main memory addresses. If a reference</a:t>
            </a:r>
          </a:p>
          <a:p>
            <a:r>
              <a:rPr lang="en-US" sz="1200" kern="1200" baseline="0" dirty="0">
                <a:solidFill>
                  <a:schemeClr val="tx1"/>
                </a:solidFill>
                <a:latin typeface="+mn-lt"/>
                <a:ea typeface="+mn-ea"/>
                <a:cs typeface="+mn-cs"/>
              </a:rPr>
              <a:t>is made to a virtual address not in real memory, then a portion of the contents</a:t>
            </a:r>
          </a:p>
          <a:p>
            <a:r>
              <a:rPr lang="en-US" sz="1200" kern="1200" baseline="0" dirty="0">
                <a:solidFill>
                  <a:schemeClr val="tx1"/>
                </a:solidFill>
                <a:latin typeface="+mn-lt"/>
                <a:ea typeface="+mn-ea"/>
                <a:cs typeface="+mn-cs"/>
              </a:rPr>
              <a:t>of real memory is swapped out to auxiliary memory and the desired block of data</a:t>
            </a:r>
          </a:p>
          <a:p>
            <a:r>
              <a:rPr lang="en-US" sz="1200" kern="1200" baseline="0" dirty="0">
                <a:solidFill>
                  <a:schemeClr val="tx1"/>
                </a:solidFill>
                <a:latin typeface="+mn-lt"/>
                <a:ea typeface="+mn-ea"/>
                <a:cs typeface="+mn-cs"/>
              </a:rPr>
              <a:t>is swapped in. During this activity, the process that generated the address reference</a:t>
            </a:r>
          </a:p>
          <a:p>
            <a:r>
              <a:rPr lang="en-US" sz="1200" kern="1200" baseline="0" dirty="0">
                <a:solidFill>
                  <a:schemeClr val="tx1"/>
                </a:solidFill>
                <a:latin typeface="+mn-lt"/>
                <a:ea typeface="+mn-ea"/>
                <a:cs typeface="+mn-cs"/>
              </a:rPr>
              <a:t>must be suspended. The OS designer needs to develop an address translation mechanism</a:t>
            </a:r>
          </a:p>
          <a:p>
            <a:r>
              <a:rPr lang="en-US" sz="1200" kern="1200" baseline="0" dirty="0">
                <a:solidFill>
                  <a:schemeClr val="tx1"/>
                </a:solidFill>
                <a:latin typeface="+mn-lt"/>
                <a:ea typeface="+mn-ea"/>
                <a:cs typeface="+mn-cs"/>
              </a:rPr>
              <a:t>that generates little overhead and a storage allocation policy that minimizes</a:t>
            </a:r>
          </a:p>
          <a:p>
            <a:r>
              <a:rPr lang="en-US" sz="1200" kern="1200" baseline="0" dirty="0">
                <a:solidFill>
                  <a:schemeClr val="tx1"/>
                </a:solidFill>
                <a:latin typeface="+mn-lt"/>
                <a:ea typeface="+mn-ea"/>
                <a:cs typeface="+mn-cs"/>
              </a:rPr>
              <a:t>the traffic between memory levels.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32</a:t>
            </a:fld>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growth in the use of time-sharing systems and, more recently, computer networks</a:t>
            </a:r>
          </a:p>
          <a:p>
            <a:r>
              <a:rPr lang="en-US" sz="1200" kern="1200" baseline="0" dirty="0">
                <a:solidFill>
                  <a:schemeClr val="tx1"/>
                </a:solidFill>
                <a:latin typeface="+mn-lt"/>
                <a:ea typeface="+mn-ea"/>
                <a:cs typeface="+mn-cs"/>
              </a:rPr>
              <a:t>has brought with it a growth in concern for the protection of information.</a:t>
            </a:r>
          </a:p>
          <a:p>
            <a:r>
              <a:rPr lang="en-US" sz="1200" kern="1200" baseline="0" dirty="0">
                <a:solidFill>
                  <a:schemeClr val="tx1"/>
                </a:solidFill>
                <a:latin typeface="+mn-lt"/>
                <a:ea typeface="+mn-ea"/>
                <a:cs typeface="+mn-cs"/>
              </a:rPr>
              <a:t>The nature of the threat that concerns an organization will vary greatly depending</a:t>
            </a:r>
          </a:p>
          <a:p>
            <a:r>
              <a:rPr lang="en-US" sz="1200" kern="1200" baseline="0" dirty="0">
                <a:solidFill>
                  <a:schemeClr val="tx1"/>
                </a:solidFill>
                <a:latin typeface="+mn-lt"/>
                <a:ea typeface="+mn-ea"/>
                <a:cs typeface="+mn-cs"/>
              </a:rPr>
              <a:t>on the circumstances. However, there are some general-purpose tools that can be</a:t>
            </a:r>
          </a:p>
          <a:p>
            <a:r>
              <a:rPr lang="en-US" sz="1200" kern="1200" baseline="0" dirty="0">
                <a:solidFill>
                  <a:schemeClr val="tx1"/>
                </a:solidFill>
                <a:latin typeface="+mn-lt"/>
                <a:ea typeface="+mn-ea"/>
                <a:cs typeface="+mn-cs"/>
              </a:rPr>
              <a:t>built into computers and operating systems that support a variety of protection and</a:t>
            </a:r>
          </a:p>
          <a:p>
            <a:r>
              <a:rPr lang="en-US" sz="1200" kern="1200" baseline="0" dirty="0">
                <a:solidFill>
                  <a:schemeClr val="tx1"/>
                </a:solidFill>
                <a:latin typeface="+mn-lt"/>
                <a:ea typeface="+mn-ea"/>
                <a:cs typeface="+mn-cs"/>
              </a:rPr>
              <a:t>security mechanisms. In general, we are concerned with the problem of controlling</a:t>
            </a:r>
          </a:p>
          <a:p>
            <a:r>
              <a:rPr lang="en-US" sz="1200" kern="1200" baseline="0" dirty="0">
                <a:solidFill>
                  <a:schemeClr val="tx1"/>
                </a:solidFill>
                <a:latin typeface="+mn-lt"/>
                <a:ea typeface="+mn-ea"/>
                <a:cs typeface="+mn-cs"/>
              </a:rPr>
              <a:t>access to computer systems and the information stored in them.</a:t>
            </a:r>
          </a:p>
          <a:p>
            <a:r>
              <a:rPr lang="en-US" sz="1200" kern="1200" baseline="0" dirty="0">
                <a:solidFill>
                  <a:schemeClr val="tx1"/>
                </a:solidFill>
                <a:latin typeface="+mn-lt"/>
                <a:ea typeface="+mn-ea"/>
                <a:cs typeface="+mn-cs"/>
              </a:rPr>
              <a:t>Much of the work in security and protection as it relates to operating systems</a:t>
            </a:r>
          </a:p>
          <a:p>
            <a:r>
              <a:rPr lang="en-US" sz="1200" kern="1200" baseline="0" dirty="0">
                <a:solidFill>
                  <a:schemeClr val="tx1"/>
                </a:solidFill>
                <a:latin typeface="+mn-lt"/>
                <a:ea typeface="+mn-ea"/>
                <a:cs typeface="+mn-cs"/>
              </a:rPr>
              <a:t>can be roughly grouped into four categories:</a:t>
            </a: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Availability: Concerned with protecting the system against interruption.</a:t>
            </a: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Confidentiality: Assures that users cannot read data for which access is</a:t>
            </a:r>
          </a:p>
          <a:p>
            <a:r>
              <a:rPr lang="en-US" sz="1200" kern="1200" baseline="0" dirty="0">
                <a:solidFill>
                  <a:schemeClr val="tx1"/>
                </a:solidFill>
                <a:latin typeface="+mn-lt"/>
                <a:ea typeface="+mn-ea"/>
                <a:cs typeface="+mn-cs"/>
              </a:rPr>
              <a:t>unauthorized.</a:t>
            </a: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Data integrity: Protection of data from unauthorized modification.</a:t>
            </a: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Authenticity: Concerned with the proper verification of the identity of users</a:t>
            </a:r>
          </a:p>
          <a:p>
            <a:r>
              <a:rPr lang="en-US" sz="1200" kern="1200" baseline="0" dirty="0">
                <a:solidFill>
                  <a:schemeClr val="tx1"/>
                </a:solidFill>
                <a:latin typeface="+mn-lt"/>
                <a:ea typeface="+mn-ea"/>
                <a:cs typeface="+mn-cs"/>
              </a:rPr>
              <a:t>and the validity of messages or data.</a:t>
            </a:r>
            <a:endParaRPr lang="en-NZ" b="1"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35</a:t>
            </a:fld>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77500" lnSpcReduction="20000"/>
          </a:bodyPr>
          <a:lstStyle/>
          <a:p>
            <a:r>
              <a:rPr lang="en-NZ" dirty="0"/>
              <a:t>A key responsibility of the OS is to manage the various resources available to it (main memory space, I/O devices, processors) and to schedule their use by the various active processes. </a:t>
            </a:r>
          </a:p>
          <a:p>
            <a:endParaRPr lang="en-NZ" dirty="0"/>
          </a:p>
          <a:p>
            <a:r>
              <a:rPr lang="en-NZ" dirty="0"/>
              <a:t>Any resource allocation and scheduling policy must consider three factors:</a:t>
            </a:r>
          </a:p>
          <a:p>
            <a:r>
              <a:rPr lang="en-NZ" b="1" dirty="0"/>
              <a:t>Fairness: </a:t>
            </a:r>
          </a:p>
          <a:p>
            <a:pPr lvl="1">
              <a:buFont typeface="Arial" pitchFamily="34" charset="0"/>
              <a:buChar char="•"/>
            </a:pPr>
            <a:r>
              <a:rPr lang="en-NZ" b="1" dirty="0"/>
              <a:t> </a:t>
            </a:r>
            <a:r>
              <a:rPr lang="en-NZ" dirty="0"/>
              <a:t>Typically, we would like all processes that are competing for the use of a particular resource to be given approximately equal and fair access to that resource. </a:t>
            </a:r>
          </a:p>
          <a:p>
            <a:pPr lvl="1">
              <a:buFont typeface="Arial" pitchFamily="34" charset="0"/>
              <a:buChar char="•"/>
            </a:pPr>
            <a:r>
              <a:rPr lang="en-NZ" dirty="0"/>
              <a:t> This is especially so for jobs of the same class, that is, jobs of similar demands.</a:t>
            </a:r>
          </a:p>
          <a:p>
            <a:pPr lvl="1">
              <a:buFont typeface="Arial" pitchFamily="34" charset="0"/>
              <a:buChar char="•"/>
            </a:pPr>
            <a:endParaRPr lang="en-NZ" dirty="0"/>
          </a:p>
          <a:p>
            <a:r>
              <a:rPr lang="en-NZ" b="1" dirty="0"/>
              <a:t>Differential responsiveness: </a:t>
            </a:r>
          </a:p>
          <a:p>
            <a:pPr lvl="1">
              <a:buFont typeface="Arial" pitchFamily="34" charset="0"/>
              <a:buChar char="•"/>
            </a:pPr>
            <a:r>
              <a:rPr lang="en-NZ" b="1" dirty="0"/>
              <a:t> </a:t>
            </a:r>
            <a:r>
              <a:rPr lang="en-NZ" dirty="0"/>
              <a:t>On the other hand, the OS may need to discriminate among different classes of jobs with different service requirements. </a:t>
            </a:r>
          </a:p>
          <a:p>
            <a:pPr lvl="1">
              <a:buFont typeface="Arial" pitchFamily="34" charset="0"/>
              <a:buChar char="•"/>
            </a:pPr>
            <a:r>
              <a:rPr lang="en-NZ" dirty="0"/>
              <a:t> The OS should attempt to make allocation and scheduling decisions to meet the total set of requirements. </a:t>
            </a:r>
          </a:p>
          <a:p>
            <a:pPr lvl="1">
              <a:buFont typeface="Arial" pitchFamily="34" charset="0"/>
              <a:buChar char="•"/>
            </a:pPr>
            <a:r>
              <a:rPr lang="en-NZ" dirty="0"/>
              <a:t> The OS should also make these decisions dynamically. </a:t>
            </a:r>
          </a:p>
          <a:p>
            <a:pPr lvl="1">
              <a:buFont typeface="Arial" pitchFamily="34" charset="0"/>
              <a:buChar char="•"/>
            </a:pPr>
            <a:r>
              <a:rPr lang="en-NZ" dirty="0"/>
              <a:t> e.g. if a process is waiting for the use of an I/O device, the OS may wish to schedule that process for execution as soon as possible to free up the device for later demands from other processes.</a:t>
            </a:r>
          </a:p>
          <a:p>
            <a:pPr lvl="1">
              <a:buFont typeface="Arial" pitchFamily="34" charset="0"/>
              <a:buChar char="•"/>
            </a:pPr>
            <a:endParaRPr lang="en-NZ" dirty="0"/>
          </a:p>
          <a:p>
            <a:r>
              <a:rPr lang="en-NZ" b="1" dirty="0"/>
              <a:t>Efficiency: </a:t>
            </a:r>
          </a:p>
          <a:p>
            <a:pPr lvl="1">
              <a:buFont typeface="Arial" pitchFamily="34" charset="0"/>
              <a:buChar char="•"/>
            </a:pPr>
            <a:r>
              <a:rPr lang="en-NZ" b="1" dirty="0"/>
              <a:t> </a:t>
            </a:r>
            <a:r>
              <a:rPr lang="en-NZ" dirty="0"/>
              <a:t>The OS should attempt to </a:t>
            </a:r>
          </a:p>
          <a:p>
            <a:pPr lvl="2">
              <a:buFont typeface="Arial" pitchFamily="34" charset="0"/>
              <a:buChar char="•"/>
            </a:pPr>
            <a:r>
              <a:rPr lang="en-NZ" dirty="0"/>
              <a:t> maximize throughput, </a:t>
            </a:r>
          </a:p>
          <a:p>
            <a:pPr lvl="2">
              <a:buFont typeface="Arial" pitchFamily="34" charset="0"/>
              <a:buChar char="•"/>
            </a:pPr>
            <a:r>
              <a:rPr lang="en-NZ" dirty="0"/>
              <a:t> minimize response time, and</a:t>
            </a:r>
          </a:p>
          <a:p>
            <a:pPr lvl="2">
              <a:buFont typeface="Arial" pitchFamily="34" charset="0"/>
              <a:buChar char="•"/>
            </a:pPr>
            <a:r>
              <a:rPr lang="en-NZ" dirty="0"/>
              <a:t> accommodate as many users as possible.</a:t>
            </a:r>
          </a:p>
          <a:p>
            <a:pPr lvl="1">
              <a:buFont typeface="Arial" pitchFamily="34" charset="0"/>
              <a:buChar char="•"/>
            </a:pPr>
            <a:r>
              <a:rPr lang="en-NZ" dirty="0"/>
              <a:t>These criteria conflict; </a:t>
            </a:r>
          </a:p>
          <a:p>
            <a:pPr lvl="1">
              <a:buFont typeface="Arial" pitchFamily="34" charset="0"/>
              <a:buChar char="•"/>
            </a:pPr>
            <a:r>
              <a:rPr lang="en-NZ" dirty="0"/>
              <a:t> Finding the right balance for a particular situation is an ongoing problem for operating system research.</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36</a:t>
            </a:fld>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92500" lnSpcReduction="20000"/>
          </a:bodyPr>
          <a:lstStyle/>
          <a:p>
            <a:r>
              <a:rPr lang="en-US" sz="1200" b="1" kern="1200" baseline="0" dirty="0">
                <a:solidFill>
                  <a:schemeClr val="tx1"/>
                </a:solidFill>
                <a:latin typeface="+mn-lt"/>
                <a:ea typeface="+mn-ea"/>
                <a:cs typeface="+mn-cs"/>
              </a:rPr>
              <a:t>Multithreading is a technique in which a process, executing an application, is</a:t>
            </a:r>
          </a:p>
          <a:p>
            <a:r>
              <a:rPr lang="en-US" sz="1200" kern="1200" baseline="0" dirty="0">
                <a:solidFill>
                  <a:schemeClr val="tx1"/>
                </a:solidFill>
                <a:latin typeface="+mn-lt"/>
                <a:ea typeface="+mn-ea"/>
                <a:cs typeface="+mn-cs"/>
              </a:rPr>
              <a:t>divided into threads that can run concurrently. We can make the following distinction: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Thread: A dispatchable unit of work. It includes a processor context (which</a:t>
            </a:r>
          </a:p>
          <a:p>
            <a:r>
              <a:rPr lang="en-US" sz="1200" kern="1200" baseline="0" dirty="0">
                <a:solidFill>
                  <a:schemeClr val="tx1"/>
                </a:solidFill>
                <a:latin typeface="+mn-lt"/>
                <a:ea typeface="+mn-ea"/>
                <a:cs typeface="+mn-cs"/>
              </a:rPr>
              <a:t>includes the program counter and stack pointer) and its own data area for a</a:t>
            </a:r>
          </a:p>
          <a:p>
            <a:r>
              <a:rPr lang="en-US" sz="1200" kern="1200" baseline="0" dirty="0">
                <a:solidFill>
                  <a:schemeClr val="tx1"/>
                </a:solidFill>
                <a:latin typeface="+mn-lt"/>
                <a:ea typeface="+mn-ea"/>
                <a:cs typeface="+mn-cs"/>
              </a:rPr>
              <a:t>stack (to enable subroutine branching). A thread executes sequentially and is</a:t>
            </a:r>
          </a:p>
          <a:p>
            <a:r>
              <a:rPr lang="en-US" sz="1200" kern="1200" baseline="0" dirty="0">
                <a:solidFill>
                  <a:schemeClr val="tx1"/>
                </a:solidFill>
                <a:latin typeface="+mn-lt"/>
                <a:ea typeface="+mn-ea"/>
                <a:cs typeface="+mn-cs"/>
              </a:rPr>
              <a:t>interruptible so that the processor can turn to another thread.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Process : A collection of one or more threads and associated system resources</a:t>
            </a:r>
          </a:p>
          <a:p>
            <a:r>
              <a:rPr lang="en-US" sz="1200" kern="1200" baseline="0" dirty="0">
                <a:solidFill>
                  <a:schemeClr val="tx1"/>
                </a:solidFill>
                <a:latin typeface="+mn-lt"/>
                <a:ea typeface="+mn-ea"/>
                <a:cs typeface="+mn-cs"/>
              </a:rPr>
              <a:t>(such as memory containing both code and data, open files, and devices). This</a:t>
            </a:r>
          </a:p>
          <a:p>
            <a:r>
              <a:rPr lang="en-US" sz="1200" kern="1200" baseline="0" dirty="0">
                <a:solidFill>
                  <a:schemeClr val="tx1"/>
                </a:solidFill>
                <a:latin typeface="+mn-lt"/>
                <a:ea typeface="+mn-ea"/>
                <a:cs typeface="+mn-cs"/>
              </a:rPr>
              <a:t>corresponds closely to the concept of a program in execution. By breaking</a:t>
            </a:r>
          </a:p>
          <a:p>
            <a:r>
              <a:rPr lang="en-US" sz="1200" kern="1200" baseline="0" dirty="0">
                <a:solidFill>
                  <a:schemeClr val="tx1"/>
                </a:solidFill>
                <a:latin typeface="+mn-lt"/>
                <a:ea typeface="+mn-ea"/>
                <a:cs typeface="+mn-cs"/>
              </a:rPr>
              <a:t>a single application into multiple threads, the programmer has great control</a:t>
            </a:r>
          </a:p>
          <a:p>
            <a:r>
              <a:rPr lang="en-US" sz="1200" kern="1200" baseline="0" dirty="0">
                <a:solidFill>
                  <a:schemeClr val="tx1"/>
                </a:solidFill>
                <a:latin typeface="+mn-lt"/>
                <a:ea typeface="+mn-ea"/>
                <a:cs typeface="+mn-cs"/>
              </a:rPr>
              <a:t>over the modularity of the application and the timing of application-related</a:t>
            </a:r>
          </a:p>
          <a:p>
            <a:r>
              <a:rPr lang="en-US" sz="1200" kern="1200" baseline="0" dirty="0">
                <a:solidFill>
                  <a:schemeClr val="tx1"/>
                </a:solidFill>
                <a:latin typeface="+mn-lt"/>
                <a:ea typeface="+mn-ea"/>
                <a:cs typeface="+mn-cs"/>
              </a:rPr>
              <a:t>events.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Multithreading is useful for applications that perform a number of essentially</a:t>
            </a:r>
          </a:p>
          <a:p>
            <a:r>
              <a:rPr lang="en-US" sz="1200" kern="1200" baseline="0" dirty="0">
                <a:solidFill>
                  <a:schemeClr val="tx1"/>
                </a:solidFill>
                <a:latin typeface="+mn-lt"/>
                <a:ea typeface="+mn-ea"/>
                <a:cs typeface="+mn-cs"/>
              </a:rPr>
              <a:t>independent tasks that do not need to be serialized. An example is a database server</a:t>
            </a:r>
          </a:p>
          <a:p>
            <a:r>
              <a:rPr lang="en-US" sz="1200" kern="1200" baseline="0" dirty="0">
                <a:solidFill>
                  <a:schemeClr val="tx1"/>
                </a:solidFill>
                <a:latin typeface="+mn-lt"/>
                <a:ea typeface="+mn-ea"/>
                <a:cs typeface="+mn-cs"/>
              </a:rPr>
              <a:t>that listens for and processes numerous client requests. With multiple threads running</a:t>
            </a:r>
          </a:p>
          <a:p>
            <a:r>
              <a:rPr lang="en-US" sz="1200" kern="1200" baseline="0" dirty="0">
                <a:solidFill>
                  <a:schemeClr val="tx1"/>
                </a:solidFill>
                <a:latin typeface="+mn-lt"/>
                <a:ea typeface="+mn-ea"/>
                <a:cs typeface="+mn-cs"/>
              </a:rPr>
              <a:t>within the same process, switching back and forth among threads involves</a:t>
            </a:r>
          </a:p>
          <a:p>
            <a:r>
              <a:rPr lang="en-US" sz="1200" kern="1200" baseline="0" dirty="0">
                <a:solidFill>
                  <a:schemeClr val="tx1"/>
                </a:solidFill>
                <a:latin typeface="+mn-lt"/>
                <a:ea typeface="+mn-ea"/>
                <a:cs typeface="+mn-cs"/>
              </a:rPr>
              <a:t>less processor overhead than a major process switch between different processes.</a:t>
            </a:r>
          </a:p>
          <a:p>
            <a:r>
              <a:rPr lang="en-US" sz="1200" kern="1200" baseline="0" dirty="0">
                <a:solidFill>
                  <a:schemeClr val="tx1"/>
                </a:solidFill>
                <a:latin typeface="+mn-lt"/>
                <a:ea typeface="+mn-ea"/>
                <a:cs typeface="+mn-cs"/>
              </a:rPr>
              <a:t>Threads are also useful for structuring processes that are part of the OS kernel as</a:t>
            </a:r>
          </a:p>
          <a:p>
            <a:r>
              <a:rPr lang="en-US" sz="1200" kern="1200" baseline="0" dirty="0">
                <a:solidFill>
                  <a:schemeClr val="tx1"/>
                </a:solidFill>
                <a:latin typeface="+mn-lt"/>
                <a:ea typeface="+mn-ea"/>
                <a:cs typeface="+mn-cs"/>
              </a:rPr>
              <a:t>described in subsequent chapters.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37</a:t>
            </a:fld>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b="1" kern="1200" baseline="0" dirty="0">
                <a:solidFill>
                  <a:schemeClr val="tx1"/>
                </a:solidFill>
                <a:latin typeface="+mn-lt"/>
                <a:ea typeface="+mn-ea"/>
                <a:cs typeface="+mn-cs"/>
              </a:rPr>
              <a:t>Symmetric multiprocessing (SMP) is a term that refers to a computer hardware</a:t>
            </a:r>
          </a:p>
          <a:p>
            <a:r>
              <a:rPr lang="en-US" sz="1200" kern="1200" baseline="0" dirty="0">
                <a:solidFill>
                  <a:schemeClr val="tx1"/>
                </a:solidFill>
                <a:latin typeface="+mn-lt"/>
                <a:ea typeface="+mn-ea"/>
                <a:cs typeface="+mn-cs"/>
              </a:rPr>
              <a:t>architecture (described in Chapter 1 ) and also to the OS behavior that exploits</a:t>
            </a:r>
          </a:p>
          <a:p>
            <a:r>
              <a:rPr lang="en-US" sz="1200" kern="1200" baseline="0" dirty="0">
                <a:solidFill>
                  <a:schemeClr val="tx1"/>
                </a:solidFill>
                <a:latin typeface="+mn-lt"/>
                <a:ea typeface="+mn-ea"/>
                <a:cs typeface="+mn-cs"/>
              </a:rPr>
              <a:t>that architecture. The OS of an SMP schedules processes or threads across all of the</a:t>
            </a:r>
          </a:p>
          <a:p>
            <a:r>
              <a:rPr lang="en-US" sz="1200" kern="1200" baseline="0" dirty="0">
                <a:solidFill>
                  <a:schemeClr val="tx1"/>
                </a:solidFill>
                <a:latin typeface="+mn-lt"/>
                <a:ea typeface="+mn-ea"/>
                <a:cs typeface="+mn-cs"/>
              </a:rPr>
              <a:t>processors.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Multithreading and SMP are often discussed together, but the two are</a:t>
            </a:r>
          </a:p>
          <a:p>
            <a:r>
              <a:rPr lang="en-US" sz="1200" kern="1200" baseline="0" dirty="0">
                <a:solidFill>
                  <a:schemeClr val="tx1"/>
                </a:solidFill>
                <a:latin typeface="+mn-lt"/>
                <a:ea typeface="+mn-ea"/>
                <a:cs typeface="+mn-cs"/>
              </a:rPr>
              <a:t>independent facilities. Even on a uniprocessor system, multithreading is useful for</a:t>
            </a:r>
          </a:p>
          <a:p>
            <a:r>
              <a:rPr lang="en-US" sz="1200" kern="1200" baseline="0" dirty="0">
                <a:solidFill>
                  <a:schemeClr val="tx1"/>
                </a:solidFill>
                <a:latin typeface="+mn-lt"/>
                <a:ea typeface="+mn-ea"/>
                <a:cs typeface="+mn-cs"/>
              </a:rPr>
              <a:t>structuring applications and kernel processes. An SMP system is useful even for</a:t>
            </a:r>
          </a:p>
          <a:p>
            <a:r>
              <a:rPr lang="en-US" sz="1200" kern="1200" baseline="0" dirty="0">
                <a:solidFill>
                  <a:schemeClr val="tx1"/>
                </a:solidFill>
                <a:latin typeface="+mn-lt"/>
                <a:ea typeface="+mn-ea"/>
                <a:cs typeface="+mn-cs"/>
              </a:rPr>
              <a:t>nonthreaded processes, because several processes can run in parallel. However, the</a:t>
            </a:r>
          </a:p>
          <a:p>
            <a:r>
              <a:rPr lang="en-US" sz="1200" kern="1200" baseline="0" dirty="0">
                <a:solidFill>
                  <a:schemeClr val="tx1"/>
                </a:solidFill>
                <a:latin typeface="+mn-lt"/>
                <a:ea typeface="+mn-ea"/>
                <a:cs typeface="+mn-cs"/>
              </a:rPr>
              <a:t>two facilities complement each other and can be used effectively together.</a:t>
            </a:r>
          </a:p>
          <a:p>
            <a:r>
              <a:rPr lang="en-US" sz="1200" kern="1200" baseline="0" dirty="0">
                <a:solidFill>
                  <a:schemeClr val="tx1"/>
                </a:solidFill>
                <a:latin typeface="+mn-lt"/>
                <a:ea typeface="+mn-ea"/>
                <a:cs typeface="+mn-cs"/>
              </a:rPr>
              <a:t>An attractive feature of an SMP is that the existence of multiple processors is</a:t>
            </a:r>
          </a:p>
          <a:p>
            <a:r>
              <a:rPr lang="en-US" sz="1200" kern="1200" baseline="0" dirty="0">
                <a:solidFill>
                  <a:schemeClr val="tx1"/>
                </a:solidFill>
                <a:latin typeface="+mn-lt"/>
                <a:ea typeface="+mn-ea"/>
                <a:cs typeface="+mn-cs"/>
              </a:rPr>
              <a:t>transparent to the user. The OS takes care of scheduling of threads or processes on</a:t>
            </a:r>
          </a:p>
          <a:p>
            <a:r>
              <a:rPr lang="en-US" sz="1200" kern="1200" baseline="0" dirty="0">
                <a:solidFill>
                  <a:schemeClr val="tx1"/>
                </a:solidFill>
                <a:latin typeface="+mn-lt"/>
                <a:ea typeface="+mn-ea"/>
                <a:cs typeface="+mn-cs"/>
              </a:rPr>
              <a:t>individual processors and of synchronization among processors.</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38</a:t>
            </a:fld>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b="1" kern="1200" baseline="0" dirty="0">
                <a:solidFill>
                  <a:schemeClr val="tx1"/>
                </a:solidFill>
                <a:latin typeface="+mn-lt"/>
                <a:ea typeface="+mn-ea"/>
                <a:cs typeface="+mn-cs"/>
              </a:rPr>
              <a:t>Symmetric multiprocessing (SMP) is a term that refers to a computer hardware</a:t>
            </a:r>
          </a:p>
          <a:p>
            <a:r>
              <a:rPr lang="en-US" sz="1200" kern="1200" baseline="0" dirty="0">
                <a:solidFill>
                  <a:schemeClr val="tx1"/>
                </a:solidFill>
                <a:latin typeface="+mn-lt"/>
                <a:ea typeface="+mn-ea"/>
                <a:cs typeface="+mn-cs"/>
              </a:rPr>
              <a:t>architecture (described in Chapter 1 ) and also to the OS behavior that exploits</a:t>
            </a:r>
          </a:p>
          <a:p>
            <a:r>
              <a:rPr lang="en-US" sz="1200" kern="1200" baseline="0" dirty="0">
                <a:solidFill>
                  <a:schemeClr val="tx1"/>
                </a:solidFill>
                <a:latin typeface="+mn-lt"/>
                <a:ea typeface="+mn-ea"/>
                <a:cs typeface="+mn-cs"/>
              </a:rPr>
              <a:t>that architecture. The OS of an SMP schedules processes or threads across all of the</a:t>
            </a:r>
          </a:p>
          <a:p>
            <a:r>
              <a:rPr lang="en-US" sz="1200" kern="1200" baseline="0" dirty="0">
                <a:solidFill>
                  <a:schemeClr val="tx1"/>
                </a:solidFill>
                <a:latin typeface="+mn-lt"/>
                <a:ea typeface="+mn-ea"/>
                <a:cs typeface="+mn-cs"/>
              </a:rPr>
              <a:t>processors.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Multithreading and SMP are often discussed together, but the two are</a:t>
            </a:r>
          </a:p>
          <a:p>
            <a:r>
              <a:rPr lang="en-US" sz="1200" kern="1200" baseline="0" dirty="0">
                <a:solidFill>
                  <a:schemeClr val="tx1"/>
                </a:solidFill>
                <a:latin typeface="+mn-lt"/>
                <a:ea typeface="+mn-ea"/>
                <a:cs typeface="+mn-cs"/>
              </a:rPr>
              <a:t>independent facilities. Even on a uniprocessor system, multithreading is useful for</a:t>
            </a:r>
          </a:p>
          <a:p>
            <a:r>
              <a:rPr lang="en-US" sz="1200" kern="1200" baseline="0" dirty="0">
                <a:solidFill>
                  <a:schemeClr val="tx1"/>
                </a:solidFill>
                <a:latin typeface="+mn-lt"/>
                <a:ea typeface="+mn-ea"/>
                <a:cs typeface="+mn-cs"/>
              </a:rPr>
              <a:t>structuring applications and kernel processes. An SMP system is useful even for</a:t>
            </a:r>
          </a:p>
          <a:p>
            <a:r>
              <a:rPr lang="en-US" sz="1200" kern="1200" baseline="0" dirty="0">
                <a:solidFill>
                  <a:schemeClr val="tx1"/>
                </a:solidFill>
                <a:latin typeface="+mn-lt"/>
                <a:ea typeface="+mn-ea"/>
                <a:cs typeface="+mn-cs"/>
              </a:rPr>
              <a:t>nonthreaded processes, because several processes can run in parallel. However, the</a:t>
            </a:r>
          </a:p>
          <a:p>
            <a:r>
              <a:rPr lang="en-US" sz="1200" kern="1200" baseline="0" dirty="0">
                <a:solidFill>
                  <a:schemeClr val="tx1"/>
                </a:solidFill>
                <a:latin typeface="+mn-lt"/>
                <a:ea typeface="+mn-ea"/>
                <a:cs typeface="+mn-cs"/>
              </a:rPr>
              <a:t>two facilities complement each other and can be used effectively together.</a:t>
            </a:r>
          </a:p>
          <a:p>
            <a:r>
              <a:rPr lang="en-US" sz="1200" kern="1200" baseline="0" dirty="0">
                <a:solidFill>
                  <a:schemeClr val="tx1"/>
                </a:solidFill>
                <a:latin typeface="+mn-lt"/>
                <a:ea typeface="+mn-ea"/>
                <a:cs typeface="+mn-cs"/>
              </a:rPr>
              <a:t>An attractive feature of an SMP is that the existence of multiple processors is</a:t>
            </a:r>
          </a:p>
          <a:p>
            <a:r>
              <a:rPr lang="en-US" sz="1200" kern="1200" baseline="0" dirty="0">
                <a:solidFill>
                  <a:schemeClr val="tx1"/>
                </a:solidFill>
                <a:latin typeface="+mn-lt"/>
                <a:ea typeface="+mn-ea"/>
                <a:cs typeface="+mn-cs"/>
              </a:rPr>
              <a:t>transparent to the user. The OS takes care of scheduling of threads or processes on</a:t>
            </a:r>
          </a:p>
          <a:p>
            <a:r>
              <a:rPr lang="en-US" sz="1200" kern="1200" baseline="0" dirty="0">
                <a:solidFill>
                  <a:schemeClr val="tx1"/>
                </a:solidFill>
                <a:latin typeface="+mn-lt"/>
                <a:ea typeface="+mn-ea"/>
                <a:cs typeface="+mn-cs"/>
              </a:rPr>
              <a:t>individual processors and of synchronization among processors.</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39</a:t>
            </a:fld>
            <a:endParaRPr lang="en-US" dirty="0"/>
          </a:p>
        </p:txBody>
      </p:sp>
    </p:spTree>
    <p:extLst>
      <p:ext uri="{BB962C8B-B14F-4D97-AF65-F5344CB8AC3E}">
        <p14:creationId xmlns:p14="http://schemas.microsoft.com/office/powerpoint/2010/main" val="294932522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Summary of</a:t>
            </a:r>
            <a:r>
              <a:rPr lang="en-US" baseline="0" dirty="0"/>
              <a:t> Chapter 2.</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40</a:t>
            </a:fld>
            <a:endParaRPr lang="en-US" dirty="0"/>
          </a:p>
        </p:txBody>
      </p:sp>
    </p:spTree>
    <p:extLst>
      <p:ext uri="{BB962C8B-B14F-4D97-AF65-F5344CB8AC3E}">
        <p14:creationId xmlns:p14="http://schemas.microsoft.com/office/powerpoint/2010/main" val="37743709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9A1851A1-5068-6246-85E5-4AEA7DD07067}" type="datetime1">
              <a:rPr lang="en-GB" smtClean="0"/>
              <a:t>31/01/2024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CAF246AB-72DE-4829-A3EE-183283F17E51}"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487B67E2-1412-D34B-A0D8-14A2844A752B}" type="datetime1">
              <a:rPr lang="en-GB" smtClean="0"/>
              <a:t>31/01/2024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59217303-0E5B-4E24-BCA3-62F5881C102C}"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19869AF3-ED08-2A41-9794-118DC2337FFD}" type="datetime1">
              <a:rPr lang="en-GB" smtClean="0"/>
              <a:t>31/01/2024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DF17966-739A-4E4E-BEF8-5E9D65CAA6DD}"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94FB411D-67E8-534A-9BBF-670603DAD5BD}" type="datetime1">
              <a:rPr lang="en-GB" smtClean="0"/>
              <a:t>31/01/2024</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69B75778-597E-43D2-A71E-341C60964EE0}"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276D5B73-4654-6543-A061-C9BDDF23E38B}" type="datetime1">
              <a:rPr lang="en-GB" smtClean="0"/>
              <a:t>31/01/2024</a:t>
            </a:fld>
            <a:endParaRPr lang="en-US" dirty="0"/>
          </a:p>
        </p:txBody>
      </p:sp>
      <p:sp>
        <p:nvSpPr>
          <p:cNvPr id="8" name="Footer Placeholder 4"/>
          <p:cNvSpPr>
            <a:spLocks noGrp="1"/>
          </p:cNvSpPr>
          <p:nvPr>
            <p:ph type="ftr" sz="quarter" idx="11"/>
          </p:nvPr>
        </p:nvSpPr>
        <p:spPr/>
        <p:txBody>
          <a:bodyPr/>
          <a:lstStyle>
            <a:lvl1pPr>
              <a:defRPr/>
            </a:lvl1pPr>
          </a:lstStyle>
          <a:p>
            <a:pPr>
              <a:defRPr/>
            </a:pP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F8D71189-8D0B-455A-87B2-3A89DCBF685D}"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8133DA08-621E-4547-B4C2-FFE595F429F4}" type="datetime1">
              <a:rPr lang="en-GB" smtClean="0"/>
              <a:t>31/01/2024</a:t>
            </a:fld>
            <a:endParaRPr lang="en-US" dirty="0"/>
          </a:p>
        </p:txBody>
      </p:sp>
      <p:sp>
        <p:nvSpPr>
          <p:cNvPr id="4" name="Footer Placeholder 4"/>
          <p:cNvSpPr>
            <a:spLocks noGrp="1"/>
          </p:cNvSpPr>
          <p:nvPr>
            <p:ph type="ftr" sz="quarter" idx="11"/>
          </p:nvPr>
        </p:nvSpPr>
        <p:spPr/>
        <p:txBody>
          <a:bodyPr/>
          <a:lstStyle>
            <a:lvl1pPr>
              <a:defRPr/>
            </a:lvl1pPr>
          </a:lstStyle>
          <a:p>
            <a:pPr>
              <a:defRPr/>
            </a:pP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6F5D2254-A369-4EE7-927D-AE713623071A}"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F779FC52-4151-9D4B-84F6-3419265B2C56}" type="datetime1">
              <a:rPr lang="en-GB" smtClean="0"/>
              <a:t>31/01/2024</a:t>
            </a:fld>
            <a:endParaRPr lang="en-US" dirty="0"/>
          </a:p>
        </p:txBody>
      </p:sp>
      <p:sp>
        <p:nvSpPr>
          <p:cNvPr id="3" name="Footer Placeholder 4"/>
          <p:cNvSpPr>
            <a:spLocks noGrp="1"/>
          </p:cNvSpPr>
          <p:nvPr>
            <p:ph type="ftr" sz="quarter" idx="11"/>
          </p:nvPr>
        </p:nvSpPr>
        <p:spPr/>
        <p:txBody>
          <a:bodyPr/>
          <a:lstStyle>
            <a:lvl1pPr>
              <a:defRPr/>
            </a:lvl1pPr>
          </a:lstStyle>
          <a:p>
            <a:pPr>
              <a:defRPr/>
            </a:pP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2269E04E-7B9E-40CB-AECA-9BEEF7D4B165}"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CD6DE03C-DF4F-1C4E-A84B-0A2593215881}" type="datetime1">
              <a:rPr lang="en-GB" smtClean="0"/>
              <a:t>31/01/2024</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EA175EC1-C65E-447A-8CAE-CC74F7243464}"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0EFCACF3-13CF-8A45-990F-46CF6E968FBD}" type="datetime1">
              <a:rPr lang="en-GB" smtClean="0"/>
              <a:t>31/01/2024</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94A6BC3C-EF4C-4932-8208-7FBB5701A0AF}"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925E6ECA-695B-254E-BE80-BE2EA0167E29}" type="datetime1">
              <a:rPr lang="en-GB" smtClean="0"/>
              <a:t>31/01/2024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312BAF33-582B-4B0D-B27A-32E91EEEB040}"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1C4813F4-ABBE-5042-B748-44FE4A3AFF91}" type="datetime1">
              <a:rPr lang="en-GB" smtClean="0"/>
              <a:t>31/01/2024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A835F4E-BD93-49E1-84D0-363BA31979D7}"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useBgFill="1">
        <p:nvSpPr>
          <p:cNvPr id="12" name="Rectangle 11"/>
          <p:cNvSpPr/>
          <p:nvPr/>
        </p:nvSpPr>
        <p:spPr>
          <a:xfrm>
            <a:off x="454782" y="928914"/>
            <a:ext cx="11243733" cy="177074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914277" y="968189"/>
            <a:ext cx="10399183" cy="1237130"/>
          </a:xfrm>
        </p:spPr>
        <p:txBody>
          <a:bodyPr anchor="b" anchorCtr="0"/>
          <a:lstStyle>
            <a:lvl1pPr algn="r">
              <a:lnSpc>
                <a:spcPts val="5000"/>
              </a:lnSpc>
              <a:defRPr sz="4600">
                <a:solidFill>
                  <a:schemeClr val="accent1"/>
                </a:solidFill>
                <a:effectLst/>
              </a:defRPr>
            </a:lvl1pPr>
          </a:lstStyle>
          <a:p>
            <a:r>
              <a:rPr lang="en-US"/>
              <a:t>Click to edit Master title style</a:t>
            </a:r>
            <a:endParaRPr/>
          </a:p>
        </p:txBody>
      </p:sp>
      <p:sp>
        <p:nvSpPr>
          <p:cNvPr id="3" name="Subtitle 2"/>
          <p:cNvSpPr>
            <a:spLocks noGrp="1"/>
          </p:cNvSpPr>
          <p:nvPr>
            <p:ph type="subTitle" idx="1"/>
          </p:nvPr>
        </p:nvSpPr>
        <p:spPr>
          <a:xfrm>
            <a:off x="914277" y="2209800"/>
            <a:ext cx="10399183" cy="466165"/>
          </a:xfrm>
        </p:spPr>
        <p:txBody>
          <a:bodyPr/>
          <a:lstStyle>
            <a:lvl1pPr marL="0" indent="0" algn="r">
              <a:lnSpc>
                <a:spcPct val="100000"/>
              </a:lnSpc>
              <a:spcBef>
                <a:spcPts val="0"/>
              </a:spcBef>
              <a:buNone/>
              <a:defRPr sz="1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p:txBody>
          <a:bodyPr/>
          <a:lstStyle/>
          <a:p>
            <a:pPr>
              <a:defRPr/>
            </a:pPr>
            <a:fld id="{45A3951C-A5C9-064D-B0B2-3A0373B57243}" type="datetime1">
              <a:rPr lang="en-GB" smtClean="0"/>
              <a:t>31/01/2024</a:t>
            </a:fld>
            <a:endParaRPr lang="en-US" dirty="0"/>
          </a:p>
        </p:txBody>
      </p:sp>
      <p:sp>
        <p:nvSpPr>
          <p:cNvPr id="6" name="Slide Number Placeholder 5"/>
          <p:cNvSpPr>
            <a:spLocks noGrp="1"/>
          </p:cNvSpPr>
          <p:nvPr>
            <p:ph type="sldNum" sz="quarter" idx="12"/>
          </p:nvPr>
        </p:nvSpPr>
        <p:spPr>
          <a:xfrm>
            <a:off x="5740400" y="6492876"/>
            <a:ext cx="711200" cy="365125"/>
          </a:xfrm>
        </p:spPr>
        <p:txBody>
          <a:bodyPr vert="horz" lIns="91440" tIns="45720" rIns="91440" bIns="45720" rtlCol="0" anchor="ctr"/>
          <a:lstStyle>
            <a:lvl1pPr marL="0" algn="ctr"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fld id="{46FA4F69-47FA-46CC-8030-E13D0EF9E852}" type="slidenum">
              <a:rPr lang="en-US" smtClean="0"/>
              <a:pPr>
                <a:defRPr/>
              </a:pPr>
              <a:t>‹#›</a:t>
            </a:fld>
            <a:endParaRPr lang="en-US" dirty="0"/>
          </a:p>
        </p:txBody>
      </p:sp>
      <p:sp>
        <p:nvSpPr>
          <p:cNvPr id="7" name="Rectangle 6"/>
          <p:cNvSpPr/>
          <p:nvPr/>
        </p:nvSpPr>
        <p:spPr>
          <a:xfrm>
            <a:off x="426720" y="320040"/>
            <a:ext cx="1133856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09600" y="816802"/>
            <a:ext cx="109728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 name="Picture 8" descr="TitleSlideTop.jpg"/>
          <p:cNvPicPr>
            <a:picLocks noChangeAspect="1"/>
          </p:cNvPicPr>
          <p:nvPr/>
        </p:nvPicPr>
        <p:blipFill>
          <a:blip r:embed="rId2"/>
          <a:stretch>
            <a:fillRect/>
          </a:stretch>
        </p:blipFill>
        <p:spPr>
          <a:xfrm>
            <a:off x="609600" y="457200"/>
            <a:ext cx="10972800" cy="356646"/>
          </a:xfrm>
          <a:prstGeom prst="rect">
            <a:avLst/>
          </a:prstGeom>
        </p:spPr>
      </p:pic>
      <p:pic>
        <p:nvPicPr>
          <p:cNvPr id="10" name="Picture 9" descr="TitleSlideBottom.jpg"/>
          <p:cNvPicPr>
            <a:picLocks noChangeAspect="1"/>
          </p:cNvPicPr>
          <p:nvPr/>
        </p:nvPicPr>
        <p:blipFill>
          <a:blip r:embed="rId3"/>
          <a:stretch>
            <a:fillRect/>
          </a:stretch>
        </p:blipFill>
        <p:spPr>
          <a:xfrm>
            <a:off x="609600" y="2700602"/>
            <a:ext cx="10972800" cy="3700199"/>
          </a:xfrm>
          <a:prstGeom prst="rect">
            <a:avLst/>
          </a:prstGeom>
        </p:spPr>
      </p:pic>
      <p:sp>
        <p:nvSpPr>
          <p:cNvPr id="11" name="Footer Placeholder 4"/>
          <p:cNvSpPr>
            <a:spLocks noGrp="1"/>
          </p:cNvSpPr>
          <p:nvPr>
            <p:ph type="ftr" sz="quarter" idx="3"/>
          </p:nvPr>
        </p:nvSpPr>
        <p:spPr>
          <a:xfrm>
            <a:off x="424329" y="6492876"/>
            <a:ext cx="4554072" cy="365125"/>
          </a:xfrm>
          <a:prstGeom prst="rect">
            <a:avLst/>
          </a:prstGeom>
        </p:spPr>
        <p:txBody>
          <a:bodyPr vert="horz" lIns="91440" tIns="45720" rIns="91440" bIns="45720" rtlCol="0" anchor="ctr"/>
          <a:lstStyle>
            <a:lvl1pPr marL="0" algn="l"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05FB7E12-2961-A54B-9E90-4846C973C8F0}" type="datetime1">
              <a:rPr lang="en-GB" smtClean="0"/>
              <a:t>31/01/2024</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3FFF1679-83E0-4571-98D7-4BB535B5F505}" type="slidenum">
              <a:rPr/>
              <a:pPr/>
              <a:t>‹#›</a:t>
            </a:fld>
            <a:endParaRPr/>
          </a:p>
        </p:txBody>
      </p:sp>
      <p:pic>
        <p:nvPicPr>
          <p:cNvPr id="7" name="Picture 6" descr="green.gif"/>
          <p:cNvPicPr>
            <a:picLocks noChangeAspect="1"/>
          </p:cNvPicPr>
          <p:nvPr userDrawn="1"/>
        </p:nvPicPr>
        <p:blipFill>
          <a:blip r:embed="rId2" cstate="print"/>
          <a:srcRect/>
          <a:stretch>
            <a:fillRect/>
          </a:stretch>
        </p:blipFill>
        <p:spPr bwMode="auto">
          <a:xfrm>
            <a:off x="11239501" y="5562600"/>
            <a:ext cx="952500" cy="838200"/>
          </a:xfrm>
          <a:prstGeom prst="rect">
            <a:avLst/>
          </a:prstGeom>
          <a:noFill/>
          <a:ln w="9525">
            <a:noFill/>
            <a:miter lim="800000"/>
            <a:headEnd/>
            <a:tailEnd/>
          </a:ln>
        </p:spPr>
      </p:pic>
      <p:pic>
        <p:nvPicPr>
          <p:cNvPr id="8" name="Picture 7" descr="hand.gif"/>
          <p:cNvPicPr>
            <a:picLocks noChangeAspect="1"/>
          </p:cNvPicPr>
          <p:nvPr userDrawn="1"/>
        </p:nvPicPr>
        <p:blipFill>
          <a:blip r:embed="rId3" cstate="print"/>
          <a:srcRect/>
          <a:stretch>
            <a:fillRect/>
          </a:stretch>
        </p:blipFill>
        <p:spPr bwMode="auto">
          <a:xfrm>
            <a:off x="1" y="6115050"/>
            <a:ext cx="1587500" cy="742950"/>
          </a:xfrm>
          <a:prstGeom prst="rect">
            <a:avLst/>
          </a:prstGeom>
          <a:noFill/>
          <a:ln w="9525">
            <a:noFill/>
            <a:miter lim="800000"/>
            <a:headEnd/>
            <a:tailEnd/>
          </a:ln>
        </p:spPr>
      </p:pic>
      <p:sp>
        <p:nvSpPr>
          <p:cNvPr id="9" name="Freeform 8"/>
          <p:cNvSpPr/>
          <p:nvPr userDrawn="1"/>
        </p:nvSpPr>
        <p:spPr>
          <a:xfrm>
            <a:off x="1562101" y="6124576"/>
            <a:ext cx="9715500" cy="219075"/>
          </a:xfrm>
          <a:custGeom>
            <a:avLst/>
            <a:gdLst>
              <a:gd name="connsiteX0" fmla="*/ 0 w 7286625"/>
              <a:gd name="connsiteY0" fmla="*/ 219075 h 219075"/>
              <a:gd name="connsiteX1" fmla="*/ 190500 w 7286625"/>
              <a:gd name="connsiteY1" fmla="*/ 180975 h 219075"/>
              <a:gd name="connsiteX2" fmla="*/ 2790825 w 7286625"/>
              <a:gd name="connsiteY2" fmla="*/ 171450 h 219075"/>
              <a:gd name="connsiteX3" fmla="*/ 2924175 w 7286625"/>
              <a:gd name="connsiteY3" fmla="*/ 152400 h 219075"/>
              <a:gd name="connsiteX4" fmla="*/ 3267075 w 7286625"/>
              <a:gd name="connsiteY4" fmla="*/ 133350 h 219075"/>
              <a:gd name="connsiteX5" fmla="*/ 3390900 w 7286625"/>
              <a:gd name="connsiteY5" fmla="*/ 123825 h 219075"/>
              <a:gd name="connsiteX6" fmla="*/ 3667125 w 7286625"/>
              <a:gd name="connsiteY6" fmla="*/ 85725 h 219075"/>
              <a:gd name="connsiteX7" fmla="*/ 3838575 w 7286625"/>
              <a:gd name="connsiteY7" fmla="*/ 76200 h 219075"/>
              <a:gd name="connsiteX8" fmla="*/ 4381500 w 7286625"/>
              <a:gd name="connsiteY8" fmla="*/ 47625 h 219075"/>
              <a:gd name="connsiteX9" fmla="*/ 4552950 w 7286625"/>
              <a:gd name="connsiteY9" fmla="*/ 38100 h 219075"/>
              <a:gd name="connsiteX10" fmla="*/ 4686300 w 7286625"/>
              <a:gd name="connsiteY10" fmla="*/ 28575 h 219075"/>
              <a:gd name="connsiteX11" fmla="*/ 5562600 w 7286625"/>
              <a:gd name="connsiteY11" fmla="*/ 0 h 219075"/>
              <a:gd name="connsiteX12" fmla="*/ 6486525 w 7286625"/>
              <a:gd name="connsiteY12" fmla="*/ 9525 h 219075"/>
              <a:gd name="connsiteX13" fmla="*/ 6581775 w 7286625"/>
              <a:gd name="connsiteY13" fmla="*/ 19050 h 219075"/>
              <a:gd name="connsiteX14" fmla="*/ 6715125 w 7286625"/>
              <a:gd name="connsiteY14" fmla="*/ 47625 h 219075"/>
              <a:gd name="connsiteX15" fmla="*/ 7210425 w 7286625"/>
              <a:gd name="connsiteY15" fmla="*/ 66675 h 219075"/>
              <a:gd name="connsiteX16" fmla="*/ 7286625 w 7286625"/>
              <a:gd name="connsiteY16" fmla="*/ 76200 h 21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286625" h="219075">
                <a:moveTo>
                  <a:pt x="0" y="219075"/>
                </a:moveTo>
                <a:cubicBezTo>
                  <a:pt x="67827" y="173857"/>
                  <a:pt x="45538" y="182475"/>
                  <a:pt x="190500" y="180975"/>
                </a:cubicBezTo>
                <a:lnTo>
                  <a:pt x="2790825" y="171450"/>
                </a:lnTo>
                <a:cubicBezTo>
                  <a:pt x="2835275" y="165100"/>
                  <a:pt x="2879529" y="157183"/>
                  <a:pt x="2924175" y="152400"/>
                </a:cubicBezTo>
                <a:cubicBezTo>
                  <a:pt x="3020054" y="142127"/>
                  <a:pt x="3181234" y="138255"/>
                  <a:pt x="3267075" y="133350"/>
                </a:cubicBezTo>
                <a:cubicBezTo>
                  <a:pt x="3308405" y="130988"/>
                  <a:pt x="3349625" y="127000"/>
                  <a:pt x="3390900" y="123825"/>
                </a:cubicBezTo>
                <a:cubicBezTo>
                  <a:pt x="3496096" y="104698"/>
                  <a:pt x="3551356" y="92157"/>
                  <a:pt x="3667125" y="85725"/>
                </a:cubicBezTo>
                <a:lnTo>
                  <a:pt x="3838575" y="76200"/>
                </a:lnTo>
                <a:cubicBezTo>
                  <a:pt x="4421283" y="38197"/>
                  <a:pt x="3784538" y="73028"/>
                  <a:pt x="4381500" y="47625"/>
                </a:cubicBezTo>
                <a:cubicBezTo>
                  <a:pt x="4438686" y="45192"/>
                  <a:pt x="4495823" y="41670"/>
                  <a:pt x="4552950" y="38100"/>
                </a:cubicBezTo>
                <a:cubicBezTo>
                  <a:pt x="4597426" y="35320"/>
                  <a:pt x="4641768" y="30255"/>
                  <a:pt x="4686300" y="28575"/>
                </a:cubicBezTo>
                <a:lnTo>
                  <a:pt x="5562600" y="0"/>
                </a:lnTo>
                <a:lnTo>
                  <a:pt x="6486525" y="9525"/>
                </a:lnTo>
                <a:cubicBezTo>
                  <a:pt x="6518428" y="10121"/>
                  <a:pt x="6550352" y="13505"/>
                  <a:pt x="6581775" y="19050"/>
                </a:cubicBezTo>
                <a:cubicBezTo>
                  <a:pt x="6696351" y="39269"/>
                  <a:pt x="6600009" y="39686"/>
                  <a:pt x="6715125" y="47625"/>
                </a:cubicBezTo>
                <a:cubicBezTo>
                  <a:pt x="6818795" y="54775"/>
                  <a:pt x="7128867" y="63956"/>
                  <a:pt x="7210425" y="66675"/>
                </a:cubicBezTo>
                <a:cubicBezTo>
                  <a:pt x="7254060" y="81220"/>
                  <a:pt x="7228960" y="76200"/>
                  <a:pt x="7286625" y="762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pic>
        <p:nvPicPr>
          <p:cNvPr id="10" name="Picture 9" descr="top.gif"/>
          <p:cNvPicPr>
            <a:picLocks noChangeAspect="1"/>
          </p:cNvPicPr>
          <p:nvPr userDrawn="1"/>
        </p:nvPicPr>
        <p:blipFill>
          <a:blip r:embed="rId4" cstate="print"/>
          <a:srcRect/>
          <a:stretch>
            <a:fillRect/>
          </a:stretch>
        </p:blipFill>
        <p:spPr bwMode="auto">
          <a:xfrm rot="18850181">
            <a:off x="125942" y="155575"/>
            <a:ext cx="2000250" cy="1397000"/>
          </a:xfrm>
          <a:prstGeom prst="rect">
            <a:avLst/>
          </a:prstGeom>
          <a:noFill/>
          <a:ln w="9525">
            <a:noFill/>
            <a:miter lim="800000"/>
            <a:headEnd/>
            <a:tailEnd/>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10" name="Rectangle 9"/>
          <p:cNvSpPr/>
          <p:nvPr/>
        </p:nvSpPr>
        <p:spPr>
          <a:xfrm>
            <a:off x="435428" y="362858"/>
            <a:ext cx="11253411" cy="25182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130722" y="3575713"/>
            <a:ext cx="7195561" cy="1340467"/>
          </a:xfrm>
        </p:spPr>
        <p:txBody>
          <a:bodyPr tIns="0" bIns="0" anchor="b" anchorCtr="0"/>
          <a:lstStyle>
            <a:lvl1pPr algn="r">
              <a:defRPr sz="4600" b="0" cap="none" baseline="0">
                <a:solidFill>
                  <a:schemeClr val="accent1"/>
                </a:solidFill>
                <a:effectLst/>
              </a:defRPr>
            </a:lvl1pPr>
          </a:lstStyle>
          <a:p>
            <a:r>
              <a:rPr lang="en-US"/>
              <a:t>Click to edit Master title style</a:t>
            </a:r>
            <a:endParaRPr/>
          </a:p>
        </p:txBody>
      </p:sp>
      <p:sp>
        <p:nvSpPr>
          <p:cNvPr id="3" name="Text Placeholder 2"/>
          <p:cNvSpPr>
            <a:spLocks noGrp="1"/>
          </p:cNvSpPr>
          <p:nvPr>
            <p:ph type="body" idx="1"/>
          </p:nvPr>
        </p:nvSpPr>
        <p:spPr>
          <a:xfrm>
            <a:off x="4130722" y="4980297"/>
            <a:ext cx="7195561" cy="810904"/>
          </a:xfrm>
        </p:spPr>
        <p:txBody>
          <a:bodyPr tIns="0" bIns="0" anchor="t" anchorCtr="0">
            <a:normAutofit/>
          </a:bodyPr>
          <a:lstStyle>
            <a:lvl1pPr marL="0" indent="0" algn="r">
              <a:spcBef>
                <a:spcPts val="300"/>
              </a:spcBef>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B7A32820-A7D4-6446-95DB-D994019D64EE}" type="datetime1">
              <a:rPr lang="en-GB" smtClean="0"/>
              <a:t>31/01/2024</a:t>
            </a:fld>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a:xfrm>
            <a:off x="5742432" y="6492241"/>
            <a:ext cx="711200" cy="365125"/>
          </a:xfrm>
        </p:spPr>
        <p:txBody>
          <a:bodyPr vert="horz" lIns="91440" tIns="45720" rIns="91440" bIns="45720" rtlCol="0" anchor="ctr"/>
          <a:lstStyle>
            <a:lvl1pPr marL="0" algn="ctr"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fld id="{93238FDB-2D8C-4804-B582-7DB90366B95F}" type="slidenum">
              <a:rPr lang="en-US" smtClean="0"/>
              <a:pPr>
                <a:defRPr/>
              </a:pPr>
              <a:t>‹#›</a:t>
            </a:fld>
            <a:endParaRPr lang="en-US" dirty="0"/>
          </a:p>
        </p:txBody>
      </p:sp>
      <p:pic>
        <p:nvPicPr>
          <p:cNvPr id="7" name="Picture 6" descr="SectionHeaderLeft.jpg"/>
          <p:cNvPicPr>
            <a:picLocks noChangeAspect="1"/>
          </p:cNvPicPr>
          <p:nvPr/>
        </p:nvPicPr>
        <p:blipFill>
          <a:blip r:embed="rId2"/>
          <a:stretch>
            <a:fillRect/>
          </a:stretch>
        </p:blipFill>
        <p:spPr>
          <a:xfrm>
            <a:off x="627530" y="457200"/>
            <a:ext cx="2955415" cy="5943600"/>
          </a:xfrm>
          <a:prstGeom prst="rect">
            <a:avLst/>
          </a:prstGeom>
        </p:spPr>
      </p:pic>
      <p:sp>
        <p:nvSpPr>
          <p:cNvPr id="8" name="Rectangle 7"/>
          <p:cNvSpPr/>
          <p:nvPr/>
        </p:nvSpPr>
        <p:spPr>
          <a:xfrm>
            <a:off x="426720" y="320040"/>
            <a:ext cx="1133856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rot="5400000">
            <a:off x="694112" y="3349752"/>
            <a:ext cx="5943600" cy="158496"/>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878539" y="2286001"/>
            <a:ext cx="4876800" cy="38401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441744" y="2286001"/>
            <a:ext cx="4876800" cy="3840163"/>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E5BF75BF-5009-8C44-B40B-D5CBFEB77461}" type="datetime1">
              <a:rPr lang="en-GB" smtClean="0"/>
              <a:t>31/01/2024</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FD77EB8B-B6EB-443D-9CB4-B019CEC8F476}" type="slidenum">
              <a:rPr lang="en-US" smtClean="0"/>
              <a:pPr>
                <a:defRPr/>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884517" y="2040082"/>
            <a:ext cx="4876800" cy="730415"/>
          </a:xfrm>
        </p:spPr>
        <p:txBody>
          <a:bodyPr tIns="0" bIns="0" anchor="ctr" anchorCtr="0">
            <a:noAutofit/>
          </a:bodyPr>
          <a:lstStyle>
            <a:lvl1pPr marL="0" indent="0" algn="ctr">
              <a:lnSpc>
                <a:spcPts val="3000"/>
              </a:lnSpc>
              <a:spcBef>
                <a:spcPts val="300"/>
              </a:spcBef>
              <a:buNone/>
              <a:defRPr sz="2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84517" y="2797175"/>
            <a:ext cx="4876800" cy="3328988"/>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437376" y="2040082"/>
            <a:ext cx="4876800" cy="730415"/>
          </a:xfrm>
        </p:spPr>
        <p:txBody>
          <a:bodyPr tIns="0" bIns="0" anchor="ctr" anchorCtr="0">
            <a:noAutofit/>
          </a:bodyPr>
          <a:lstStyle>
            <a:lvl1pPr marL="0" indent="0" algn="ctr">
              <a:lnSpc>
                <a:spcPts val="3000"/>
              </a:lnSpc>
              <a:spcBef>
                <a:spcPts val="300"/>
              </a:spcBef>
              <a:buNone/>
              <a:defRPr sz="2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37376" y="2797175"/>
            <a:ext cx="4876800" cy="3328988"/>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pPr>
              <a:defRPr/>
            </a:pPr>
            <a:fld id="{484AE11B-32F7-B143-B01B-77B3A7F473A3}" type="datetime1">
              <a:rPr lang="en-GB" smtClean="0"/>
              <a:t>31/01/2024</a:t>
            </a:fld>
            <a:endParaRPr lang="en-US" dirty="0"/>
          </a:p>
        </p:txBody>
      </p:sp>
      <p:sp>
        <p:nvSpPr>
          <p:cNvPr id="8" name="Footer Placeholder 7"/>
          <p:cNvSpPr>
            <a:spLocks noGrp="1"/>
          </p:cNvSpPr>
          <p:nvPr>
            <p:ph type="ftr" sz="quarter" idx="11"/>
          </p:nvPr>
        </p:nvSpPr>
        <p:spPr/>
        <p:txBody>
          <a:bodyPr/>
          <a:lstStyle/>
          <a:p>
            <a:pPr>
              <a:defRPr/>
            </a:pPr>
            <a:endParaRPr lang="en-US" dirty="0"/>
          </a:p>
        </p:txBody>
      </p:sp>
      <p:sp>
        <p:nvSpPr>
          <p:cNvPr id="9" name="Slide Number Placeholder 8"/>
          <p:cNvSpPr>
            <a:spLocks noGrp="1"/>
          </p:cNvSpPr>
          <p:nvPr>
            <p:ph type="sldNum" sz="quarter" idx="12"/>
          </p:nvPr>
        </p:nvSpPr>
        <p:spPr/>
        <p:txBody>
          <a:bodyPr/>
          <a:lstStyle/>
          <a:p>
            <a:pPr>
              <a:defRPr/>
            </a:pPr>
            <a:fld id="{D56104A5-FF6A-4891-8FE3-D539A7A66E05}" type="slidenum">
              <a:rPr lang="en-US" smtClean="0"/>
              <a:pPr>
                <a:defRPr/>
              </a:pPr>
              <a:t>‹#›</a:t>
            </a:fld>
            <a:endParaRPr lang="en-US" dirty="0"/>
          </a:p>
        </p:txBody>
      </p:sp>
      <p:cxnSp>
        <p:nvCxnSpPr>
          <p:cNvPr id="11" name="Straight Connector 10"/>
          <p:cNvCxnSpPr/>
          <p:nvPr/>
        </p:nvCxnSpPr>
        <p:spPr>
          <a:xfrm rot="5400000">
            <a:off x="4408489" y="4484423"/>
            <a:ext cx="3375025" cy="2117"/>
          </a:xfrm>
          <a:prstGeom prst="line">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872067" y="2286001"/>
            <a:ext cx="104648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44180B7D-AE90-364C-BD78-A0C7070CC4D5}" type="datetime1">
              <a:rPr lang="en-GB" smtClean="0"/>
              <a:t>31/01/2024</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9" name="Content Placeholder 2"/>
          <p:cNvSpPr>
            <a:spLocks noGrp="1"/>
          </p:cNvSpPr>
          <p:nvPr>
            <p:ph sz="half" idx="13"/>
          </p:nvPr>
        </p:nvSpPr>
        <p:spPr>
          <a:xfrm>
            <a:off x="872067" y="4302966"/>
            <a:ext cx="104648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437376" y="2286001"/>
            <a:ext cx="48768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FC0F27B9-ECB6-7042-A0DA-B622547E22D7}" type="datetime1">
              <a:rPr lang="en-GB" smtClean="0"/>
              <a:t>31/01/2024</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9" name="Content Placeholder 2"/>
          <p:cNvSpPr>
            <a:spLocks noGrp="1"/>
          </p:cNvSpPr>
          <p:nvPr>
            <p:ph sz="half" idx="13"/>
          </p:nvPr>
        </p:nvSpPr>
        <p:spPr>
          <a:xfrm>
            <a:off x="6437376" y="4302966"/>
            <a:ext cx="48768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Content Placeholder 2"/>
          <p:cNvSpPr>
            <a:spLocks noGrp="1"/>
          </p:cNvSpPr>
          <p:nvPr>
            <p:ph sz="half" idx="14"/>
          </p:nvPr>
        </p:nvSpPr>
        <p:spPr>
          <a:xfrm>
            <a:off x="872113" y="2286001"/>
            <a:ext cx="4876800" cy="38401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437376" y="2286001"/>
            <a:ext cx="48768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4CC88047-46B6-0147-B79D-698E7CD319CB}" type="datetime1">
              <a:rPr lang="en-GB" smtClean="0"/>
              <a:t>31/01/2024</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9" name="Content Placeholder 2"/>
          <p:cNvSpPr>
            <a:spLocks noGrp="1"/>
          </p:cNvSpPr>
          <p:nvPr>
            <p:ph sz="half" idx="13"/>
          </p:nvPr>
        </p:nvSpPr>
        <p:spPr>
          <a:xfrm>
            <a:off x="6437376" y="4302966"/>
            <a:ext cx="48768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0" name="Content Placeholder 2"/>
          <p:cNvSpPr>
            <a:spLocks noGrp="1"/>
          </p:cNvSpPr>
          <p:nvPr>
            <p:ph sz="half" idx="14"/>
          </p:nvPr>
        </p:nvSpPr>
        <p:spPr>
          <a:xfrm>
            <a:off x="878541" y="2286001"/>
            <a:ext cx="48768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1" name="Content Placeholder 2"/>
          <p:cNvSpPr>
            <a:spLocks noGrp="1"/>
          </p:cNvSpPr>
          <p:nvPr>
            <p:ph sz="half" idx="15"/>
          </p:nvPr>
        </p:nvSpPr>
        <p:spPr>
          <a:xfrm>
            <a:off x="878541" y="4302966"/>
            <a:ext cx="48768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pPr>
              <a:defRPr/>
            </a:pPr>
            <a:fld id="{C30493F4-ED4C-3A4B-8B06-B69F8DF8AADF}" type="datetime1">
              <a:rPr lang="en-GB" smtClean="0"/>
              <a:t>31/01/2024</a:t>
            </a:fld>
            <a:endParaRPr lang="en-US" dirty="0"/>
          </a:p>
        </p:txBody>
      </p:sp>
      <p:sp>
        <p:nvSpPr>
          <p:cNvPr id="4" name="Footer Placeholder 3"/>
          <p:cNvSpPr>
            <a:spLocks noGrp="1"/>
          </p:cNvSpPr>
          <p:nvPr>
            <p:ph type="ftr" sz="quarter" idx="11"/>
          </p:nvPr>
        </p:nvSpPr>
        <p:spPr/>
        <p:txBody>
          <a:bodyPr/>
          <a:lstStyle/>
          <a:p>
            <a:pPr>
              <a:defRPr/>
            </a:pPr>
            <a:endParaRPr lang="en-US" dirty="0"/>
          </a:p>
        </p:txBody>
      </p:sp>
      <p:sp>
        <p:nvSpPr>
          <p:cNvPr id="5" name="Slide Number Placeholder 4"/>
          <p:cNvSpPr>
            <a:spLocks noGrp="1"/>
          </p:cNvSpPr>
          <p:nvPr>
            <p:ph type="sldNum" sz="quarter" idx="12"/>
          </p:nvPr>
        </p:nvSpPr>
        <p:spPr/>
        <p:txBody>
          <a:bodyPr/>
          <a:lstStyle/>
          <a:p>
            <a:pPr>
              <a:defRPr/>
            </a:pPr>
            <a:fld id="{97012834-41A2-49E3-8762-B14EE3F5CFB1}" type="slidenum">
              <a:rPr lang="en-US" smtClean="0"/>
              <a:pPr>
                <a:defRPr/>
              </a:pPr>
              <a:t>‹#›</a:t>
            </a:fld>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7" name="Rectangle 6"/>
          <p:cNvSpPr/>
          <p:nvPr/>
        </p:nvSpPr>
        <p:spPr>
          <a:xfrm>
            <a:off x="474133" y="566058"/>
            <a:ext cx="11195352" cy="259805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Rectangle 4"/>
          <p:cNvSpPr/>
          <p:nvPr/>
        </p:nvSpPr>
        <p:spPr>
          <a:xfrm>
            <a:off x="426720" y="320040"/>
            <a:ext cx="1133856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Rectangle 5"/>
          <p:cNvSpPr/>
          <p:nvPr/>
        </p:nvSpPr>
        <p:spPr>
          <a:xfrm>
            <a:off x="609600" y="457200"/>
            <a:ext cx="109728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pPr>
              <a:defRPr/>
            </a:pPr>
            <a:fld id="{FF8C9C8B-55CD-BA4B-BF97-EF8882CF202F}" type="datetime1">
              <a:rPr lang="en-GB" smtClean="0"/>
              <a:t>31/01/2024</a:t>
            </a:fld>
            <a:endParaRPr lang="en-US" dirty="0"/>
          </a:p>
        </p:txBody>
      </p:sp>
      <p:sp>
        <p:nvSpPr>
          <p:cNvPr id="3" name="Footer Placeholder 2"/>
          <p:cNvSpPr>
            <a:spLocks noGrp="1"/>
          </p:cNvSpPr>
          <p:nvPr>
            <p:ph type="ftr" sz="quarter" idx="11"/>
          </p:nvPr>
        </p:nvSpPr>
        <p:spPr/>
        <p:txBody>
          <a:bodyPr/>
          <a:lstStyle/>
          <a:p>
            <a:pPr>
              <a:defRPr/>
            </a:pPr>
            <a:endParaRPr lang="en-US" dirty="0"/>
          </a:p>
        </p:txBody>
      </p:sp>
      <p:sp>
        <p:nvSpPr>
          <p:cNvPr id="4" name="Slide Number Placeholder 3"/>
          <p:cNvSpPr>
            <a:spLocks noGrp="1"/>
          </p:cNvSpPr>
          <p:nvPr>
            <p:ph type="sldNum" sz="quarter" idx="12"/>
          </p:nvPr>
        </p:nvSpPr>
        <p:spPr/>
        <p:txBody>
          <a:bodyPr/>
          <a:lstStyle/>
          <a:p>
            <a:pPr>
              <a:defRPr/>
            </a:pPr>
            <a:fld id="{0A9A6F0D-A611-4358-861D-7B01E8303898}" type="slidenum">
              <a:rPr lang="en-US" smtClean="0"/>
              <a:pPr>
                <a:defRPr/>
              </a:pPr>
              <a:t>‹#›</a:t>
            </a:fld>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10" name="Rectangle 9"/>
          <p:cNvSpPr/>
          <p:nvPr/>
        </p:nvSpPr>
        <p:spPr>
          <a:xfrm>
            <a:off x="445105" y="566058"/>
            <a:ext cx="11272761" cy="21335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26720" y="320040"/>
            <a:ext cx="1133856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609600" y="457200"/>
            <a:ext cx="109728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877824" y="1644868"/>
            <a:ext cx="4876800" cy="1098332"/>
          </a:xfrm>
        </p:spPr>
        <p:txBody>
          <a:bodyPr anchor="b"/>
          <a:lstStyle>
            <a:lvl1pPr algn="l">
              <a:defRPr sz="3600" b="0">
                <a:solidFill>
                  <a:schemeClr val="accent1"/>
                </a:solidFill>
                <a:effectLst/>
              </a:defRPr>
            </a:lvl1pPr>
          </a:lstStyle>
          <a:p>
            <a:r>
              <a:rPr lang="en-US"/>
              <a:t>Click to edit Master title style</a:t>
            </a:r>
            <a:endParaRPr/>
          </a:p>
        </p:txBody>
      </p:sp>
      <p:sp>
        <p:nvSpPr>
          <p:cNvPr id="3" name="Content Placeholder 2"/>
          <p:cNvSpPr>
            <a:spLocks noGrp="1"/>
          </p:cNvSpPr>
          <p:nvPr>
            <p:ph idx="1"/>
          </p:nvPr>
        </p:nvSpPr>
        <p:spPr>
          <a:xfrm>
            <a:off x="6437376" y="654268"/>
            <a:ext cx="4876800" cy="5486400"/>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877824" y="2774732"/>
            <a:ext cx="4876800" cy="3168869"/>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A283E22D-3131-204A-A671-9ABD2CC4500B}" type="datetime1">
              <a:rPr lang="en-GB" smtClean="0"/>
              <a:t>31/01/2024</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BAB79F47-3AF0-4617-BC60-2E592392BB48}" type="slidenum">
              <a:rPr lang="en-US" smtClean="0"/>
              <a:pPr>
                <a:defRPr/>
              </a:pPr>
              <a:t>‹#›</a:t>
            </a:fld>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useBgFill="1">
        <p:nvSpPr>
          <p:cNvPr id="10" name="Rectangle 9"/>
          <p:cNvSpPr/>
          <p:nvPr/>
        </p:nvSpPr>
        <p:spPr>
          <a:xfrm>
            <a:off x="474134" y="348343"/>
            <a:ext cx="11243733" cy="23513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26720" y="320040"/>
            <a:ext cx="1133856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rot="5400000">
            <a:off x="8454677" y="3270960"/>
            <a:ext cx="5943600" cy="316081"/>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877824" y="1644868"/>
            <a:ext cx="4876800" cy="1098332"/>
          </a:xfrm>
        </p:spPr>
        <p:txBody>
          <a:bodyPr anchor="b"/>
          <a:lstStyle>
            <a:lvl1pPr algn="l">
              <a:defRPr sz="3600" b="0">
                <a:solidFill>
                  <a:schemeClr val="accent1"/>
                </a:solidFill>
                <a:effectLst/>
              </a:defRPr>
            </a:lvl1pPr>
          </a:lstStyle>
          <a:p>
            <a:r>
              <a:rPr lang="en-US"/>
              <a:t>Click to edit Master title style</a:t>
            </a:r>
            <a:endParaRPr/>
          </a:p>
        </p:txBody>
      </p:sp>
      <p:sp>
        <p:nvSpPr>
          <p:cNvPr id="4" name="Text Placeholder 3"/>
          <p:cNvSpPr>
            <a:spLocks noGrp="1"/>
          </p:cNvSpPr>
          <p:nvPr>
            <p:ph type="body" sz="half" idx="2"/>
          </p:nvPr>
        </p:nvSpPr>
        <p:spPr>
          <a:xfrm>
            <a:off x="877824" y="2774732"/>
            <a:ext cx="4876800" cy="3168869"/>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8CBDEF3A-A0D2-B64E-9F1C-7EC1F666274B}" type="datetime1">
              <a:rPr lang="en-GB" smtClean="0"/>
              <a:t>31/01/2024</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CADF8B95-FD24-4BC4-B430-69A3136D11E0}" type="slidenum">
              <a:rPr lang="en-US" smtClean="0"/>
              <a:pPr>
                <a:defRPr/>
              </a:pPr>
              <a:t>‹#›</a:t>
            </a:fld>
            <a:endParaRPr lang="en-US" dirty="0"/>
          </a:p>
        </p:txBody>
      </p:sp>
      <p:sp>
        <p:nvSpPr>
          <p:cNvPr id="11" name="Picture Placeholder 10"/>
          <p:cNvSpPr>
            <a:spLocks noGrp="1"/>
          </p:cNvSpPr>
          <p:nvPr>
            <p:ph type="pic" sz="quarter" idx="13"/>
          </p:nvPr>
        </p:nvSpPr>
        <p:spPr>
          <a:xfrm>
            <a:off x="6437376" y="457200"/>
            <a:ext cx="4828032" cy="5943600"/>
          </a:xfrm>
        </p:spPr>
        <p:txBody>
          <a:bodyPr/>
          <a:lstStyle>
            <a:lvl1pPr>
              <a:buNone/>
              <a:defRPr/>
            </a:lvl1pPr>
          </a:lstStyle>
          <a:p>
            <a:r>
              <a:rPr lang="en-US" dirty="0"/>
              <a:t>Click icon to add picture</a:t>
            </a:r>
            <a:endParaRPr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a:xfrm>
            <a:off x="812800" y="2286001"/>
            <a:ext cx="10498667" cy="38401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fld id="{41520A28-E54D-9A4B-9112-FC86FC61471C}" type="datetime1">
              <a:rPr lang="en-GB" smtClean="0"/>
              <a:t>31/01/2024</a:t>
            </a:fld>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FBF0D068-AB96-40B8-9FAA-4228627632C0}" type="slidenum">
              <a:rPr lang="en-US" smtClean="0"/>
              <a:pPr>
                <a:defRPr/>
              </a:pPr>
              <a:t>‹#›</a:t>
            </a:fld>
            <a:endParaRPr 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1" name="Rectangle 10"/>
          <p:cNvSpPr/>
          <p:nvPr/>
        </p:nvSpPr>
        <p:spPr>
          <a:xfrm>
            <a:off x="464457" y="362857"/>
            <a:ext cx="11253409" cy="23368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 name="Picture 8" descr="VerticalRight.jpg"/>
          <p:cNvPicPr>
            <a:picLocks noChangeAspect="1"/>
          </p:cNvPicPr>
          <p:nvPr/>
        </p:nvPicPr>
        <p:blipFill>
          <a:blip r:embed="rId2"/>
          <a:stretch>
            <a:fillRect/>
          </a:stretch>
        </p:blipFill>
        <p:spPr>
          <a:xfrm>
            <a:off x="9482224" y="457200"/>
            <a:ext cx="2061640" cy="5943600"/>
          </a:xfrm>
          <a:prstGeom prst="rect">
            <a:avLst/>
          </a:prstGeom>
        </p:spPr>
      </p:pic>
      <p:sp>
        <p:nvSpPr>
          <p:cNvPr id="10" name="Rectangle 9"/>
          <p:cNvSpPr/>
          <p:nvPr/>
        </p:nvSpPr>
        <p:spPr>
          <a:xfrm rot="5400000">
            <a:off x="6423152" y="3349752"/>
            <a:ext cx="5943600" cy="158496"/>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9492776" y="693739"/>
            <a:ext cx="1988024" cy="5432425"/>
          </a:xfrm>
        </p:spPr>
        <p:txBody>
          <a:bodyPr vert="eaVert" tIns="45720" bIns="45720"/>
          <a:lstStyle>
            <a:lvl1pPr algn="l">
              <a:defRPr/>
            </a:lvl1pPr>
          </a:lstStyle>
          <a:p>
            <a:r>
              <a:rPr lang="en-US"/>
              <a:t>Click to edit Master title style</a:t>
            </a:r>
            <a:endParaRPr/>
          </a:p>
        </p:txBody>
      </p:sp>
      <p:sp>
        <p:nvSpPr>
          <p:cNvPr id="3" name="Vertical Text Placeholder 2"/>
          <p:cNvSpPr>
            <a:spLocks noGrp="1"/>
          </p:cNvSpPr>
          <p:nvPr>
            <p:ph type="body" orient="vert" idx="1"/>
          </p:nvPr>
        </p:nvSpPr>
        <p:spPr>
          <a:xfrm>
            <a:off x="609600" y="693739"/>
            <a:ext cx="8026400" cy="54324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fld id="{201BE9DE-6B32-5541-A578-56AD35288EEC}" type="datetime1">
              <a:rPr lang="en-GB" smtClean="0"/>
              <a:t>31/01/2024</a:t>
            </a:fld>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0E7040A0-6A5C-4BDA-AED7-03967CF0473B}" type="slidenum">
              <a:rPr lang="en-US" smtClean="0"/>
              <a:pPr>
                <a:defRPr/>
              </a:pPr>
              <a:t>‹#›</a:t>
            </a:fld>
            <a:endParaRPr lang="en-US" dirty="0"/>
          </a:p>
        </p:txBody>
      </p:sp>
      <p:sp>
        <p:nvSpPr>
          <p:cNvPr id="7" name="Rectangle 6"/>
          <p:cNvSpPr/>
          <p:nvPr/>
        </p:nvSpPr>
        <p:spPr>
          <a:xfrm>
            <a:off x="426720" y="320040"/>
            <a:ext cx="1133856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image" Target="../media/image2.jpeg"/><Relationship Id="rId2" Type="http://schemas.openxmlformats.org/officeDocument/2006/relationships/slideLayout" Target="../slideLayouts/slideLayout13.xml"/><Relationship Id="rId16" Type="http://schemas.openxmlformats.org/officeDocument/2006/relationships/image" Target="../media/image1.jpe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609600" y="274638"/>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609600" y="1600201"/>
            <a:ext cx="109728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52785B09-3EED-6244-A666-0E811589768F}" type="datetime1">
              <a:rPr lang="en-GB" smtClean="0"/>
              <a:t>31/01/2024</a:t>
            </a:fld>
            <a:endParaRPr lang="en-US" dirty="0"/>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US" dirty="0"/>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F69DAB5F-4C32-47E8-A254-E438E2D0D3F6}"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srcRect/>
          <a:tile tx="0" ty="0" sx="100000" sy="100000" flip="none" algn="tl"/>
        </a:blipFill>
        <a:effectLst/>
      </p:bgPr>
    </p:bg>
    <p:spTree>
      <p:nvGrpSpPr>
        <p:cNvPr id="1" name=""/>
        <p:cNvGrpSpPr/>
        <p:nvPr/>
      </p:nvGrpSpPr>
      <p:grpSpPr>
        <a:xfrm>
          <a:off x="0" y="0"/>
          <a:ext cx="0" cy="0"/>
          <a:chOff x="0" y="0"/>
          <a:chExt cx="0" cy="0"/>
        </a:xfrm>
      </p:grpSpPr>
      <p:pic>
        <p:nvPicPr>
          <p:cNvPr id="11" name="Picture 10" descr="RunningTop-R.jpg"/>
          <p:cNvPicPr>
            <a:picLocks noChangeAspect="1"/>
          </p:cNvPicPr>
          <p:nvPr/>
        </p:nvPicPr>
        <p:blipFill>
          <a:blip r:embed="rId17"/>
          <a:stretch>
            <a:fillRect/>
          </a:stretch>
        </p:blipFill>
        <p:spPr>
          <a:xfrm>
            <a:off x="609600" y="457200"/>
            <a:ext cx="10972800" cy="1382002"/>
          </a:xfrm>
          <a:prstGeom prst="rect">
            <a:avLst/>
          </a:prstGeom>
        </p:spPr>
      </p:pic>
      <p:sp>
        <p:nvSpPr>
          <p:cNvPr id="2" name="Title Placeholder 1"/>
          <p:cNvSpPr>
            <a:spLocks noGrp="1"/>
          </p:cNvSpPr>
          <p:nvPr>
            <p:ph type="title"/>
          </p:nvPr>
        </p:nvSpPr>
        <p:spPr>
          <a:xfrm>
            <a:off x="878417" y="456253"/>
            <a:ext cx="10433051" cy="1323041"/>
          </a:xfrm>
          <a:prstGeom prst="rect">
            <a:avLst/>
          </a:prstGeom>
          <a:effectLst/>
        </p:spPr>
        <p:txBody>
          <a:bodyPr vert="horz" lIns="91440" tIns="0" rIns="91440" bIns="0" rtlCol="0" anchor="b" anchorCtr="0">
            <a:noAutofit/>
          </a:bodyPr>
          <a:lstStyle/>
          <a:p>
            <a:r>
              <a:rPr lang="en-US"/>
              <a:t>Click to edit Master title style</a:t>
            </a:r>
            <a:endParaRPr/>
          </a:p>
        </p:txBody>
      </p:sp>
      <p:sp>
        <p:nvSpPr>
          <p:cNvPr id="3" name="Text Placeholder 2"/>
          <p:cNvSpPr>
            <a:spLocks noGrp="1"/>
          </p:cNvSpPr>
          <p:nvPr>
            <p:ph type="body" idx="1"/>
          </p:nvPr>
        </p:nvSpPr>
        <p:spPr>
          <a:xfrm>
            <a:off x="3048000" y="2286001"/>
            <a:ext cx="8263467" cy="38401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8920480" y="6492876"/>
            <a:ext cx="2844800" cy="365125"/>
          </a:xfrm>
          <a:prstGeom prst="rect">
            <a:avLst/>
          </a:prstGeom>
        </p:spPr>
        <p:txBody>
          <a:bodyPr vert="horz" lIns="91440" tIns="45720" rIns="91440" bIns="45720" rtlCol="0" anchor="ctr"/>
          <a:lstStyle>
            <a:lvl1pPr algn="r">
              <a:defRPr sz="1100" b="1">
                <a:solidFill>
                  <a:schemeClr val="bg1">
                    <a:lumMod val="65000"/>
                  </a:schemeClr>
                </a:solidFill>
                <a:latin typeface="Calibri" pitchFamily="34" charset="0"/>
              </a:defRPr>
            </a:lvl1pPr>
          </a:lstStyle>
          <a:p>
            <a:pPr>
              <a:defRPr/>
            </a:pPr>
            <a:fld id="{2AE68F96-BA1B-5A45-BFB8-DD09F8123782}" type="datetime1">
              <a:rPr lang="en-GB" smtClean="0"/>
              <a:t>31/01/2024</a:t>
            </a:fld>
            <a:endParaRPr lang="en-US" dirty="0"/>
          </a:p>
        </p:txBody>
      </p:sp>
      <p:sp>
        <p:nvSpPr>
          <p:cNvPr id="5" name="Footer Placeholder 4"/>
          <p:cNvSpPr>
            <a:spLocks noGrp="1"/>
          </p:cNvSpPr>
          <p:nvPr>
            <p:ph type="ftr" sz="quarter" idx="3"/>
          </p:nvPr>
        </p:nvSpPr>
        <p:spPr>
          <a:xfrm>
            <a:off x="424329" y="6492876"/>
            <a:ext cx="4554072" cy="365125"/>
          </a:xfrm>
          <a:prstGeom prst="rect">
            <a:avLst/>
          </a:prstGeom>
        </p:spPr>
        <p:txBody>
          <a:bodyPr vert="horz" lIns="91440" tIns="45720" rIns="91440" bIns="45720" rtlCol="0" anchor="ctr"/>
          <a:lstStyle>
            <a:lvl1pPr marL="0" algn="l"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endParaRPr lang="en-US" dirty="0"/>
          </a:p>
        </p:txBody>
      </p:sp>
      <p:sp>
        <p:nvSpPr>
          <p:cNvPr id="6" name="Slide Number Placeholder 5"/>
          <p:cNvSpPr>
            <a:spLocks noGrp="1"/>
          </p:cNvSpPr>
          <p:nvPr>
            <p:ph type="sldNum" sz="quarter" idx="4"/>
          </p:nvPr>
        </p:nvSpPr>
        <p:spPr>
          <a:xfrm>
            <a:off x="504888" y="6149789"/>
            <a:ext cx="711200" cy="365125"/>
          </a:xfrm>
          <a:prstGeom prst="rect">
            <a:avLst/>
          </a:prstGeom>
        </p:spPr>
        <p:txBody>
          <a:bodyPr vert="horz" lIns="91440" tIns="91440" rIns="91440" bIns="91440" rtlCol="0" anchor="ctr"/>
          <a:lstStyle>
            <a:lvl1pPr algn="l">
              <a:defRPr sz="1800" b="0">
                <a:solidFill>
                  <a:schemeClr val="accent1"/>
                </a:solidFill>
                <a:latin typeface="Calibri" pitchFamily="34" charset="0"/>
              </a:defRPr>
            </a:lvl1pPr>
          </a:lstStyle>
          <a:p>
            <a:pPr>
              <a:defRPr/>
            </a:pPr>
            <a:fld id="{E4367C90-D8D8-4A11-9BC3-E7451ACC5EB2}" type="slidenum">
              <a:rPr lang="en-US" smtClean="0"/>
              <a:pPr>
                <a:defRPr/>
              </a:pPr>
              <a:t>‹#›</a:t>
            </a:fld>
            <a:endParaRPr lang="en-US" dirty="0"/>
          </a:p>
        </p:txBody>
      </p:sp>
      <p:sp>
        <p:nvSpPr>
          <p:cNvPr id="7" name="Rectangle 6"/>
          <p:cNvSpPr/>
          <p:nvPr/>
        </p:nvSpPr>
        <p:spPr>
          <a:xfrm>
            <a:off x="426720" y="320040"/>
            <a:ext cx="1133856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609600" y="1840960"/>
            <a:ext cx="109728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48" r:id="rId7"/>
    <p:sldLayoutId id="2147483749" r:id="rId8"/>
    <p:sldLayoutId id="2147483750" r:id="rId9"/>
    <p:sldLayoutId id="2147483751" r:id="rId10"/>
    <p:sldLayoutId id="2147483752" r:id="rId11"/>
    <p:sldLayoutId id="2147483753" r:id="rId12"/>
    <p:sldLayoutId id="2147483754" r:id="rId13"/>
    <p:sldLayoutId id="2147483755" r:id="rId14"/>
  </p:sldLayoutIdLst>
  <p:hf hdr="0" ftr="0" dt="0"/>
  <p:txStyles>
    <p:titleStyle>
      <a:lvl1pPr algn="r" defTabSz="914400" rtl="0" eaLnBrk="1" latinLnBrk="0" hangingPunct="1">
        <a:lnSpc>
          <a:spcPts val="5400"/>
        </a:lnSpc>
        <a:spcBef>
          <a:spcPct val="0"/>
        </a:spcBef>
        <a:buNone/>
        <a:defRPr sz="5200" kern="1200">
          <a:solidFill>
            <a:schemeClr val="bg1"/>
          </a:solidFill>
          <a:effectLst>
            <a:outerShdw blurRad="50800" dist="38100" dir="2700000" algn="tl" rotWithShape="0">
              <a:prstClr val="black">
                <a:alpha val="40000"/>
              </a:prstClr>
            </a:outerShdw>
          </a:effectLst>
          <a:latin typeface="+mj-lt"/>
          <a:ea typeface="+mj-ea"/>
          <a:cs typeface="+mj-cs"/>
        </a:defRPr>
      </a:lvl1pPr>
    </p:titleStyle>
    <p:bodyStyle>
      <a:lvl1pPr marL="282575" indent="-282575" algn="l" defTabSz="914400" rtl="0" eaLnBrk="1" latinLnBrk="0" hangingPunct="1">
        <a:spcBef>
          <a:spcPts val="1800"/>
        </a:spcBef>
        <a:buClr>
          <a:schemeClr val="accent1"/>
        </a:buClr>
        <a:buSzPct val="75000"/>
        <a:buFont typeface="Wingdings" pitchFamily="2" charset="2"/>
        <a:buChar char="n"/>
        <a:defRPr sz="2000" kern="1200">
          <a:solidFill>
            <a:schemeClr val="tx1">
              <a:lumMod val="85000"/>
              <a:lumOff val="15000"/>
            </a:schemeClr>
          </a:solidFill>
          <a:latin typeface="+mn-lt"/>
          <a:ea typeface="+mn-ea"/>
          <a:cs typeface="+mn-cs"/>
        </a:defRPr>
      </a:lvl1pPr>
      <a:lvl2pPr marL="577850" indent="-2952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2pPr>
      <a:lvl3pPr marL="86042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3pPr>
      <a:lvl4pPr marL="1143000"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4pPr>
      <a:lvl5pPr marL="142557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15.xml"/><Relationship Id="rId6" Type="http://schemas.openxmlformats.org/officeDocument/2006/relationships/image" Target="../media/image12.png"/><Relationship Id="rId5" Type="http://schemas.openxmlformats.org/officeDocument/2006/relationships/hyperlink" Target="https://www.britannica.com/biography/J-Presper-Eckert-Jr" TargetMode="External"/><Relationship Id="rId4" Type="http://schemas.openxmlformats.org/officeDocument/2006/relationships/hyperlink" Target="https://www.britannica.com/biography/John-Mauchly"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20.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20.xml"/><Relationship Id="rId4" Type="http://schemas.openxmlformats.org/officeDocument/2006/relationships/hyperlink" Target="https://www.w3schools.in/computer-fundamentals/types-of-computer-architecture"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0.jpeg"/><Relationship Id="rId7" Type="http://schemas.openxmlformats.org/officeDocument/2006/relationships/diagramColors" Target="../diagrams/colors1.xml"/><Relationship Id="rId2" Type="http://schemas.openxmlformats.org/officeDocument/2006/relationships/notesSlide" Target="../notesSlides/notesSlide8.xml"/><Relationship Id="rId1" Type="http://schemas.openxmlformats.org/officeDocument/2006/relationships/slideLayout" Target="../slideLayouts/slideLayout20.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21.xml"/><Relationship Id="rId4" Type="http://schemas.openxmlformats.org/officeDocument/2006/relationships/image" Target="../media/image14.emf"/></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17.xml"/><Relationship Id="rId4" Type="http://schemas.openxmlformats.org/officeDocument/2006/relationships/image" Target="../media/image15.wmf"/></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1.xml"/><Relationship Id="rId1" Type="http://schemas.openxmlformats.org/officeDocument/2006/relationships/slideLayout" Target="../slideLayouts/slideLayout22.xml"/><Relationship Id="rId4" Type="http://schemas.openxmlformats.org/officeDocument/2006/relationships/image" Target="../media/image16.emf"/></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2.xml"/><Relationship Id="rId1" Type="http://schemas.openxmlformats.org/officeDocument/2006/relationships/slideLayout" Target="../slideLayouts/slideLayout20.xml"/><Relationship Id="rId4" Type="http://schemas.openxmlformats.org/officeDocument/2006/relationships/image" Target="../media/image17.emf"/></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3.xml"/><Relationship Id="rId1" Type="http://schemas.openxmlformats.org/officeDocument/2006/relationships/slideLayout" Target="../slideLayouts/slideLayout22.xml"/><Relationship Id="rId5" Type="http://schemas.openxmlformats.org/officeDocument/2006/relationships/image" Target="../media/image18.png"/><Relationship Id="rId4" Type="http://schemas.openxmlformats.org/officeDocument/2006/relationships/hyperlink" Target="https://www.menti.com/alyuefv5k6sc" TargetMode="External"/></Relationships>
</file>

<file path=ppt/slides/_rels/slide14.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0.jpeg"/><Relationship Id="rId7" Type="http://schemas.openxmlformats.org/officeDocument/2006/relationships/diagramColors" Target="../diagrams/colors2.xml"/><Relationship Id="rId2" Type="http://schemas.openxmlformats.org/officeDocument/2006/relationships/notesSlide" Target="../notesSlides/notesSlide14.xml"/><Relationship Id="rId1" Type="http://schemas.openxmlformats.org/officeDocument/2006/relationships/slideLayout" Target="../slideLayouts/slideLayout20.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1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5.xml"/><Relationship Id="rId1" Type="http://schemas.openxmlformats.org/officeDocument/2006/relationships/slideLayout" Target="../slideLayouts/slideLayout16.xml"/><Relationship Id="rId4" Type="http://schemas.openxmlformats.org/officeDocument/2006/relationships/image" Target="../media/image19.wmf"/></Relationships>
</file>

<file path=ppt/slides/_rels/slide1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6.xml"/><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7.xml"/><Relationship Id="rId1" Type="http://schemas.openxmlformats.org/officeDocument/2006/relationships/slideLayout" Target="../slideLayouts/slideLayout20.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8.xml"/><Relationship Id="rId1" Type="http://schemas.openxmlformats.org/officeDocument/2006/relationships/slideLayout" Target="../slideLayouts/slideLayout20.xml"/><Relationship Id="rId4" Type="http://schemas.openxmlformats.org/officeDocument/2006/relationships/image" Target="../media/image21.emf"/></Relationships>
</file>

<file path=ppt/slides/_rels/slide1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9.xml"/><Relationship Id="rId1" Type="http://schemas.openxmlformats.org/officeDocument/2006/relationships/slideLayout" Target="../slideLayouts/slideLayout20.xml"/><Relationship Id="rId4" Type="http://schemas.openxmlformats.org/officeDocument/2006/relationships/image" Target="../media/image22.emf"/></Relationships>
</file>

<file path=ppt/slides/_rels/slide2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0.xml"/><Relationship Id="rId1" Type="http://schemas.openxmlformats.org/officeDocument/2006/relationships/slideLayout" Target="../slideLayouts/slideLayout20.xml"/><Relationship Id="rId4" Type="http://schemas.openxmlformats.org/officeDocument/2006/relationships/image" Target="../media/image23.emf"/></Relationships>
</file>

<file path=ppt/slides/_rels/slide2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1.xml"/><Relationship Id="rId1" Type="http://schemas.openxmlformats.org/officeDocument/2006/relationships/slideLayout" Target="../slideLayouts/slideLayout20.xml"/><Relationship Id="rId4" Type="http://schemas.openxmlformats.org/officeDocument/2006/relationships/image" Target="../media/image24.emf"/></Relationships>
</file>

<file path=ppt/slides/_rels/slide2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2.xml"/><Relationship Id="rId1" Type="http://schemas.openxmlformats.org/officeDocument/2006/relationships/slideLayout" Target="../slideLayouts/slideLayout21.xml"/><Relationship Id="rId4" Type="http://schemas.openxmlformats.org/officeDocument/2006/relationships/image" Target="../media/image25.emf"/></Relationships>
</file>

<file path=ppt/slides/_rels/slide23.xml.rels><?xml version="1.0" encoding="UTF-8" standalone="yes"?>
<Relationships xmlns="http://schemas.openxmlformats.org/package/2006/relationships"><Relationship Id="rId3" Type="http://schemas.openxmlformats.org/officeDocument/2006/relationships/hyperlink" Target="https://www.menti.com/alyuefv5k6sc" TargetMode="External"/><Relationship Id="rId2" Type="http://schemas.openxmlformats.org/officeDocument/2006/relationships/image" Target="../media/image10.jpeg"/><Relationship Id="rId1" Type="http://schemas.openxmlformats.org/officeDocument/2006/relationships/slideLayout" Target="../slideLayouts/slideLayout21.xml"/><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8" Type="http://schemas.openxmlformats.org/officeDocument/2006/relationships/diagramColors" Target="../diagrams/colors4.xml"/><Relationship Id="rId3" Type="http://schemas.openxmlformats.org/officeDocument/2006/relationships/image" Target="../media/image10.jpeg"/><Relationship Id="rId7" Type="http://schemas.openxmlformats.org/officeDocument/2006/relationships/diagramQuickStyle" Target="../diagrams/quickStyle4.xml"/><Relationship Id="rId2" Type="http://schemas.openxmlformats.org/officeDocument/2006/relationships/notesSlide" Target="../notesSlides/notesSlide23.xml"/><Relationship Id="rId1" Type="http://schemas.openxmlformats.org/officeDocument/2006/relationships/slideLayout" Target="../slideLayouts/slideLayout20.xml"/><Relationship Id="rId6" Type="http://schemas.openxmlformats.org/officeDocument/2006/relationships/diagramLayout" Target="../diagrams/layout4.xml"/><Relationship Id="rId5" Type="http://schemas.openxmlformats.org/officeDocument/2006/relationships/diagramData" Target="../diagrams/data4.xml"/><Relationship Id="rId4" Type="http://schemas.openxmlformats.org/officeDocument/2006/relationships/image" Target="../media/image26.wmf"/><Relationship Id="rId9" Type="http://schemas.microsoft.com/office/2007/relationships/diagramDrawing" Target="../diagrams/drawing4.xml"/></Relationships>
</file>

<file path=ppt/slides/_rels/slide25.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10.jpeg"/><Relationship Id="rId7" Type="http://schemas.openxmlformats.org/officeDocument/2006/relationships/diagramColors" Target="../diagrams/colors5.xml"/><Relationship Id="rId2" Type="http://schemas.openxmlformats.org/officeDocument/2006/relationships/notesSlide" Target="../notesSlides/notesSlide24.xml"/><Relationship Id="rId1" Type="http://schemas.openxmlformats.org/officeDocument/2006/relationships/slideLayout" Target="../slideLayouts/slideLayout20.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2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5.xml"/><Relationship Id="rId1" Type="http://schemas.openxmlformats.org/officeDocument/2006/relationships/slideLayout" Target="../slideLayouts/slideLayout19.xml"/><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10.jpeg"/><Relationship Id="rId7" Type="http://schemas.openxmlformats.org/officeDocument/2006/relationships/diagramColors" Target="../diagrams/colors6.xml"/><Relationship Id="rId2" Type="http://schemas.openxmlformats.org/officeDocument/2006/relationships/notesSlide" Target="../notesSlides/notesSlide26.xml"/><Relationship Id="rId1" Type="http://schemas.openxmlformats.org/officeDocument/2006/relationships/slideLayout" Target="../slideLayouts/slideLayout17.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28.xml.rels><?xml version="1.0" encoding="UTF-8" standalone="yes"?>
<Relationships xmlns="http://schemas.openxmlformats.org/package/2006/relationships"><Relationship Id="rId3" Type="http://schemas.openxmlformats.org/officeDocument/2006/relationships/hyperlink" Target="https://www.menti.com/alyuefv5k6sc" TargetMode="External"/><Relationship Id="rId2" Type="http://schemas.openxmlformats.org/officeDocument/2006/relationships/image" Target="../media/image10.jpeg"/><Relationship Id="rId1" Type="http://schemas.openxmlformats.org/officeDocument/2006/relationships/slideLayout" Target="../slideLayouts/slideLayout21.xml"/><Relationship Id="rId4" Type="http://schemas.openxmlformats.org/officeDocument/2006/relationships/image" Target="../media/image18.png"/></Relationships>
</file>

<file path=ppt/slides/_rels/slide2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7.xml"/><Relationship Id="rId1" Type="http://schemas.openxmlformats.org/officeDocument/2006/relationships/slideLayout" Target="../slideLayouts/slideLayout18.xml"/><Relationship Id="rId4" Type="http://schemas.openxmlformats.org/officeDocument/2006/relationships/image" Target="../media/image28.wmf"/></Relationships>
</file>

<file path=ppt/slides/_rels/slide30.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image" Target="../media/image10.jpeg"/><Relationship Id="rId7" Type="http://schemas.openxmlformats.org/officeDocument/2006/relationships/diagramColors" Target="../diagrams/colors7.xml"/><Relationship Id="rId2" Type="http://schemas.openxmlformats.org/officeDocument/2006/relationships/notesSlide" Target="../notesSlides/notesSlide28.xml"/><Relationship Id="rId1" Type="http://schemas.openxmlformats.org/officeDocument/2006/relationships/slideLayout" Target="../slideLayouts/slideLayout15.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s>
</file>

<file path=ppt/slides/_rels/slide3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9.xml"/><Relationship Id="rId1" Type="http://schemas.openxmlformats.org/officeDocument/2006/relationships/slideLayout" Target="../slideLayouts/slideLayout20.xml"/></Relationships>
</file>

<file path=ppt/slides/_rels/slide3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0.xml"/><Relationship Id="rId1" Type="http://schemas.openxmlformats.org/officeDocument/2006/relationships/slideLayout" Target="../slideLayouts/slideLayout21.xml"/><Relationship Id="rId4" Type="http://schemas.openxmlformats.org/officeDocument/2006/relationships/image" Target="../media/image29.emf"/></Relationships>
</file>

<file path=ppt/slides/_rels/slide33.xml.rels><?xml version="1.0" encoding="UTF-8" standalone="yes"?>
<Relationships xmlns="http://schemas.openxmlformats.org/package/2006/relationships"><Relationship Id="rId3" Type="http://schemas.openxmlformats.org/officeDocument/2006/relationships/hyperlink" Target="https://www.menti.com/alyuefv5k6sc" TargetMode="External"/><Relationship Id="rId2" Type="http://schemas.openxmlformats.org/officeDocument/2006/relationships/image" Target="../media/image10.jpeg"/><Relationship Id="rId1" Type="http://schemas.openxmlformats.org/officeDocument/2006/relationships/slideLayout" Target="../slideLayouts/slideLayout21.xml"/><Relationship Id="rId4" Type="http://schemas.openxmlformats.org/officeDocument/2006/relationships/image" Target="../media/image18.png"/></Relationships>
</file>

<file path=ppt/slides/_rels/slide34.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image" Target="../media/image10.jpeg"/><Relationship Id="rId7" Type="http://schemas.openxmlformats.org/officeDocument/2006/relationships/diagramColors" Target="../diagrams/colors8.xml"/><Relationship Id="rId2" Type="http://schemas.openxmlformats.org/officeDocument/2006/relationships/notesSlide" Target="../notesSlides/notesSlide31.xml"/><Relationship Id="rId1" Type="http://schemas.openxmlformats.org/officeDocument/2006/relationships/slideLayout" Target="../slideLayouts/slideLayout15.xml"/><Relationship Id="rId6" Type="http://schemas.openxmlformats.org/officeDocument/2006/relationships/diagramQuickStyle" Target="../diagrams/quickStyle8.xml"/><Relationship Id="rId5" Type="http://schemas.openxmlformats.org/officeDocument/2006/relationships/diagramLayout" Target="../diagrams/layout8.xml"/><Relationship Id="rId4" Type="http://schemas.openxmlformats.org/officeDocument/2006/relationships/diagramData" Target="../diagrams/data8.xml"/></Relationships>
</file>

<file path=ppt/slides/_rels/slide36.xml.rels><?xml version="1.0" encoding="UTF-8" standalone="yes"?>
<Relationships xmlns="http://schemas.openxmlformats.org/package/2006/relationships"><Relationship Id="rId8" Type="http://schemas.microsoft.com/office/2007/relationships/diagramDrawing" Target="../diagrams/drawing9.xml"/><Relationship Id="rId3" Type="http://schemas.openxmlformats.org/officeDocument/2006/relationships/image" Target="../media/image10.jpeg"/><Relationship Id="rId7" Type="http://schemas.openxmlformats.org/officeDocument/2006/relationships/diagramColors" Target="../diagrams/colors9.xml"/><Relationship Id="rId2" Type="http://schemas.openxmlformats.org/officeDocument/2006/relationships/notesSlide" Target="../notesSlides/notesSlide32.xml"/><Relationship Id="rId1" Type="http://schemas.openxmlformats.org/officeDocument/2006/relationships/slideLayout" Target="../slideLayouts/slideLayout20.xml"/><Relationship Id="rId6" Type="http://schemas.openxmlformats.org/officeDocument/2006/relationships/diagramQuickStyle" Target="../diagrams/quickStyle9.xml"/><Relationship Id="rId5" Type="http://schemas.openxmlformats.org/officeDocument/2006/relationships/diagramLayout" Target="../diagrams/layout9.xml"/><Relationship Id="rId4" Type="http://schemas.openxmlformats.org/officeDocument/2006/relationships/diagramData" Target="../diagrams/data9.xml"/></Relationships>
</file>

<file path=ppt/slides/_rels/slide37.xml.rels><?xml version="1.0" encoding="UTF-8" standalone="yes"?>
<Relationships xmlns="http://schemas.openxmlformats.org/package/2006/relationships"><Relationship Id="rId8" Type="http://schemas.microsoft.com/office/2007/relationships/diagramDrawing" Target="../diagrams/drawing10.xml"/><Relationship Id="rId3" Type="http://schemas.openxmlformats.org/officeDocument/2006/relationships/image" Target="../media/image10.jpeg"/><Relationship Id="rId7" Type="http://schemas.openxmlformats.org/officeDocument/2006/relationships/diagramColors" Target="../diagrams/colors10.xml"/><Relationship Id="rId2" Type="http://schemas.openxmlformats.org/officeDocument/2006/relationships/notesSlide" Target="../notesSlides/notesSlide33.xml"/><Relationship Id="rId1" Type="http://schemas.openxmlformats.org/officeDocument/2006/relationships/slideLayout" Target="../slideLayouts/slideLayout15.xml"/><Relationship Id="rId6" Type="http://schemas.openxmlformats.org/officeDocument/2006/relationships/diagramQuickStyle" Target="../diagrams/quickStyle10.xml"/><Relationship Id="rId5" Type="http://schemas.openxmlformats.org/officeDocument/2006/relationships/diagramLayout" Target="../diagrams/layout10.xml"/><Relationship Id="rId4" Type="http://schemas.openxmlformats.org/officeDocument/2006/relationships/diagramData" Target="../diagrams/data10.xml"/></Relationships>
</file>

<file path=ppt/slides/_rels/slide3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4.xml"/><Relationship Id="rId1" Type="http://schemas.openxmlformats.org/officeDocument/2006/relationships/slideLayout" Target="../slideLayouts/slideLayout17.xml"/></Relationships>
</file>

<file path=ppt/slides/_rels/slide3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5.xml"/><Relationship Id="rId1" Type="http://schemas.openxmlformats.org/officeDocument/2006/relationships/slideLayout" Target="../slideLayouts/slideLayout17.xml"/><Relationship Id="rId5" Type="http://schemas.openxmlformats.org/officeDocument/2006/relationships/image" Target="../media/image18.png"/><Relationship Id="rId4" Type="http://schemas.openxmlformats.org/officeDocument/2006/relationships/hyperlink" Target="https://www.menti.com/alyuefv5k6sc" TargetMode="External"/></Relationships>
</file>

<file path=ppt/slides/_rels/slide4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6.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p:cNvGrpSpPr/>
        <p:nvPr/>
      </p:nvGrpSpPr>
      <p:grpSpPr>
        <a:xfrm>
          <a:off x="0" y="0"/>
          <a:ext cx="0" cy="0"/>
          <a:chOff x="0" y="0"/>
          <a:chExt cx="0" cy="0"/>
        </a:xfrm>
      </p:grpSpPr>
      <p:sp>
        <p:nvSpPr>
          <p:cNvPr id="4099" name="Title 1"/>
          <p:cNvSpPr>
            <a:spLocks noGrp="1"/>
          </p:cNvSpPr>
          <p:nvPr>
            <p:ph type="title"/>
          </p:nvPr>
        </p:nvSpPr>
        <p:spPr>
          <a:xfrm>
            <a:off x="3962400" y="762000"/>
            <a:ext cx="7620000" cy="1676400"/>
          </a:xfrm>
        </p:spPr>
        <p:txBody>
          <a:bodyPr/>
          <a:lstStyle/>
          <a:p>
            <a:pPr algn="ctr"/>
            <a:r>
              <a:rPr lang="en-US" dirty="0"/>
              <a:t>Lecture 2</a:t>
            </a:r>
            <a:br>
              <a:rPr lang="en-US" dirty="0"/>
            </a:br>
            <a:r>
              <a:rPr lang="en-US" b="1" dirty="0"/>
              <a:t>Fundamentals of Computer Architecture</a:t>
            </a:r>
          </a:p>
        </p:txBody>
      </p:sp>
      <p:sp>
        <p:nvSpPr>
          <p:cNvPr id="8" name="Text Placeholder 7"/>
          <p:cNvSpPr>
            <a:spLocks noGrp="1"/>
          </p:cNvSpPr>
          <p:nvPr>
            <p:ph type="body" idx="1"/>
          </p:nvPr>
        </p:nvSpPr>
        <p:spPr>
          <a:xfrm>
            <a:off x="914400" y="4827896"/>
            <a:ext cx="2133600" cy="810904"/>
          </a:xfrm>
        </p:spPr>
        <p:txBody>
          <a:bodyPr>
            <a:normAutofit lnSpcReduction="10000"/>
          </a:bodyPr>
          <a:lstStyle/>
          <a:p>
            <a:r>
              <a:rPr lang="en-US" dirty="0">
                <a:solidFill>
                  <a:schemeClr val="tx1"/>
                </a:solidFill>
              </a:rPr>
              <a:t>Eighth Edition</a:t>
            </a:r>
          </a:p>
          <a:p>
            <a:r>
              <a:rPr lang="en-US" dirty="0">
                <a:solidFill>
                  <a:schemeClr val="tx1"/>
                </a:solidFill>
              </a:rPr>
              <a:t>By William Stallings</a:t>
            </a:r>
          </a:p>
        </p:txBody>
      </p:sp>
      <p:sp>
        <p:nvSpPr>
          <p:cNvPr id="7" name="Subtitle 2"/>
          <p:cNvSpPr txBox="1">
            <a:spLocks/>
          </p:cNvSpPr>
          <p:nvPr/>
        </p:nvSpPr>
        <p:spPr bwMode="auto">
          <a:xfrm>
            <a:off x="762000" y="1219200"/>
            <a:ext cx="2133600" cy="4343400"/>
          </a:xfrm>
          <a:prstGeom prst="rect">
            <a:avLst/>
          </a:prstGeom>
          <a:noFill/>
          <a:ln w="9525">
            <a:noFill/>
            <a:miter lim="800000"/>
            <a:headEnd/>
            <a:tailEnd/>
          </a:ln>
        </p:spPr>
        <p:txBody>
          <a:bodyPr vert="horz" wrap="square" lIns="91440" tIns="45720" rIns="91440" bIns="45720" numCol="1" rtlCol="0" anchor="t" anchorCtr="0" compatLnSpc="1">
            <a:prstTxWarp prst="textNoShape">
              <a:avLst/>
            </a:prstTxWarp>
            <a:normAutofit/>
          </a:bodyPr>
          <a:lstStyle/>
          <a:p>
            <a:pPr algn="ctr" fontAlgn="auto">
              <a:spcBef>
                <a:spcPct val="20000"/>
              </a:spcBef>
              <a:spcAft>
                <a:spcPts val="0"/>
              </a:spcAft>
              <a:defRPr/>
            </a:pPr>
            <a:r>
              <a:rPr lang="en-US" sz="3200" b="1" i="1" dirty="0">
                <a:solidFill>
                  <a:schemeClr val="bg2">
                    <a:lumMod val="25000"/>
                  </a:schemeClr>
                </a:solidFill>
                <a:latin typeface="+mn-lt"/>
              </a:rPr>
              <a:t>Credit</a:t>
            </a:r>
            <a:r>
              <a:rPr lang="en-US" sz="3200" i="1" dirty="0">
                <a:solidFill>
                  <a:schemeClr val="bg2">
                    <a:lumMod val="25000"/>
                  </a:schemeClr>
                </a:solidFill>
                <a:latin typeface="+mn-lt"/>
              </a:rPr>
              <a:t>: Operating Systems:</a:t>
            </a:r>
            <a:br>
              <a:rPr lang="en-US" sz="3200" i="1" dirty="0">
                <a:solidFill>
                  <a:schemeClr val="bg2">
                    <a:lumMod val="25000"/>
                  </a:schemeClr>
                </a:solidFill>
                <a:latin typeface="+mn-lt"/>
              </a:rPr>
            </a:br>
            <a:r>
              <a:rPr lang="en-US" sz="3200" i="1" dirty="0">
                <a:solidFill>
                  <a:schemeClr val="bg2">
                    <a:lumMod val="25000"/>
                  </a:schemeClr>
                </a:solidFill>
                <a:latin typeface="+mn-lt"/>
              </a:rPr>
              <a:t>Internals and Design Principles</a:t>
            </a:r>
            <a:br>
              <a:rPr lang="en-US" sz="3200" i="1" dirty="0">
                <a:solidFill>
                  <a:schemeClr val="bg2">
                    <a:lumMod val="25000"/>
                  </a:schemeClr>
                </a:solidFill>
                <a:latin typeface="+mn-lt"/>
              </a:rPr>
            </a:br>
            <a:endParaRPr lang="en-US" sz="3200" i="1" dirty="0">
              <a:solidFill>
                <a:schemeClr val="bg2">
                  <a:lumMod val="25000"/>
                </a:schemeClr>
              </a:solidFill>
              <a:latin typeface="+mn-lt"/>
            </a:endParaRPr>
          </a:p>
        </p:txBody>
      </p:sp>
      <p:sp>
        <p:nvSpPr>
          <p:cNvPr id="2" name="Slide Number Placeholder 1"/>
          <p:cNvSpPr>
            <a:spLocks noGrp="1"/>
          </p:cNvSpPr>
          <p:nvPr>
            <p:ph type="sldNum" sz="quarter" idx="12"/>
          </p:nvPr>
        </p:nvSpPr>
        <p:spPr/>
        <p:txBody>
          <a:bodyPr/>
          <a:lstStyle/>
          <a:p>
            <a:pPr>
              <a:defRPr/>
            </a:pPr>
            <a:fld id="{93238FDB-2D8C-4804-B582-7DB90366B95F}" type="slidenum">
              <a:rPr lang="en-US" smtClean="0"/>
              <a:pPr>
                <a:defRPr/>
              </a:pPr>
              <a:t>1</a:t>
            </a:fld>
            <a:endParaRPr lang="en-US" dirty="0"/>
          </a:p>
        </p:txBody>
      </p:sp>
      <p:sp>
        <p:nvSpPr>
          <p:cNvPr id="3" name="Text Placeholder 7">
            <a:extLst>
              <a:ext uri="{FF2B5EF4-FFF2-40B4-BE49-F238E27FC236}">
                <a16:creationId xmlns:a16="http://schemas.microsoft.com/office/drawing/2014/main" id="{25C5FC92-A610-102C-FA53-F3AC5C804336}"/>
              </a:ext>
            </a:extLst>
          </p:cNvPr>
          <p:cNvSpPr txBox="1">
            <a:spLocks/>
          </p:cNvSpPr>
          <p:nvPr/>
        </p:nvSpPr>
        <p:spPr>
          <a:xfrm>
            <a:off x="6934200" y="4572000"/>
            <a:ext cx="2819400" cy="1013361"/>
          </a:xfrm>
          <a:prstGeom prst="rect">
            <a:avLst/>
          </a:prstGeom>
        </p:spPr>
        <p:txBody>
          <a:bodyPr vert="horz" lIns="91440" tIns="0" rIns="91440" bIns="0" rtlCol="0" anchor="t" anchorCtr="0">
            <a:normAutofit/>
          </a:bodyPr>
          <a:lstStyle>
            <a:lvl1pPr marL="0" indent="0" algn="r" defTabSz="914400" rtl="0" eaLnBrk="1" latinLnBrk="0" hangingPunct="1">
              <a:spcBef>
                <a:spcPts val="300"/>
              </a:spcBef>
              <a:buClr>
                <a:schemeClr val="accent1"/>
              </a:buClr>
              <a:buSzPct val="75000"/>
              <a:buFont typeface="Wingdings" pitchFamily="2" charset="2"/>
              <a:buNone/>
              <a:defRPr sz="1800" kern="1200">
                <a:solidFill>
                  <a:schemeClr val="tx1">
                    <a:lumMod val="50000"/>
                    <a:lumOff val="50000"/>
                  </a:schemeClr>
                </a:solidFill>
                <a:latin typeface="+mn-lt"/>
                <a:ea typeface="+mn-ea"/>
                <a:cs typeface="+mn-cs"/>
              </a:defRPr>
            </a:lvl1pPr>
            <a:lvl2pPr marL="457200" indent="0" algn="l" defTabSz="914400" rtl="0" eaLnBrk="1" latinLnBrk="0" hangingPunct="1">
              <a:spcBef>
                <a:spcPts val="600"/>
              </a:spcBef>
              <a:buClr>
                <a:schemeClr val="accent1"/>
              </a:buClr>
              <a:buSzPct val="75000"/>
              <a:buFont typeface="Wingdings" pitchFamily="2" charset="2"/>
              <a:buNone/>
              <a:defRPr sz="1800" kern="1200">
                <a:solidFill>
                  <a:schemeClr val="tx1">
                    <a:tint val="75000"/>
                  </a:schemeClr>
                </a:solidFill>
                <a:latin typeface="+mn-lt"/>
                <a:ea typeface="+mn-ea"/>
                <a:cs typeface="+mn-cs"/>
              </a:defRPr>
            </a:lvl2pPr>
            <a:lvl3pPr marL="914400" indent="0" algn="l" defTabSz="914400" rtl="0" eaLnBrk="1" latinLnBrk="0" hangingPunct="1">
              <a:spcBef>
                <a:spcPts val="600"/>
              </a:spcBef>
              <a:buClr>
                <a:schemeClr val="accent1"/>
              </a:buClr>
              <a:buSzPct val="75000"/>
              <a:buFont typeface="Wingdings" pitchFamily="2" charset="2"/>
              <a:buNone/>
              <a:defRPr sz="1600" kern="1200">
                <a:solidFill>
                  <a:schemeClr val="tx1">
                    <a:tint val="75000"/>
                  </a:schemeClr>
                </a:solidFill>
                <a:latin typeface="+mn-lt"/>
                <a:ea typeface="+mn-ea"/>
                <a:cs typeface="+mn-cs"/>
              </a:defRPr>
            </a:lvl3pPr>
            <a:lvl4pPr marL="1371600" indent="0" algn="l" defTabSz="914400" rtl="0" eaLnBrk="1" latinLnBrk="0" hangingPunct="1">
              <a:spcBef>
                <a:spcPts val="600"/>
              </a:spcBef>
              <a:buClr>
                <a:schemeClr val="accent1"/>
              </a:buClr>
              <a:buSzPct val="75000"/>
              <a:buFont typeface="Wingdings" pitchFamily="2" charset="2"/>
              <a:buNone/>
              <a:defRPr sz="1400" kern="1200">
                <a:solidFill>
                  <a:schemeClr val="tx1">
                    <a:tint val="75000"/>
                  </a:schemeClr>
                </a:solidFill>
                <a:latin typeface="+mn-lt"/>
                <a:ea typeface="+mn-ea"/>
                <a:cs typeface="+mn-cs"/>
              </a:defRPr>
            </a:lvl4pPr>
            <a:lvl5pPr marL="1828800" indent="0" algn="l" defTabSz="914400" rtl="0" eaLnBrk="1" latinLnBrk="0" hangingPunct="1">
              <a:spcBef>
                <a:spcPts val="600"/>
              </a:spcBef>
              <a:buClr>
                <a:schemeClr val="accent1"/>
              </a:buClr>
              <a:buSzPct val="75000"/>
              <a:buFont typeface="Wingdings" pitchFamily="2" charset="2"/>
              <a:buNone/>
              <a:defRPr sz="1400" kern="1200">
                <a:solidFill>
                  <a:schemeClr val="tx1">
                    <a:tint val="75000"/>
                  </a:schemeClr>
                </a:solidFill>
                <a:latin typeface="+mn-lt"/>
                <a:ea typeface="+mn-ea"/>
                <a:cs typeface="+mn-cs"/>
              </a:defRPr>
            </a:lvl5pPr>
            <a:lvl6pPr marL="22860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9pPr>
          </a:lstStyle>
          <a:p>
            <a:pPr fontAlgn="auto">
              <a:spcAft>
                <a:spcPts val="0"/>
              </a:spcAft>
            </a:pPr>
            <a:r>
              <a:rPr lang="en-US" dirty="0">
                <a:solidFill>
                  <a:schemeClr val="tx1"/>
                </a:solidFill>
              </a:rPr>
              <a:t>Amjad Alam</a:t>
            </a:r>
            <a:endParaRPr lang="en-US" sz="3200"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DFBC21F-CA52-263A-05A1-5F2A7AF7C7BD}"/>
              </a:ext>
            </a:extLst>
          </p:cNvPr>
          <p:cNvSpPr>
            <a:spLocks noGrp="1"/>
          </p:cNvSpPr>
          <p:nvPr>
            <p:ph type="sldNum" sz="quarter" idx="12"/>
          </p:nvPr>
        </p:nvSpPr>
        <p:spPr/>
        <p:txBody>
          <a:bodyPr/>
          <a:lstStyle/>
          <a:p>
            <a:pPr>
              <a:defRPr/>
            </a:pPr>
            <a:r>
              <a:rPr lang="en-US" dirty="0"/>
              <a:t>2</a:t>
            </a:r>
          </a:p>
        </p:txBody>
      </p:sp>
      <p:sp>
        <p:nvSpPr>
          <p:cNvPr id="4" name="TextBox 3">
            <a:extLst>
              <a:ext uri="{FF2B5EF4-FFF2-40B4-BE49-F238E27FC236}">
                <a16:creationId xmlns:a16="http://schemas.microsoft.com/office/drawing/2014/main" id="{2EE1A4B0-2104-3A28-19F2-5215B948F327}"/>
              </a:ext>
            </a:extLst>
          </p:cNvPr>
          <p:cNvSpPr txBox="1"/>
          <p:nvPr/>
        </p:nvSpPr>
        <p:spPr>
          <a:xfrm>
            <a:off x="1174805" y="1888121"/>
            <a:ext cx="9245601" cy="4649734"/>
          </a:xfrm>
          <a:prstGeom prst="rect">
            <a:avLst/>
          </a:prstGeom>
          <a:noFill/>
        </p:spPr>
        <p:txBody>
          <a:bodyPr wrap="square">
            <a:spAutoFit/>
          </a:bodyPr>
          <a:lstStyle/>
          <a:p>
            <a:pPr marL="285750" indent="-285750" fontAlgn="auto">
              <a:lnSpc>
                <a:spcPct val="180000"/>
              </a:lnSpc>
              <a:spcAft>
                <a:spcPts val="0"/>
              </a:spcAft>
              <a:buFont typeface="Arial" panose="020B0604020202020204" pitchFamily="34" charset="0"/>
              <a:buChar char="•"/>
            </a:pPr>
            <a:r>
              <a:rPr lang="en-US" sz="2400" dirty="0"/>
              <a:t>Operating System Objectives and Functions</a:t>
            </a:r>
          </a:p>
          <a:p>
            <a:pPr marL="285750" indent="-285750" fontAlgn="auto">
              <a:lnSpc>
                <a:spcPct val="180000"/>
              </a:lnSpc>
              <a:spcAft>
                <a:spcPts val="0"/>
              </a:spcAft>
              <a:buFont typeface="Arial" panose="020B0604020202020204" pitchFamily="34" charset="0"/>
              <a:buChar char="•"/>
            </a:pPr>
            <a:r>
              <a:rPr lang="en-US" sz="2400" dirty="0"/>
              <a:t>The Evolution of Operating Systems</a:t>
            </a:r>
          </a:p>
          <a:p>
            <a:pPr marL="285750" indent="-285750" fontAlgn="auto">
              <a:lnSpc>
                <a:spcPct val="180000"/>
              </a:lnSpc>
              <a:spcAft>
                <a:spcPts val="0"/>
              </a:spcAft>
              <a:buFont typeface="Arial" panose="020B0604020202020204" pitchFamily="34" charset="0"/>
              <a:buChar char="•"/>
            </a:pPr>
            <a:r>
              <a:rPr lang="en-US" sz="2400" dirty="0"/>
              <a:t>Major Achievements</a:t>
            </a:r>
          </a:p>
          <a:p>
            <a:pPr marL="285750" indent="-285750" fontAlgn="auto">
              <a:lnSpc>
                <a:spcPct val="180000"/>
              </a:lnSpc>
              <a:spcAft>
                <a:spcPts val="0"/>
              </a:spcAft>
              <a:buFont typeface="Arial" panose="020B0604020202020204" pitchFamily="34" charset="0"/>
              <a:buChar char="•"/>
            </a:pPr>
            <a:r>
              <a:rPr lang="en-US" sz="2400" dirty="0"/>
              <a:t>Developments Leading to Modern Operating Systems</a:t>
            </a:r>
          </a:p>
          <a:p>
            <a:pPr marL="285750" indent="-285750" fontAlgn="auto">
              <a:lnSpc>
                <a:spcPct val="180000"/>
              </a:lnSpc>
              <a:spcAft>
                <a:spcPts val="0"/>
              </a:spcAft>
              <a:buFont typeface="Arial" panose="020B0604020202020204" pitchFamily="34" charset="0"/>
              <a:buChar char="•"/>
            </a:pPr>
            <a:r>
              <a:rPr lang="en-US" sz="2400" dirty="0"/>
              <a:t>OS Design Considerations for Multiprocessor and Multicore</a:t>
            </a:r>
          </a:p>
          <a:p>
            <a:pPr marL="285750" indent="-285750" fontAlgn="auto">
              <a:lnSpc>
                <a:spcPct val="180000"/>
              </a:lnSpc>
              <a:spcAft>
                <a:spcPts val="0"/>
              </a:spcAft>
              <a:buFont typeface="Arial" panose="020B0604020202020204" pitchFamily="34" charset="0"/>
              <a:buChar char="•"/>
            </a:pPr>
            <a:r>
              <a:rPr lang="en-US" sz="2400" dirty="0"/>
              <a:t>Microsoft Windows Overview</a:t>
            </a:r>
          </a:p>
          <a:p>
            <a:pPr marL="285750" indent="-285750" fontAlgn="auto">
              <a:lnSpc>
                <a:spcPct val="180000"/>
              </a:lnSpc>
              <a:spcAft>
                <a:spcPts val="0"/>
              </a:spcAft>
              <a:buFont typeface="Arial" panose="020B0604020202020204" pitchFamily="34" charset="0"/>
              <a:buChar char="•"/>
            </a:pPr>
            <a:r>
              <a:rPr lang="en-US" sz="2400" dirty="0"/>
              <a:t>Multiprocessor and Multicore Organization</a:t>
            </a:r>
          </a:p>
        </p:txBody>
      </p:sp>
      <p:sp>
        <p:nvSpPr>
          <p:cNvPr id="5" name="Title 1">
            <a:extLst>
              <a:ext uri="{FF2B5EF4-FFF2-40B4-BE49-F238E27FC236}">
                <a16:creationId xmlns:a16="http://schemas.microsoft.com/office/drawing/2014/main" id="{79D5EC61-D892-5441-6C7C-CFDEF1558350}"/>
              </a:ext>
            </a:extLst>
          </p:cNvPr>
          <p:cNvSpPr>
            <a:spLocks noGrp="1"/>
          </p:cNvSpPr>
          <p:nvPr>
            <p:ph type="title"/>
          </p:nvPr>
        </p:nvSpPr>
        <p:spPr>
          <a:xfrm>
            <a:off x="2182815" y="455614"/>
            <a:ext cx="5513386" cy="1323975"/>
          </a:xfrm>
        </p:spPr>
        <p:txBody>
          <a:bodyPr/>
          <a:lstStyle/>
          <a:p>
            <a:r>
              <a:rPr lang="en-US" b="1" dirty="0">
                <a:solidFill>
                  <a:schemeClr val="accent1">
                    <a:lumMod val="75000"/>
                  </a:schemeClr>
                </a:solidFill>
              </a:rPr>
              <a:t>Lecture Outline</a:t>
            </a:r>
          </a:p>
        </p:txBody>
      </p:sp>
    </p:spTree>
    <p:extLst>
      <p:ext uri="{BB962C8B-B14F-4D97-AF65-F5344CB8AC3E}">
        <p14:creationId xmlns:p14="http://schemas.microsoft.com/office/powerpoint/2010/main" val="958512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68CA2-9043-9043-E9AF-3F0233E4A1BD}"/>
              </a:ext>
            </a:extLst>
          </p:cNvPr>
          <p:cNvSpPr>
            <a:spLocks noGrp="1"/>
          </p:cNvSpPr>
          <p:nvPr>
            <p:ph type="title"/>
          </p:nvPr>
        </p:nvSpPr>
        <p:spPr/>
        <p:txBody>
          <a:bodyPr/>
          <a:lstStyle/>
          <a:p>
            <a:endParaRPr lang="en-GB"/>
          </a:p>
        </p:txBody>
      </p:sp>
      <p:sp>
        <p:nvSpPr>
          <p:cNvPr id="3" name="Slide Number Placeholder 2">
            <a:extLst>
              <a:ext uri="{FF2B5EF4-FFF2-40B4-BE49-F238E27FC236}">
                <a16:creationId xmlns:a16="http://schemas.microsoft.com/office/drawing/2014/main" id="{BAD56829-7194-D917-AE68-D85009A99403}"/>
              </a:ext>
            </a:extLst>
          </p:cNvPr>
          <p:cNvSpPr>
            <a:spLocks noGrp="1"/>
          </p:cNvSpPr>
          <p:nvPr>
            <p:ph type="sldNum" sz="quarter" idx="12"/>
          </p:nvPr>
        </p:nvSpPr>
        <p:spPr/>
        <p:txBody>
          <a:bodyPr/>
          <a:lstStyle/>
          <a:p>
            <a:pPr>
              <a:defRPr/>
            </a:pPr>
            <a:fld id="{97012834-41A2-49E3-8762-B14EE3F5CFB1}" type="slidenum">
              <a:rPr lang="en-US" smtClean="0"/>
              <a:pPr>
                <a:defRPr/>
              </a:pPr>
              <a:t>3</a:t>
            </a:fld>
            <a:endParaRPr lang="en-US" dirty="0"/>
          </a:p>
        </p:txBody>
      </p:sp>
      <p:pic>
        <p:nvPicPr>
          <p:cNvPr id="2052" name="Picture 4" descr="One of the uses of history is to free us of a falsely imagined past. The">
            <a:extLst>
              <a:ext uri="{FF2B5EF4-FFF2-40B4-BE49-F238E27FC236}">
                <a16:creationId xmlns:a16="http://schemas.microsoft.com/office/drawing/2014/main" id="{D7712E00-2096-F7BA-BE2F-47DD14DD52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952023"/>
            <a:ext cx="10433051" cy="54773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01246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p:cNvGrpSpPr/>
        <p:nvPr/>
      </p:nvGrpSpPr>
      <p:grpSpPr>
        <a:xfrm>
          <a:off x="0" y="0"/>
          <a:ext cx="0" cy="0"/>
          <a:chOff x="0" y="0"/>
          <a:chExt cx="0" cy="0"/>
        </a:xfrm>
      </p:grpSpPr>
      <p:sp>
        <p:nvSpPr>
          <p:cNvPr id="1031" name="Title 1">
            <a:extLst>
              <a:ext uri="{FF2B5EF4-FFF2-40B4-BE49-F238E27FC236}">
                <a16:creationId xmlns:a16="http://schemas.microsoft.com/office/drawing/2014/main" id="{1D232899-701C-48DE-8A3B-9AF93ED84A29}"/>
              </a:ext>
            </a:extLst>
          </p:cNvPr>
          <p:cNvSpPr>
            <a:spLocks noGrp="1"/>
          </p:cNvSpPr>
          <p:nvPr>
            <p:ph type="title"/>
          </p:nvPr>
        </p:nvSpPr>
        <p:spPr>
          <a:xfrm>
            <a:off x="878417" y="456253"/>
            <a:ext cx="10433051" cy="839147"/>
          </a:xfrm>
        </p:spPr>
        <p:txBody>
          <a:bodyPr/>
          <a:lstStyle/>
          <a:p>
            <a:pPr algn="ctr"/>
            <a:r>
              <a:rPr lang="en-US" b="1" dirty="0">
                <a:solidFill>
                  <a:schemeClr val="accent1"/>
                </a:solidFill>
              </a:rPr>
              <a:t>World’s First Computer</a:t>
            </a:r>
          </a:p>
        </p:txBody>
      </p:sp>
      <p:sp>
        <p:nvSpPr>
          <p:cNvPr id="1033" name="Content Placeholder 3">
            <a:extLst>
              <a:ext uri="{FF2B5EF4-FFF2-40B4-BE49-F238E27FC236}">
                <a16:creationId xmlns:a16="http://schemas.microsoft.com/office/drawing/2014/main" id="{CAF1830F-C560-C897-8607-5E5C257D33FB}"/>
              </a:ext>
            </a:extLst>
          </p:cNvPr>
          <p:cNvSpPr>
            <a:spLocks noGrp="1"/>
          </p:cNvSpPr>
          <p:nvPr>
            <p:ph sz="half" idx="2"/>
          </p:nvPr>
        </p:nvSpPr>
        <p:spPr>
          <a:xfrm>
            <a:off x="7391400" y="1981200"/>
            <a:ext cx="4612944" cy="4648200"/>
          </a:xfrm>
        </p:spPr>
        <p:txBody>
          <a:bodyPr>
            <a:normAutofit/>
          </a:bodyPr>
          <a:lstStyle/>
          <a:p>
            <a:pPr>
              <a:lnSpc>
                <a:spcPct val="150000"/>
              </a:lnSpc>
            </a:pPr>
            <a:r>
              <a:rPr lang="en-GB" sz="2000" b="1" i="0" dirty="0">
                <a:solidFill>
                  <a:srgbClr val="1A1A1A"/>
                </a:solidFill>
                <a:effectLst/>
                <a:latin typeface="Georgia" panose="02040502050405020303" pitchFamily="18" charset="0"/>
              </a:rPr>
              <a:t>ENIAC, is the abbreviation for Electronic Numerical Integrator and Computer, the first programmable general-purpose electronic digital computer, built during World War II by the United States, </a:t>
            </a:r>
            <a:r>
              <a:rPr lang="en-GB" sz="2000" b="1" i="0" dirty="0">
                <a:solidFill>
                  <a:schemeClr val="tx1"/>
                </a:solidFill>
                <a:effectLst/>
                <a:latin typeface="Georgia" panose="02040502050405020303" pitchFamily="18" charset="0"/>
              </a:rPr>
              <a:t>by </a:t>
            </a:r>
            <a:r>
              <a:rPr lang="en-GB" sz="2000" b="0" i="0" dirty="0">
                <a:solidFill>
                  <a:schemeClr val="tx1"/>
                </a:solidFill>
                <a:effectLst/>
                <a:latin typeface="Georgia" panose="02040502050405020303" pitchFamily="18" charset="0"/>
              </a:rPr>
              <a:t>American physicist </a:t>
            </a:r>
            <a:r>
              <a:rPr lang="en-GB" sz="2000" b="0" i="0" dirty="0">
                <a:solidFill>
                  <a:schemeClr val="tx1"/>
                </a:solidFill>
                <a:effectLst/>
                <a:latin typeface="Georgia" panose="02040502050405020303" pitchFamily="18" charset="0"/>
                <a:hlinkClick r:id="rId4">
                  <a:extLst>
                    <a:ext uri="{A12FA001-AC4F-418D-AE19-62706E023703}">
                      <ahyp:hlinkClr xmlns:ahyp="http://schemas.microsoft.com/office/drawing/2018/hyperlinkcolor" val="tx"/>
                    </a:ext>
                  </a:extLst>
                </a:hlinkClick>
              </a:rPr>
              <a:t>John Mauchly</a:t>
            </a:r>
            <a:r>
              <a:rPr lang="en-GB" sz="2000" b="0" i="0" dirty="0">
                <a:solidFill>
                  <a:schemeClr val="tx1"/>
                </a:solidFill>
                <a:effectLst/>
                <a:latin typeface="Georgia" panose="02040502050405020303" pitchFamily="18" charset="0"/>
              </a:rPr>
              <a:t>, American engineer </a:t>
            </a:r>
            <a:r>
              <a:rPr lang="en-GB" sz="2000" b="0" i="0" dirty="0">
                <a:solidFill>
                  <a:schemeClr val="tx1"/>
                </a:solidFill>
                <a:effectLst/>
                <a:latin typeface="Georgia" panose="02040502050405020303" pitchFamily="18" charset="0"/>
                <a:hlinkClick r:id="rId5">
                  <a:extLst>
                    <a:ext uri="{A12FA001-AC4F-418D-AE19-62706E023703}">
                      <ahyp:hlinkClr xmlns:ahyp="http://schemas.microsoft.com/office/drawing/2018/hyperlinkcolor" val="tx"/>
                    </a:ext>
                  </a:extLst>
                </a:hlinkClick>
              </a:rPr>
              <a:t>J. Presper Eckert, Jr.</a:t>
            </a:r>
            <a:r>
              <a:rPr lang="en-GB" sz="2000" b="0" i="0" dirty="0">
                <a:solidFill>
                  <a:schemeClr val="tx1"/>
                </a:solidFill>
                <a:effectLst/>
                <a:latin typeface="Georgia" panose="02040502050405020303" pitchFamily="18" charset="0"/>
              </a:rPr>
              <a:t>, and their colleagues.</a:t>
            </a:r>
            <a:endParaRPr lang="en-US" sz="2000" dirty="0">
              <a:solidFill>
                <a:schemeClr val="tx1"/>
              </a:solidFill>
            </a:endParaRPr>
          </a:p>
        </p:txBody>
      </p:sp>
      <p:sp>
        <p:nvSpPr>
          <p:cNvPr id="3" name="Slide Number Placeholder 2">
            <a:extLst>
              <a:ext uri="{FF2B5EF4-FFF2-40B4-BE49-F238E27FC236}">
                <a16:creationId xmlns:a16="http://schemas.microsoft.com/office/drawing/2014/main" id="{7A6B3154-CE98-A3E8-7C21-698B6953B058}"/>
              </a:ext>
            </a:extLst>
          </p:cNvPr>
          <p:cNvSpPr>
            <a:spLocks noGrp="1"/>
          </p:cNvSpPr>
          <p:nvPr>
            <p:ph type="sldNum" sz="quarter" idx="12"/>
          </p:nvPr>
        </p:nvSpPr>
        <p:spPr>
          <a:xfrm>
            <a:off x="504888" y="6149789"/>
            <a:ext cx="711200" cy="365125"/>
          </a:xfrm>
        </p:spPr>
        <p:txBody>
          <a:bodyPr anchor="ctr">
            <a:normAutofit/>
          </a:bodyPr>
          <a:lstStyle/>
          <a:p>
            <a:pPr>
              <a:lnSpc>
                <a:spcPct val="90000"/>
              </a:lnSpc>
              <a:spcAft>
                <a:spcPts val="600"/>
              </a:spcAft>
              <a:defRPr/>
            </a:pPr>
            <a:fld id="{97012834-41A2-49E3-8762-B14EE3F5CFB1}" type="slidenum">
              <a:rPr lang="en-US" sz="1300" smtClean="0"/>
              <a:pPr>
                <a:lnSpc>
                  <a:spcPct val="90000"/>
                </a:lnSpc>
                <a:spcAft>
                  <a:spcPts val="600"/>
                </a:spcAft>
                <a:defRPr/>
              </a:pPr>
              <a:t>4</a:t>
            </a:fld>
            <a:endParaRPr lang="en-US" sz="1300"/>
          </a:p>
        </p:txBody>
      </p:sp>
      <p:pic>
        <p:nvPicPr>
          <p:cNvPr id="1030" name="Picture 6" descr="The Journey of ENIAC, the World's First Computer - Sims Lifecycle Services">
            <a:extLst>
              <a:ext uri="{FF2B5EF4-FFF2-40B4-BE49-F238E27FC236}">
                <a16:creationId xmlns:a16="http://schemas.microsoft.com/office/drawing/2014/main" id="{C4EFD305-F496-FD90-7352-CD526117EF6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800" y="2057400"/>
            <a:ext cx="7239000" cy="4724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36409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B10DA-86E3-A48C-8D48-19F76E50A29C}"/>
              </a:ext>
            </a:extLst>
          </p:cNvPr>
          <p:cNvSpPr>
            <a:spLocks noGrp="1"/>
          </p:cNvSpPr>
          <p:nvPr>
            <p:ph type="title"/>
          </p:nvPr>
        </p:nvSpPr>
        <p:spPr>
          <a:xfrm>
            <a:off x="878417" y="456253"/>
            <a:ext cx="10433051" cy="915347"/>
          </a:xfrm>
        </p:spPr>
        <p:txBody>
          <a:bodyPr/>
          <a:lstStyle/>
          <a:p>
            <a:r>
              <a:rPr lang="en-GB" b="1" dirty="0">
                <a:solidFill>
                  <a:schemeClr val="tx1"/>
                </a:solidFill>
              </a:rPr>
              <a:t>Computer System Architecture</a:t>
            </a:r>
          </a:p>
        </p:txBody>
      </p:sp>
      <p:sp>
        <p:nvSpPr>
          <p:cNvPr id="3" name="Slide Number Placeholder 2">
            <a:extLst>
              <a:ext uri="{FF2B5EF4-FFF2-40B4-BE49-F238E27FC236}">
                <a16:creationId xmlns:a16="http://schemas.microsoft.com/office/drawing/2014/main" id="{3A3A3862-E51C-A427-F50B-BB06C6FD6C04}"/>
              </a:ext>
            </a:extLst>
          </p:cNvPr>
          <p:cNvSpPr>
            <a:spLocks noGrp="1"/>
          </p:cNvSpPr>
          <p:nvPr>
            <p:ph type="sldNum" sz="quarter" idx="12"/>
          </p:nvPr>
        </p:nvSpPr>
        <p:spPr/>
        <p:txBody>
          <a:bodyPr/>
          <a:lstStyle/>
          <a:p>
            <a:pPr>
              <a:defRPr/>
            </a:pPr>
            <a:fld id="{97012834-41A2-49E3-8762-B14EE3F5CFB1}" type="slidenum">
              <a:rPr lang="en-US" smtClean="0"/>
              <a:pPr>
                <a:defRPr/>
              </a:pPr>
              <a:t>5</a:t>
            </a:fld>
            <a:endParaRPr lang="en-US" dirty="0"/>
          </a:p>
        </p:txBody>
      </p:sp>
      <p:pic>
        <p:nvPicPr>
          <p:cNvPr id="1026" name="Picture 2" descr="Computer architecture - Wikipedia">
            <a:extLst>
              <a:ext uri="{FF2B5EF4-FFF2-40B4-BE49-F238E27FC236}">
                <a16:creationId xmlns:a16="http://schemas.microsoft.com/office/drawing/2014/main" id="{2E702DC4-DB6C-EA89-1B48-2127759B722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6187" y="1571282"/>
            <a:ext cx="7729213" cy="52867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09547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B10DA-86E3-A48C-8D48-19F76E50A29C}"/>
              </a:ext>
            </a:extLst>
          </p:cNvPr>
          <p:cNvSpPr>
            <a:spLocks noGrp="1"/>
          </p:cNvSpPr>
          <p:nvPr>
            <p:ph type="title"/>
          </p:nvPr>
        </p:nvSpPr>
        <p:spPr>
          <a:xfrm>
            <a:off x="504888" y="990601"/>
            <a:ext cx="10433051" cy="685800"/>
          </a:xfrm>
        </p:spPr>
        <p:txBody>
          <a:bodyPr/>
          <a:lstStyle/>
          <a:p>
            <a:pPr algn="ctr"/>
            <a:r>
              <a:rPr lang="en-GB" b="1" dirty="0">
                <a:solidFill>
                  <a:schemeClr val="tx1"/>
                </a:solidFill>
              </a:rPr>
              <a:t>Types of Computer Architecture</a:t>
            </a:r>
          </a:p>
        </p:txBody>
      </p:sp>
      <p:sp>
        <p:nvSpPr>
          <p:cNvPr id="3" name="Slide Number Placeholder 2">
            <a:extLst>
              <a:ext uri="{FF2B5EF4-FFF2-40B4-BE49-F238E27FC236}">
                <a16:creationId xmlns:a16="http://schemas.microsoft.com/office/drawing/2014/main" id="{3A3A3862-E51C-A427-F50B-BB06C6FD6C04}"/>
              </a:ext>
            </a:extLst>
          </p:cNvPr>
          <p:cNvSpPr>
            <a:spLocks noGrp="1"/>
          </p:cNvSpPr>
          <p:nvPr>
            <p:ph type="sldNum" sz="quarter" idx="12"/>
          </p:nvPr>
        </p:nvSpPr>
        <p:spPr/>
        <p:txBody>
          <a:bodyPr/>
          <a:lstStyle/>
          <a:p>
            <a:pPr>
              <a:defRPr/>
            </a:pPr>
            <a:fld id="{97012834-41A2-49E3-8762-B14EE3F5CFB1}" type="slidenum">
              <a:rPr lang="en-US" smtClean="0"/>
              <a:pPr>
                <a:defRPr/>
              </a:pPr>
              <a:t>6</a:t>
            </a:fld>
            <a:endParaRPr lang="en-US" dirty="0"/>
          </a:p>
        </p:txBody>
      </p:sp>
      <p:sp>
        <p:nvSpPr>
          <p:cNvPr id="5" name="TextBox 4">
            <a:extLst>
              <a:ext uri="{FF2B5EF4-FFF2-40B4-BE49-F238E27FC236}">
                <a16:creationId xmlns:a16="http://schemas.microsoft.com/office/drawing/2014/main" id="{A3E744E3-1BEE-10DB-555A-B821113CF2D0}"/>
              </a:ext>
            </a:extLst>
          </p:cNvPr>
          <p:cNvSpPr txBox="1"/>
          <p:nvPr/>
        </p:nvSpPr>
        <p:spPr>
          <a:xfrm>
            <a:off x="1066800" y="2147791"/>
            <a:ext cx="10471024" cy="4091889"/>
          </a:xfrm>
          <a:prstGeom prst="rect">
            <a:avLst/>
          </a:prstGeom>
          <a:noFill/>
        </p:spPr>
        <p:txBody>
          <a:bodyPr wrap="square">
            <a:spAutoFit/>
          </a:bodyPr>
          <a:lstStyle/>
          <a:p>
            <a:pPr algn="ctr">
              <a:buFont typeface="+mj-lt"/>
              <a:buNone/>
            </a:pPr>
            <a:endParaRPr lang="en-US" b="1" i="0" u="none" strike="noStrike" dirty="0">
              <a:solidFill>
                <a:srgbClr val="13343B"/>
              </a:solidFill>
              <a:effectLst/>
              <a:latin typeface="var(--font-berkeley-mono)"/>
              <a:hlinkClick r:id="rId4"/>
            </a:endParaRPr>
          </a:p>
          <a:p>
            <a:pPr algn="l">
              <a:lnSpc>
                <a:spcPct val="250000"/>
              </a:lnSpc>
              <a:buFont typeface="+mj-lt"/>
              <a:buAutoNum type="arabicPeriod"/>
            </a:pPr>
            <a:r>
              <a:rPr lang="en-US" sz="2000" b="0" i="0" dirty="0">
                <a:solidFill>
                  <a:srgbClr val="13343B"/>
                </a:solidFill>
                <a:effectLst/>
                <a:latin typeface="__fkGroteskNeue_532e43"/>
              </a:rPr>
              <a:t> </a:t>
            </a:r>
            <a:r>
              <a:rPr lang="en-US" sz="2000" b="1" i="0" dirty="0">
                <a:solidFill>
                  <a:srgbClr val="13343B"/>
                </a:solidFill>
                <a:effectLst/>
                <a:latin typeface="__fkGroteskNeue_532e43"/>
              </a:rPr>
              <a:t>Von Neumann Architecture</a:t>
            </a:r>
          </a:p>
          <a:p>
            <a:pPr algn="l">
              <a:lnSpc>
                <a:spcPct val="250000"/>
              </a:lnSpc>
              <a:buFont typeface="+mj-lt"/>
              <a:buAutoNum type="arabicPeriod"/>
            </a:pPr>
            <a:r>
              <a:rPr lang="en-US" sz="2000" b="1" i="0" dirty="0">
                <a:solidFill>
                  <a:srgbClr val="13343B"/>
                </a:solidFill>
                <a:effectLst/>
                <a:latin typeface="__fkGroteskNeue_532e43"/>
              </a:rPr>
              <a:t>Harvard Architecture</a:t>
            </a:r>
            <a:endParaRPr lang="en-US" sz="2000" dirty="0">
              <a:solidFill>
                <a:srgbClr val="13343B"/>
              </a:solidFill>
              <a:latin typeface="__fkGroteskNeue_532e43"/>
            </a:endParaRPr>
          </a:p>
          <a:p>
            <a:pPr algn="l">
              <a:lnSpc>
                <a:spcPct val="250000"/>
              </a:lnSpc>
              <a:buFont typeface="+mj-lt"/>
              <a:buAutoNum type="arabicPeriod"/>
            </a:pPr>
            <a:r>
              <a:rPr lang="en-US" sz="2000" b="1" i="0" dirty="0">
                <a:solidFill>
                  <a:srgbClr val="13343B"/>
                </a:solidFill>
                <a:effectLst/>
                <a:latin typeface="__fkGroteskNeue_532e43"/>
              </a:rPr>
              <a:t>Modified Harvard Architecture</a:t>
            </a:r>
            <a:endParaRPr lang="en-US" sz="2000" dirty="0">
              <a:solidFill>
                <a:srgbClr val="13343B"/>
              </a:solidFill>
              <a:latin typeface="__fkGroteskNeue_532e43"/>
            </a:endParaRPr>
          </a:p>
          <a:p>
            <a:pPr algn="l">
              <a:lnSpc>
                <a:spcPct val="250000"/>
              </a:lnSpc>
              <a:buFont typeface="+mj-lt"/>
              <a:buAutoNum type="arabicPeriod"/>
            </a:pPr>
            <a:r>
              <a:rPr lang="en-US" sz="2000" b="1" i="0" dirty="0">
                <a:solidFill>
                  <a:srgbClr val="13343B"/>
                </a:solidFill>
                <a:effectLst/>
                <a:latin typeface="__fkGroteskNeue_532e43"/>
              </a:rPr>
              <a:t>RISC (Reduced Instruction Set Computer) Architecture</a:t>
            </a:r>
          </a:p>
          <a:p>
            <a:pPr algn="l">
              <a:lnSpc>
                <a:spcPct val="250000"/>
              </a:lnSpc>
              <a:buFont typeface="+mj-lt"/>
              <a:buAutoNum type="arabicPeriod"/>
            </a:pPr>
            <a:r>
              <a:rPr lang="en-US" sz="2000" b="1" i="0" dirty="0">
                <a:solidFill>
                  <a:srgbClr val="13343B"/>
                </a:solidFill>
                <a:effectLst/>
                <a:latin typeface="__fkGroteskNeue_532e43"/>
              </a:rPr>
              <a:t>CISC (Complex Instruction Set Computer) Architecture</a:t>
            </a:r>
            <a:endParaRPr lang="en-GB"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9958284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B10DA-86E3-A48C-8D48-19F76E50A29C}"/>
              </a:ext>
            </a:extLst>
          </p:cNvPr>
          <p:cNvSpPr>
            <a:spLocks noGrp="1"/>
          </p:cNvSpPr>
          <p:nvPr>
            <p:ph type="title"/>
          </p:nvPr>
        </p:nvSpPr>
        <p:spPr>
          <a:xfrm>
            <a:off x="504888" y="990600"/>
            <a:ext cx="10433051" cy="915347"/>
          </a:xfrm>
        </p:spPr>
        <p:txBody>
          <a:bodyPr/>
          <a:lstStyle/>
          <a:p>
            <a:pPr algn="ctr"/>
            <a:r>
              <a:rPr lang="en-GB" b="1" dirty="0">
                <a:solidFill>
                  <a:schemeClr val="tx1"/>
                </a:solidFill>
              </a:rPr>
              <a:t>Key Concepts &amp; Components of Computer Architecture</a:t>
            </a:r>
          </a:p>
        </p:txBody>
      </p:sp>
      <p:sp>
        <p:nvSpPr>
          <p:cNvPr id="3" name="Slide Number Placeholder 2">
            <a:extLst>
              <a:ext uri="{FF2B5EF4-FFF2-40B4-BE49-F238E27FC236}">
                <a16:creationId xmlns:a16="http://schemas.microsoft.com/office/drawing/2014/main" id="{3A3A3862-E51C-A427-F50B-BB06C6FD6C04}"/>
              </a:ext>
            </a:extLst>
          </p:cNvPr>
          <p:cNvSpPr>
            <a:spLocks noGrp="1"/>
          </p:cNvSpPr>
          <p:nvPr>
            <p:ph type="sldNum" sz="quarter" idx="12"/>
          </p:nvPr>
        </p:nvSpPr>
        <p:spPr/>
        <p:txBody>
          <a:bodyPr/>
          <a:lstStyle/>
          <a:p>
            <a:pPr>
              <a:defRPr/>
            </a:pPr>
            <a:fld id="{97012834-41A2-49E3-8762-B14EE3F5CFB1}" type="slidenum">
              <a:rPr lang="en-US" smtClean="0"/>
              <a:pPr>
                <a:defRPr/>
              </a:pPr>
              <a:t>7</a:t>
            </a:fld>
            <a:endParaRPr lang="en-US" dirty="0"/>
          </a:p>
        </p:txBody>
      </p:sp>
      <p:sp>
        <p:nvSpPr>
          <p:cNvPr id="5" name="TextBox 4">
            <a:extLst>
              <a:ext uri="{FF2B5EF4-FFF2-40B4-BE49-F238E27FC236}">
                <a16:creationId xmlns:a16="http://schemas.microsoft.com/office/drawing/2014/main" id="{A3E744E3-1BEE-10DB-555A-B821113CF2D0}"/>
              </a:ext>
            </a:extLst>
          </p:cNvPr>
          <p:cNvSpPr txBox="1"/>
          <p:nvPr/>
        </p:nvSpPr>
        <p:spPr>
          <a:xfrm>
            <a:off x="685800" y="2295044"/>
            <a:ext cx="4191000" cy="4089646"/>
          </a:xfrm>
          <a:prstGeom prst="rect">
            <a:avLst/>
          </a:prstGeom>
          <a:noFill/>
        </p:spPr>
        <p:txBody>
          <a:bodyPr wrap="square">
            <a:spAutoFit/>
          </a:bodyPr>
          <a:lstStyle/>
          <a:p>
            <a:pPr>
              <a:lnSpc>
                <a:spcPct val="150000"/>
              </a:lnSpc>
              <a:spcAft>
                <a:spcPts val="800"/>
              </a:spcAft>
            </a:pPr>
            <a:r>
              <a:rPr lang="en-GB" sz="1800" b="1" kern="0" dirty="0">
                <a:effectLst/>
                <a:latin typeface="Segoe UI" panose="020B0502040204020203" pitchFamily="34" charset="0"/>
                <a:ea typeface="Times New Roman" panose="02020603050405020304" pitchFamily="18" charset="0"/>
                <a:cs typeface="Times New Roman" panose="02020603050405020304" pitchFamily="18" charset="0"/>
              </a:rPr>
              <a:t>1. Instruction Set Architecture (ISA)</a:t>
            </a:r>
            <a:endParaRPr lang="en-GB" sz="12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800"/>
              </a:spcAft>
            </a:pPr>
            <a:r>
              <a:rPr lang="en-GB" sz="1800" b="1" kern="0" dirty="0">
                <a:effectLst/>
                <a:latin typeface="Segoe UI" panose="020B0502040204020203" pitchFamily="34" charset="0"/>
                <a:ea typeface="Times New Roman" panose="02020603050405020304" pitchFamily="18" charset="0"/>
                <a:cs typeface="Times New Roman" panose="02020603050405020304" pitchFamily="18" charset="0"/>
              </a:rPr>
              <a:t>2. Central Processing Unit (CPU)</a:t>
            </a:r>
            <a:endParaRPr lang="en-GB" sz="12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800"/>
              </a:spcAft>
            </a:pPr>
            <a:r>
              <a:rPr lang="en-GB" sz="1800" b="1" kern="0" dirty="0">
                <a:effectLst/>
                <a:latin typeface="Segoe UI" panose="020B0502040204020203" pitchFamily="34" charset="0"/>
                <a:ea typeface="Times New Roman" panose="02020603050405020304" pitchFamily="18" charset="0"/>
                <a:cs typeface="Times New Roman" panose="02020603050405020304" pitchFamily="18" charset="0"/>
              </a:rPr>
              <a:t>3. Memory Hierarchy</a:t>
            </a:r>
            <a:endParaRPr lang="en-GB" sz="12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800"/>
              </a:spcAft>
            </a:pPr>
            <a:r>
              <a:rPr lang="en-GB" sz="1800" b="1" kern="0" dirty="0">
                <a:effectLst/>
                <a:latin typeface="Segoe UI" panose="020B0502040204020203" pitchFamily="34" charset="0"/>
                <a:ea typeface="Times New Roman" panose="02020603050405020304" pitchFamily="18" charset="0"/>
                <a:cs typeface="Times New Roman" panose="02020603050405020304" pitchFamily="18" charset="0"/>
              </a:rPr>
              <a:t>4. Bus System</a:t>
            </a:r>
            <a:endParaRPr lang="en-GB" sz="12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800"/>
              </a:spcAft>
            </a:pPr>
            <a:r>
              <a:rPr lang="en-GB" sz="1800" b="1" kern="0" dirty="0">
                <a:effectLst/>
                <a:latin typeface="Segoe UI" panose="020B0502040204020203" pitchFamily="34" charset="0"/>
                <a:ea typeface="Times New Roman" panose="02020603050405020304" pitchFamily="18" charset="0"/>
                <a:cs typeface="Times New Roman" panose="02020603050405020304" pitchFamily="18" charset="0"/>
              </a:rPr>
              <a:t>5. Registers</a:t>
            </a:r>
            <a:endParaRPr lang="en-GB" sz="12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800"/>
              </a:spcAft>
            </a:pPr>
            <a:r>
              <a:rPr lang="en-GB" sz="1800" b="1" kern="0" dirty="0">
                <a:effectLst/>
                <a:latin typeface="Segoe UI" panose="020B0502040204020203" pitchFamily="34" charset="0"/>
                <a:ea typeface="Times New Roman" panose="02020603050405020304" pitchFamily="18" charset="0"/>
                <a:cs typeface="Times New Roman" panose="02020603050405020304" pitchFamily="18" charset="0"/>
              </a:rPr>
              <a:t>6. Pipeline Architecture</a:t>
            </a:r>
            <a:endParaRPr lang="en-GB" sz="12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800"/>
              </a:spcAft>
            </a:pPr>
            <a:r>
              <a:rPr lang="en-GB" sz="1800" b="1" kern="0" dirty="0">
                <a:effectLst/>
                <a:latin typeface="Segoe UI" panose="020B0502040204020203" pitchFamily="34" charset="0"/>
                <a:ea typeface="Times New Roman" panose="02020603050405020304" pitchFamily="18" charset="0"/>
                <a:cs typeface="Times New Roman" panose="02020603050405020304" pitchFamily="18" charset="0"/>
              </a:rPr>
              <a:t>7. Clock and Clock Cycle</a:t>
            </a:r>
            <a:endParaRPr lang="en-GB" sz="12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800"/>
              </a:spcAft>
            </a:pPr>
            <a:r>
              <a:rPr lang="en-GB" sz="1800" b="1" kern="0" dirty="0">
                <a:effectLst/>
                <a:latin typeface="Segoe UI" panose="020B0502040204020203" pitchFamily="34" charset="0"/>
                <a:ea typeface="Times New Roman" panose="02020603050405020304" pitchFamily="18" charset="0"/>
                <a:cs typeface="Times New Roman" panose="02020603050405020304" pitchFamily="18" charset="0"/>
              </a:rPr>
              <a:t>8. Cache Memory</a:t>
            </a:r>
            <a:endParaRPr lang="en-GB" sz="12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24420EDA-CF4F-46B1-6C1F-82050B7EA56C}"/>
              </a:ext>
            </a:extLst>
          </p:cNvPr>
          <p:cNvSpPr txBox="1"/>
          <p:nvPr/>
        </p:nvSpPr>
        <p:spPr>
          <a:xfrm>
            <a:off x="5943600" y="2295845"/>
            <a:ext cx="6094070" cy="3571555"/>
          </a:xfrm>
          <a:prstGeom prst="rect">
            <a:avLst/>
          </a:prstGeom>
          <a:noFill/>
        </p:spPr>
        <p:txBody>
          <a:bodyPr wrap="square">
            <a:spAutoFit/>
          </a:bodyPr>
          <a:lstStyle/>
          <a:p>
            <a:pPr>
              <a:lnSpc>
                <a:spcPct val="150000"/>
              </a:lnSpc>
              <a:spcAft>
                <a:spcPts val="800"/>
              </a:spcAft>
            </a:pPr>
            <a:r>
              <a:rPr lang="en-GB" sz="1800" b="1" kern="0" dirty="0">
                <a:effectLst/>
                <a:latin typeface="Segoe UI" panose="020B0502040204020203" pitchFamily="34" charset="0"/>
                <a:ea typeface="Times New Roman" panose="02020603050405020304" pitchFamily="18" charset="0"/>
                <a:cs typeface="Times New Roman" panose="02020603050405020304" pitchFamily="18" charset="0"/>
              </a:rPr>
              <a:t>9. Input/Output (I/O)</a:t>
            </a:r>
            <a:endParaRPr lang="en-GB" sz="12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800"/>
              </a:spcAft>
            </a:pPr>
            <a:r>
              <a:rPr lang="en-GB" sz="1800" b="1" kern="0" dirty="0">
                <a:effectLst/>
                <a:latin typeface="Segoe UI" panose="020B0502040204020203" pitchFamily="34" charset="0"/>
                <a:ea typeface="Times New Roman" panose="02020603050405020304" pitchFamily="18" charset="0"/>
                <a:cs typeface="Times New Roman" panose="02020603050405020304" pitchFamily="18" charset="0"/>
              </a:rPr>
              <a:t>10. Parallel Processing</a:t>
            </a:r>
            <a:endParaRPr lang="en-GB" sz="12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800"/>
              </a:spcAft>
            </a:pPr>
            <a:r>
              <a:rPr lang="en-GB" sz="1800" b="1" kern="0" dirty="0">
                <a:effectLst/>
                <a:latin typeface="Segoe UI" panose="020B0502040204020203" pitchFamily="34" charset="0"/>
                <a:ea typeface="Times New Roman" panose="02020603050405020304" pitchFamily="18" charset="0"/>
                <a:cs typeface="Times New Roman" panose="02020603050405020304" pitchFamily="18" charset="0"/>
              </a:rPr>
              <a:t>11. Pipelining and Superscalar Architecture</a:t>
            </a:r>
            <a:endParaRPr lang="en-GB" sz="12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800"/>
              </a:spcAft>
            </a:pPr>
            <a:r>
              <a:rPr lang="en-GB" sz="1800" b="1" kern="0" dirty="0">
                <a:effectLst/>
                <a:latin typeface="Segoe UI" panose="020B0502040204020203" pitchFamily="34" charset="0"/>
                <a:ea typeface="Times New Roman" panose="02020603050405020304" pitchFamily="18" charset="0"/>
                <a:cs typeface="Times New Roman" panose="02020603050405020304" pitchFamily="18" charset="0"/>
              </a:rPr>
              <a:t>12. Memory Management</a:t>
            </a:r>
            <a:endParaRPr lang="en-GB" sz="12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800"/>
              </a:spcAft>
            </a:pPr>
            <a:r>
              <a:rPr lang="en-GB" sz="1800" b="1" kern="0" dirty="0">
                <a:effectLst/>
                <a:latin typeface="Segoe UI" panose="020B0502040204020203" pitchFamily="34" charset="0"/>
                <a:ea typeface="Times New Roman" panose="02020603050405020304" pitchFamily="18" charset="0"/>
                <a:cs typeface="Times New Roman" panose="02020603050405020304" pitchFamily="18" charset="0"/>
              </a:rPr>
              <a:t>13. Multiprocessing and Multithreading</a:t>
            </a:r>
            <a:endParaRPr lang="en-GB" sz="12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800"/>
              </a:spcAft>
            </a:pPr>
            <a:r>
              <a:rPr lang="en-GB" sz="1800" b="1" kern="0" dirty="0">
                <a:effectLst/>
                <a:latin typeface="Segoe UI" panose="020B0502040204020203" pitchFamily="34" charset="0"/>
                <a:ea typeface="Times New Roman" panose="02020603050405020304" pitchFamily="18" charset="0"/>
                <a:cs typeface="Times New Roman" panose="02020603050405020304" pitchFamily="18" charset="0"/>
              </a:rPr>
              <a:t>14. System Bus and I/O Bus</a:t>
            </a:r>
            <a:endParaRPr lang="en-GB" sz="12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800"/>
              </a:spcAft>
            </a:pPr>
            <a:r>
              <a:rPr lang="en-GB" sz="1800" b="1" kern="0" dirty="0">
                <a:effectLst/>
                <a:latin typeface="Segoe UI" panose="020B0502040204020203" pitchFamily="34" charset="0"/>
                <a:ea typeface="Times New Roman" panose="02020603050405020304" pitchFamily="18" charset="0"/>
                <a:cs typeface="Times New Roman" panose="02020603050405020304" pitchFamily="18" charset="0"/>
              </a:rPr>
              <a:t>15. Instruction Execution Cycle</a:t>
            </a:r>
            <a:endParaRPr lang="en-GB" sz="12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735044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p:cNvGrpSpPr/>
        <p:nvPr/>
      </p:nvGrpSpPr>
      <p:grpSpPr>
        <a:xfrm>
          <a:off x="0" y="0"/>
          <a:ext cx="0" cy="0"/>
          <a:chOff x="0" y="0"/>
          <a:chExt cx="0" cy="0"/>
        </a:xfrm>
      </p:grpSpPr>
      <p:sp>
        <p:nvSpPr>
          <p:cNvPr id="5122" name="Title 1"/>
          <p:cNvSpPr>
            <a:spLocks noGrp="1"/>
          </p:cNvSpPr>
          <p:nvPr>
            <p:ph type="title"/>
          </p:nvPr>
        </p:nvSpPr>
        <p:spPr>
          <a:xfrm>
            <a:off x="2182813" y="456253"/>
            <a:ext cx="7824788" cy="1220148"/>
          </a:xfrm>
        </p:spPr>
        <p:txBody>
          <a:bodyPr/>
          <a:lstStyle/>
          <a:p>
            <a:r>
              <a:rPr lang="en-US" b="1" dirty="0">
                <a:solidFill>
                  <a:schemeClr val="accent1">
                    <a:lumMod val="75000"/>
                  </a:schemeClr>
                </a:solidFill>
              </a:rPr>
              <a:t>Operating System</a:t>
            </a:r>
          </a:p>
        </p:txBody>
      </p:sp>
      <p:sp>
        <p:nvSpPr>
          <p:cNvPr id="4" name="Content Placeholder 3"/>
          <p:cNvSpPr>
            <a:spLocks noGrp="1"/>
          </p:cNvSpPr>
          <p:nvPr>
            <p:ph idx="4294967295"/>
          </p:nvPr>
        </p:nvSpPr>
        <p:spPr>
          <a:xfrm>
            <a:off x="2057400" y="2209800"/>
            <a:ext cx="8229600" cy="4648200"/>
          </a:xfrm>
        </p:spPr>
        <p:txBody>
          <a:bodyPr/>
          <a:lstStyle/>
          <a:p>
            <a:r>
              <a:rPr lang="en-US" sz="2900" dirty="0"/>
              <a:t>A program that controls the execution of application programs</a:t>
            </a:r>
          </a:p>
          <a:p>
            <a:r>
              <a:rPr lang="en-US" sz="2900" dirty="0"/>
              <a:t>An interface between applications and hardware</a:t>
            </a:r>
          </a:p>
          <a:p>
            <a:endParaRPr lang="en-US" dirty="0"/>
          </a:p>
        </p:txBody>
      </p:sp>
      <p:graphicFrame>
        <p:nvGraphicFramePr>
          <p:cNvPr id="5" name="Diagram 4"/>
          <p:cNvGraphicFramePr/>
          <p:nvPr>
            <p:extLst>
              <p:ext uri="{D42A27DB-BD31-4B8C-83A1-F6EECF244321}">
                <p14:modId xmlns:p14="http://schemas.microsoft.com/office/powerpoint/2010/main" val="2570410709"/>
              </p:ext>
            </p:extLst>
          </p:nvPr>
        </p:nvGraphicFramePr>
        <p:xfrm>
          <a:off x="3505200" y="3962400"/>
          <a:ext cx="5257800" cy="22606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Slide Number Placeholder 1"/>
          <p:cNvSpPr>
            <a:spLocks noGrp="1"/>
          </p:cNvSpPr>
          <p:nvPr>
            <p:ph type="sldNum" sz="quarter" idx="12"/>
          </p:nvPr>
        </p:nvSpPr>
        <p:spPr/>
        <p:txBody>
          <a:bodyPr/>
          <a:lstStyle/>
          <a:p>
            <a:pPr>
              <a:defRPr/>
            </a:pPr>
            <a:fld id="{97012834-41A2-49E3-8762-B14EE3F5CFB1}" type="slidenum">
              <a:rPr lang="en-US" smtClean="0"/>
              <a:pPr>
                <a:defRPr/>
              </a:pPr>
              <a:t>8</a:t>
            </a:fld>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p:cNvGrpSpPr/>
        <p:nvPr/>
      </p:nvGrpSpPr>
      <p:grpSpPr>
        <a:xfrm>
          <a:off x="0" y="0"/>
          <a:ext cx="0" cy="0"/>
          <a:chOff x="0" y="0"/>
          <a:chExt cx="0" cy="0"/>
        </a:xfrm>
      </p:grpSpPr>
      <p:pic>
        <p:nvPicPr>
          <p:cNvPr id="4" name="Picture 3" descr="f1.pdf"/>
          <p:cNvPicPr>
            <a:picLocks noChangeAspect="1"/>
          </p:cNvPicPr>
          <p:nvPr/>
        </p:nvPicPr>
        <p:blipFill>
          <a:blip r:embed="rId4"/>
          <a:srcRect t="20000" b="25455"/>
          <a:stretch>
            <a:fillRect/>
          </a:stretch>
        </p:blipFill>
        <p:spPr>
          <a:xfrm>
            <a:off x="762000" y="685800"/>
            <a:ext cx="10515600" cy="5943600"/>
          </a:xfrm>
          <a:prstGeom prst="rect">
            <a:avLst/>
          </a:prstGeom>
        </p:spPr>
      </p:pic>
      <p:sp>
        <p:nvSpPr>
          <p:cNvPr id="2" name="Slide Number Placeholder 1"/>
          <p:cNvSpPr>
            <a:spLocks noGrp="1"/>
          </p:cNvSpPr>
          <p:nvPr>
            <p:ph type="sldNum" sz="quarter" idx="12"/>
          </p:nvPr>
        </p:nvSpPr>
        <p:spPr/>
        <p:txBody>
          <a:bodyPr/>
          <a:lstStyle/>
          <a:p>
            <a:pPr>
              <a:defRPr/>
            </a:pPr>
            <a:fld id="{0A9A6F0D-A611-4358-861D-7B01E8303898}" type="slidenum">
              <a:rPr lang="en-US" smtClean="0"/>
              <a:pPr>
                <a:defRPr/>
              </a:pPr>
              <a:t>9</a:t>
            </a:fld>
            <a:endParaRPr lang="en-US" dirty="0"/>
          </a:p>
        </p:txBody>
      </p:sp>
    </p:spTree>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905000" y="762000"/>
            <a:ext cx="7824788" cy="1067748"/>
          </a:xfrm>
        </p:spPr>
        <p:txBody>
          <a:bodyPr/>
          <a:lstStyle/>
          <a:p>
            <a:pPr algn="ctr"/>
            <a:r>
              <a:rPr lang="en-US" b="1" dirty="0">
                <a:solidFill>
                  <a:schemeClr val="accent1">
                    <a:lumMod val="75000"/>
                  </a:schemeClr>
                </a:solidFill>
              </a:rPr>
              <a:t>Key Interfaces in a Typical Computer System</a:t>
            </a:r>
          </a:p>
        </p:txBody>
      </p:sp>
      <p:sp>
        <p:nvSpPr>
          <p:cNvPr id="4" name="Content Placeholder 3"/>
          <p:cNvSpPr>
            <a:spLocks noGrp="1"/>
          </p:cNvSpPr>
          <p:nvPr>
            <p:ph sz="half" idx="1"/>
          </p:nvPr>
        </p:nvSpPr>
        <p:spPr>
          <a:xfrm>
            <a:off x="2178050" y="2286001"/>
            <a:ext cx="7848600" cy="3962399"/>
          </a:xfrm>
        </p:spPr>
        <p:txBody>
          <a:bodyPr>
            <a:noAutofit/>
          </a:bodyPr>
          <a:lstStyle/>
          <a:p>
            <a:r>
              <a:rPr lang="en-US" sz="3200" dirty="0"/>
              <a:t>Instruction set architecture (ISA)</a:t>
            </a:r>
          </a:p>
          <a:p>
            <a:r>
              <a:rPr lang="en-US" sz="3200" dirty="0"/>
              <a:t>Application binary interface (ABI)</a:t>
            </a:r>
          </a:p>
          <a:p>
            <a:r>
              <a:rPr lang="en-US" sz="3200" dirty="0"/>
              <a:t>Application programming interface (API)</a:t>
            </a:r>
          </a:p>
        </p:txBody>
      </p:sp>
      <p:pic>
        <p:nvPicPr>
          <p:cNvPr id="8" name="Picture 7"/>
          <p:cNvPicPr>
            <a:picLocks noChangeAspect="1"/>
          </p:cNvPicPr>
          <p:nvPr/>
        </p:nvPicPr>
        <p:blipFill>
          <a:blip r:embed="rId4"/>
          <a:stretch>
            <a:fillRect/>
          </a:stretch>
        </p:blipFill>
        <p:spPr>
          <a:xfrm rot="1209509">
            <a:off x="4303140" y="4498979"/>
            <a:ext cx="3578617" cy="2613597"/>
          </a:xfrm>
          <a:prstGeom prst="rect">
            <a:avLst/>
          </a:prstGeom>
        </p:spPr>
      </p:pic>
      <p:sp>
        <p:nvSpPr>
          <p:cNvPr id="3" name="Slide Number Placeholder 2"/>
          <p:cNvSpPr>
            <a:spLocks noGrp="1"/>
          </p:cNvSpPr>
          <p:nvPr>
            <p:ph type="sldNum" sz="quarter" idx="12"/>
          </p:nvPr>
        </p:nvSpPr>
        <p:spPr/>
        <p:txBody>
          <a:bodyPr/>
          <a:lstStyle/>
          <a:p>
            <a:pPr>
              <a:defRPr/>
            </a:pPr>
            <a:fld id="{E4367C90-D8D8-4A11-9BC3-E7451ACC5EB2}" type="slidenum">
              <a:rPr lang="en-US">
                <a:solidFill>
                  <a:srgbClr val="990000"/>
                </a:solidFill>
              </a:rPr>
              <a:pPr>
                <a:defRPr/>
              </a:pPr>
              <a:t>10</a:t>
            </a:fld>
            <a:endParaRPr lang="en-US" dirty="0">
              <a:solidFill>
                <a:srgbClr val="99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p:cNvGrpSpPr/>
        <p:nvPr/>
      </p:nvGrpSpPr>
      <p:grpSpPr>
        <a:xfrm>
          <a:off x="0" y="0"/>
          <a:ext cx="0" cy="0"/>
          <a:chOff x="0" y="0"/>
          <a:chExt cx="0" cy="0"/>
        </a:xfrm>
      </p:grpSpPr>
      <p:pic>
        <p:nvPicPr>
          <p:cNvPr id="6" name="Picture 5" descr="f2.pdf"/>
          <p:cNvPicPr>
            <a:picLocks noChangeAspect="1"/>
          </p:cNvPicPr>
          <p:nvPr/>
        </p:nvPicPr>
        <p:blipFill>
          <a:blip r:embed="rId4"/>
          <a:stretch>
            <a:fillRect/>
          </a:stretch>
        </p:blipFill>
        <p:spPr>
          <a:xfrm>
            <a:off x="990600" y="228600"/>
            <a:ext cx="10058400" cy="6858000"/>
          </a:xfrm>
          <a:prstGeom prst="rect">
            <a:avLst/>
          </a:prstGeom>
        </p:spPr>
      </p:pic>
      <p:sp>
        <p:nvSpPr>
          <p:cNvPr id="2" name="Slide Number Placeholder 1"/>
          <p:cNvSpPr>
            <a:spLocks noGrp="1"/>
          </p:cNvSpPr>
          <p:nvPr>
            <p:ph type="sldNum" sz="quarter" idx="12"/>
          </p:nvPr>
        </p:nvSpPr>
        <p:spPr/>
        <p:txBody>
          <a:bodyPr/>
          <a:lstStyle/>
          <a:p>
            <a:pPr>
              <a:defRPr/>
            </a:pPr>
            <a:fld id="{BAB79F47-3AF0-4617-BC60-2E592392BB48}" type="slidenum">
              <a:rPr lang="en-US" smtClean="0"/>
              <a:pPr>
                <a:defRPr/>
              </a:pPr>
              <a:t>11</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mv="urn:schemas-microsoft-com:mac:vml"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182813" y="456254"/>
            <a:ext cx="7824788" cy="1067747"/>
          </a:xfrm>
        </p:spPr>
        <p:txBody>
          <a:bodyPr/>
          <a:lstStyle/>
          <a:p>
            <a:pPr algn="ctr"/>
            <a:r>
              <a:rPr lang="en-US" sz="4800" b="1" dirty="0">
                <a:ln w="1905"/>
                <a:solidFill>
                  <a:schemeClr val="accent1">
                    <a:lumMod val="75000"/>
                  </a:schemeClr>
                </a:solidFill>
                <a:effectLst>
                  <a:innerShdw blurRad="69850" dist="43180" dir="5400000">
                    <a:srgbClr val="000000">
                      <a:alpha val="65000"/>
                    </a:srgbClr>
                  </a:innerShdw>
                </a:effectLst>
              </a:rPr>
              <a:t>Operating System Services</a:t>
            </a:r>
          </a:p>
        </p:txBody>
      </p:sp>
      <p:sp>
        <p:nvSpPr>
          <p:cNvPr id="3" name="Content Placeholder 2"/>
          <p:cNvSpPr>
            <a:spLocks noGrp="1"/>
          </p:cNvSpPr>
          <p:nvPr>
            <p:ph idx="4294967295"/>
          </p:nvPr>
        </p:nvSpPr>
        <p:spPr>
          <a:xfrm>
            <a:off x="2057400" y="2362200"/>
            <a:ext cx="8153400" cy="4495800"/>
          </a:xfrm>
        </p:spPr>
        <p:txBody>
          <a:bodyPr>
            <a:noAutofit/>
          </a:bodyPr>
          <a:lstStyle/>
          <a:p>
            <a:pPr>
              <a:spcBef>
                <a:spcPts val="600"/>
              </a:spcBef>
            </a:pPr>
            <a:r>
              <a:rPr lang="en-US" sz="3000" dirty="0"/>
              <a:t>Program development</a:t>
            </a:r>
          </a:p>
          <a:p>
            <a:pPr>
              <a:spcBef>
                <a:spcPts val="600"/>
              </a:spcBef>
            </a:pPr>
            <a:r>
              <a:rPr lang="en-US" sz="3000" dirty="0"/>
              <a:t>Program execution</a:t>
            </a:r>
          </a:p>
          <a:p>
            <a:pPr>
              <a:spcBef>
                <a:spcPts val="600"/>
              </a:spcBef>
            </a:pPr>
            <a:r>
              <a:rPr lang="en-US" sz="3000" dirty="0"/>
              <a:t>Access I/O devices</a:t>
            </a:r>
          </a:p>
          <a:p>
            <a:pPr>
              <a:spcBef>
                <a:spcPts val="600"/>
              </a:spcBef>
            </a:pPr>
            <a:r>
              <a:rPr lang="en-US" sz="3000" dirty="0"/>
              <a:t>Controlled access to files</a:t>
            </a:r>
          </a:p>
          <a:p>
            <a:pPr>
              <a:spcBef>
                <a:spcPts val="600"/>
              </a:spcBef>
            </a:pPr>
            <a:r>
              <a:rPr lang="en-US" sz="3000" dirty="0"/>
              <a:t>System access</a:t>
            </a:r>
          </a:p>
          <a:p>
            <a:pPr>
              <a:spcBef>
                <a:spcPts val="600"/>
              </a:spcBef>
            </a:pPr>
            <a:r>
              <a:rPr lang="en-US" sz="3000" dirty="0"/>
              <a:t>Error detection and response</a:t>
            </a:r>
          </a:p>
          <a:p>
            <a:pPr>
              <a:spcBef>
                <a:spcPts val="600"/>
              </a:spcBef>
            </a:pPr>
            <a:r>
              <a:rPr lang="en-US" sz="3000" dirty="0"/>
              <a:t>Accounting</a:t>
            </a:r>
          </a:p>
        </p:txBody>
      </p:sp>
      <p:pic>
        <p:nvPicPr>
          <p:cNvPr id="4" name="Picture 3"/>
          <p:cNvPicPr>
            <a:picLocks noChangeAspect="1"/>
          </p:cNvPicPr>
          <p:nvPr/>
        </p:nvPicPr>
        <p:blipFill>
          <a:blip r:embed="rId4"/>
          <a:stretch>
            <a:fillRect/>
          </a:stretch>
        </p:blipFill>
        <p:spPr>
          <a:xfrm>
            <a:off x="7620001" y="3276601"/>
            <a:ext cx="2293025" cy="2022321"/>
          </a:xfrm>
          <a:prstGeom prst="rect">
            <a:avLst/>
          </a:prstGeom>
        </p:spPr>
      </p:pic>
      <p:sp>
        <p:nvSpPr>
          <p:cNvPr id="5" name="Slide Number Placeholder 4"/>
          <p:cNvSpPr>
            <a:spLocks noGrp="1"/>
          </p:cNvSpPr>
          <p:nvPr>
            <p:ph type="sldNum" sz="quarter" idx="12"/>
          </p:nvPr>
        </p:nvSpPr>
        <p:spPr/>
        <p:txBody>
          <a:bodyPr/>
          <a:lstStyle/>
          <a:p>
            <a:pPr>
              <a:defRPr/>
            </a:pPr>
            <a:fld id="{97012834-41A2-49E3-8762-B14EE3F5CFB1}" type="slidenum">
              <a:rPr lang="en-US" smtClean="0"/>
              <a:pPr>
                <a:defRPr/>
              </a:pPr>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CAAA0-206B-45C0-F3E9-9815057788CC}"/>
              </a:ext>
            </a:extLst>
          </p:cNvPr>
          <p:cNvSpPr>
            <a:spLocks noGrp="1"/>
          </p:cNvSpPr>
          <p:nvPr>
            <p:ph type="title"/>
          </p:nvPr>
        </p:nvSpPr>
        <p:spPr>
          <a:xfrm>
            <a:off x="1371600" y="936171"/>
            <a:ext cx="4876800" cy="1022132"/>
          </a:xfrm>
        </p:spPr>
        <p:txBody>
          <a:bodyPr vert="horz" lIns="91440" tIns="0" rIns="91440" bIns="0" rtlCol="0" anchor="b" anchorCtr="0">
            <a:normAutofit/>
          </a:bodyPr>
          <a:lstStyle/>
          <a:p>
            <a:r>
              <a:rPr lang="en-GB" sz="5400" dirty="0"/>
              <a:t>Class Activity 1</a:t>
            </a:r>
          </a:p>
        </p:txBody>
      </p:sp>
      <p:sp>
        <p:nvSpPr>
          <p:cNvPr id="5" name="TextBox 4">
            <a:extLst>
              <a:ext uri="{FF2B5EF4-FFF2-40B4-BE49-F238E27FC236}">
                <a16:creationId xmlns:a16="http://schemas.microsoft.com/office/drawing/2014/main" id="{50B72B25-3765-E78F-AE37-67BA32030788}"/>
              </a:ext>
            </a:extLst>
          </p:cNvPr>
          <p:cNvSpPr txBox="1"/>
          <p:nvPr/>
        </p:nvSpPr>
        <p:spPr>
          <a:xfrm>
            <a:off x="877824" y="5105399"/>
            <a:ext cx="4876800" cy="838201"/>
          </a:xfrm>
          <a:prstGeom prst="rect">
            <a:avLst/>
          </a:prstGeom>
        </p:spPr>
        <p:txBody>
          <a:bodyPr vert="horz" lIns="91440" tIns="45720" rIns="91440" bIns="45720" rtlCol="0">
            <a:normAutofit/>
          </a:bodyPr>
          <a:lstStyle/>
          <a:p>
            <a:pPr>
              <a:spcBef>
                <a:spcPts val="1800"/>
              </a:spcBef>
              <a:buClr>
                <a:schemeClr val="accent1"/>
              </a:buClr>
              <a:buSzPct val="75000"/>
            </a:pPr>
            <a:r>
              <a:rPr lang="en-US" sz="2000" kern="1200" dirty="0">
                <a:solidFill>
                  <a:schemeClr val="tx1">
                    <a:lumMod val="85000"/>
                    <a:lumOff val="15000"/>
                  </a:schemeClr>
                </a:solidFill>
                <a:latin typeface="+mn-lt"/>
                <a:ea typeface="+mn-ea"/>
                <a:cs typeface="+mn-cs"/>
                <a:hlinkClick r:id="rId4"/>
              </a:rPr>
              <a:t>https://www.menti.com/alyuefv5k6sc</a:t>
            </a:r>
            <a:r>
              <a:rPr lang="en-US" sz="2000" kern="1200" dirty="0">
                <a:solidFill>
                  <a:schemeClr val="tx1">
                    <a:lumMod val="85000"/>
                    <a:lumOff val="15000"/>
                  </a:schemeClr>
                </a:solidFill>
                <a:latin typeface="+mn-lt"/>
                <a:ea typeface="+mn-ea"/>
                <a:cs typeface="+mn-cs"/>
              </a:rPr>
              <a:t> </a:t>
            </a:r>
          </a:p>
        </p:txBody>
      </p:sp>
      <p:sp>
        <p:nvSpPr>
          <p:cNvPr id="3" name="Slide Number Placeholder 2">
            <a:extLst>
              <a:ext uri="{FF2B5EF4-FFF2-40B4-BE49-F238E27FC236}">
                <a16:creationId xmlns:a16="http://schemas.microsoft.com/office/drawing/2014/main" id="{FAB28B4A-9F02-2021-8F38-6C11A3D91724}"/>
              </a:ext>
            </a:extLst>
          </p:cNvPr>
          <p:cNvSpPr>
            <a:spLocks noGrp="1"/>
          </p:cNvSpPr>
          <p:nvPr>
            <p:ph type="sldNum" sz="quarter" idx="12"/>
          </p:nvPr>
        </p:nvSpPr>
        <p:spPr>
          <a:xfrm>
            <a:off x="504888" y="6149789"/>
            <a:ext cx="711200" cy="365125"/>
          </a:xfrm>
        </p:spPr>
        <p:txBody>
          <a:bodyPr vert="horz" lIns="91440" tIns="91440" rIns="91440" bIns="91440" rtlCol="0" anchor="ctr">
            <a:normAutofit/>
          </a:bodyPr>
          <a:lstStyle/>
          <a:p>
            <a:pPr>
              <a:lnSpc>
                <a:spcPct val="90000"/>
              </a:lnSpc>
              <a:spcAft>
                <a:spcPts val="600"/>
              </a:spcAft>
              <a:defRPr/>
            </a:pPr>
            <a:fld id="{97012834-41A2-49E3-8762-B14EE3F5CFB1}" type="slidenum">
              <a:rPr lang="en-US" sz="1300" smtClean="0"/>
              <a:pPr>
                <a:lnSpc>
                  <a:spcPct val="90000"/>
                </a:lnSpc>
                <a:spcAft>
                  <a:spcPts val="600"/>
                </a:spcAft>
                <a:defRPr/>
              </a:pPr>
              <a:t>13</a:t>
            </a:fld>
            <a:endParaRPr lang="en-US" sz="1300"/>
          </a:p>
        </p:txBody>
      </p:sp>
      <p:sp>
        <p:nvSpPr>
          <p:cNvPr id="9" name="TextBox 8">
            <a:extLst>
              <a:ext uri="{FF2B5EF4-FFF2-40B4-BE49-F238E27FC236}">
                <a16:creationId xmlns:a16="http://schemas.microsoft.com/office/drawing/2014/main" id="{50BC2B62-1277-2286-E19C-A75BF5D77B4C}"/>
              </a:ext>
            </a:extLst>
          </p:cNvPr>
          <p:cNvSpPr txBox="1"/>
          <p:nvPr/>
        </p:nvSpPr>
        <p:spPr>
          <a:xfrm>
            <a:off x="607532" y="2667000"/>
            <a:ext cx="6093912" cy="2062103"/>
          </a:xfrm>
          <a:prstGeom prst="rect">
            <a:avLst/>
          </a:prstGeom>
          <a:noFill/>
        </p:spPr>
        <p:txBody>
          <a:bodyPr wrap="square">
            <a:spAutoFit/>
          </a:bodyPr>
          <a:lstStyle/>
          <a:p>
            <a:r>
              <a:rPr lang="en-GB" sz="3200" b="1" i="0" dirty="0">
                <a:solidFill>
                  <a:srgbClr val="000000"/>
                </a:solidFill>
                <a:effectLst/>
                <a:latin typeface="arial" panose="020B0604020202020204" pitchFamily="34" charset="0"/>
              </a:rPr>
              <a:t>The interface in a typical computer system that is the boundary between hardware and software is?</a:t>
            </a:r>
            <a:endParaRPr lang="en-GB" sz="3200" b="1" dirty="0"/>
          </a:p>
        </p:txBody>
      </p:sp>
      <p:pic>
        <p:nvPicPr>
          <p:cNvPr id="3074" name="Picture 2">
            <a:extLst>
              <a:ext uri="{FF2B5EF4-FFF2-40B4-BE49-F238E27FC236}">
                <a16:creationId xmlns:a16="http://schemas.microsoft.com/office/drawing/2014/main" id="{966D1B3B-A5EE-A041-A0B8-E732E5B8C68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10400" y="1752414"/>
            <a:ext cx="4762500" cy="476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80415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400" dirty="0">
                <a:solidFill>
                  <a:schemeClr val="accent1">
                    <a:lumMod val="75000"/>
                  </a:schemeClr>
                </a:solidFill>
              </a:rPr>
              <a:t>Evolution of </a:t>
            </a:r>
            <a:br>
              <a:rPr lang="en-US" sz="4400" dirty="0">
                <a:solidFill>
                  <a:schemeClr val="accent1">
                    <a:lumMod val="75000"/>
                  </a:schemeClr>
                </a:solidFill>
              </a:rPr>
            </a:br>
            <a:r>
              <a:rPr lang="en-US" sz="4400" dirty="0">
                <a:solidFill>
                  <a:schemeClr val="accent1">
                    <a:lumMod val="75000"/>
                  </a:schemeClr>
                </a:solidFill>
              </a:rPr>
              <a:t>Operating Systems</a:t>
            </a:r>
            <a:endParaRPr lang="en-NZ" sz="4400" dirty="0">
              <a:solidFill>
                <a:schemeClr val="accent1">
                  <a:lumMod val="75000"/>
                </a:schemeClr>
              </a:solidFill>
            </a:endParaRPr>
          </a:p>
        </p:txBody>
      </p:sp>
      <p:sp>
        <p:nvSpPr>
          <p:cNvPr id="3" name="Content Placeholder 2"/>
          <p:cNvSpPr>
            <a:spLocks noGrp="1"/>
          </p:cNvSpPr>
          <p:nvPr>
            <p:ph idx="4294967295"/>
          </p:nvPr>
        </p:nvSpPr>
        <p:spPr>
          <a:xfrm>
            <a:off x="2057400" y="1981200"/>
            <a:ext cx="8077200" cy="4038600"/>
          </a:xfrm>
        </p:spPr>
        <p:txBody>
          <a:bodyPr>
            <a:normAutofit/>
          </a:bodyPr>
          <a:lstStyle/>
          <a:p>
            <a:pPr>
              <a:buSzPct val="100000"/>
              <a:buFont typeface="Wingdings" charset="2"/>
              <a:buChar char="§"/>
            </a:pPr>
            <a:r>
              <a:rPr lang="en-NZ" sz="4000" dirty="0"/>
              <a:t> Stages include:</a:t>
            </a:r>
          </a:p>
          <a:p>
            <a:pPr lvl="1">
              <a:buSzPct val="55000"/>
            </a:pPr>
            <a:endParaRPr lang="en-NZ" dirty="0"/>
          </a:p>
        </p:txBody>
      </p:sp>
      <p:graphicFrame>
        <p:nvGraphicFramePr>
          <p:cNvPr id="5" name="Diagram 4"/>
          <p:cNvGraphicFramePr/>
          <p:nvPr/>
        </p:nvGraphicFramePr>
        <p:xfrm>
          <a:off x="2438400" y="2133600"/>
          <a:ext cx="7315200" cy="43688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Slide Number Placeholder 3"/>
          <p:cNvSpPr>
            <a:spLocks noGrp="1"/>
          </p:cNvSpPr>
          <p:nvPr>
            <p:ph type="sldNum" sz="quarter" idx="12"/>
          </p:nvPr>
        </p:nvSpPr>
        <p:spPr/>
        <p:txBody>
          <a:bodyPr/>
          <a:lstStyle/>
          <a:p>
            <a:pPr>
              <a:defRPr/>
            </a:pPr>
            <a:fld id="{97012834-41A2-49E3-8762-B14EE3F5CFB1}" type="slidenum">
              <a:rPr lang="en-US" smtClean="0"/>
              <a:pPr>
                <a:defRPr/>
              </a:pPr>
              <a:t>14</a:t>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n w="1905"/>
                <a:solidFill>
                  <a:schemeClr val="accent1">
                    <a:lumMod val="75000"/>
                  </a:schemeClr>
                </a:solidFill>
                <a:effectLst>
                  <a:innerShdw blurRad="69850" dist="43180" dir="5400000">
                    <a:srgbClr val="000000">
                      <a:alpha val="65000"/>
                    </a:srgbClr>
                  </a:innerShdw>
                </a:effectLst>
              </a:rPr>
              <a:t>Serial Processing</a:t>
            </a:r>
          </a:p>
        </p:txBody>
      </p:sp>
      <p:sp>
        <p:nvSpPr>
          <p:cNvPr id="4" name="Text Placeholder 3"/>
          <p:cNvSpPr>
            <a:spLocks noGrp="1"/>
          </p:cNvSpPr>
          <p:nvPr>
            <p:ph type="body" idx="1"/>
          </p:nvPr>
        </p:nvSpPr>
        <p:spPr>
          <a:xfrm>
            <a:off x="2133600" y="1981201"/>
            <a:ext cx="3657600" cy="730415"/>
          </a:xfrm>
        </p:spPr>
        <p:txBody>
          <a:bodyPr/>
          <a:lstStyle/>
          <a:p>
            <a:r>
              <a:rPr lang="en-US" dirty="0"/>
              <a:t>Earliest Computers:</a:t>
            </a:r>
          </a:p>
        </p:txBody>
      </p:sp>
      <p:sp>
        <p:nvSpPr>
          <p:cNvPr id="3" name="Content Placeholder 2"/>
          <p:cNvSpPr>
            <a:spLocks noGrp="1"/>
          </p:cNvSpPr>
          <p:nvPr>
            <p:ph sz="half" idx="2"/>
          </p:nvPr>
        </p:nvSpPr>
        <p:spPr>
          <a:xfrm>
            <a:off x="2133600" y="2895600"/>
            <a:ext cx="3657600" cy="3328988"/>
          </a:xfrm>
        </p:spPr>
        <p:txBody>
          <a:bodyPr>
            <a:normAutofit lnSpcReduction="10000"/>
          </a:bodyPr>
          <a:lstStyle/>
          <a:p>
            <a:r>
              <a:rPr lang="en-US" dirty="0"/>
              <a:t>No operating system</a:t>
            </a:r>
          </a:p>
          <a:p>
            <a:pPr lvl="2"/>
            <a:r>
              <a:rPr lang="en-US" dirty="0"/>
              <a:t>programmers interacted directly with the computer hardware</a:t>
            </a:r>
          </a:p>
          <a:p>
            <a:r>
              <a:rPr lang="en-US" dirty="0"/>
              <a:t>Computers ran from a console with display lights, toggle switches, some form of input device, and a printer</a:t>
            </a:r>
          </a:p>
          <a:p>
            <a:r>
              <a:rPr lang="en-US" dirty="0"/>
              <a:t>Users have access to the computer in “series”</a:t>
            </a:r>
          </a:p>
        </p:txBody>
      </p:sp>
      <p:sp>
        <p:nvSpPr>
          <p:cNvPr id="5" name="Text Placeholder 4"/>
          <p:cNvSpPr>
            <a:spLocks noGrp="1"/>
          </p:cNvSpPr>
          <p:nvPr>
            <p:ph type="body" sz="quarter" idx="3"/>
          </p:nvPr>
        </p:nvSpPr>
        <p:spPr>
          <a:xfrm>
            <a:off x="6324600" y="1981201"/>
            <a:ext cx="3657600" cy="730415"/>
          </a:xfrm>
        </p:spPr>
        <p:txBody>
          <a:bodyPr/>
          <a:lstStyle/>
          <a:p>
            <a:r>
              <a:rPr lang="en-US" dirty="0"/>
              <a:t>Problems:</a:t>
            </a:r>
          </a:p>
        </p:txBody>
      </p:sp>
      <p:sp>
        <p:nvSpPr>
          <p:cNvPr id="6" name="Content Placeholder 5"/>
          <p:cNvSpPr>
            <a:spLocks noGrp="1"/>
          </p:cNvSpPr>
          <p:nvPr>
            <p:ph sz="quarter" idx="4"/>
          </p:nvPr>
        </p:nvSpPr>
        <p:spPr>
          <a:xfrm>
            <a:off x="6324600" y="2667000"/>
            <a:ext cx="3657600" cy="3962400"/>
          </a:xfrm>
        </p:spPr>
        <p:txBody>
          <a:bodyPr>
            <a:normAutofit/>
          </a:bodyPr>
          <a:lstStyle/>
          <a:p>
            <a:r>
              <a:rPr lang="en-US" dirty="0"/>
              <a:t>Scheduling:</a:t>
            </a:r>
          </a:p>
          <a:p>
            <a:pPr lvl="1"/>
            <a:r>
              <a:rPr lang="en-US" dirty="0"/>
              <a:t>most installations used a hardcopy sign-up sheet to reserve computer time</a:t>
            </a:r>
          </a:p>
          <a:p>
            <a:pPr lvl="3"/>
            <a:r>
              <a:rPr lang="en-US" dirty="0"/>
              <a:t>time allocations could run short or long, resulting in wasted computer time</a:t>
            </a:r>
          </a:p>
          <a:p>
            <a:pPr marL="282575" lvl="3">
              <a:spcBef>
                <a:spcPts val="1800"/>
              </a:spcBef>
            </a:pPr>
            <a:r>
              <a:rPr lang="en-US" dirty="0"/>
              <a:t>Setup time</a:t>
            </a:r>
          </a:p>
          <a:p>
            <a:pPr lvl="1"/>
            <a:r>
              <a:rPr lang="en-US" dirty="0"/>
              <a:t>a considerable amount of time was spent just on setting up the program to run</a:t>
            </a:r>
          </a:p>
        </p:txBody>
      </p:sp>
      <p:pic>
        <p:nvPicPr>
          <p:cNvPr id="7" name="Picture 6"/>
          <p:cNvPicPr>
            <a:picLocks noChangeAspect="1"/>
          </p:cNvPicPr>
          <p:nvPr/>
        </p:nvPicPr>
        <p:blipFill>
          <a:blip r:embed="rId4"/>
          <a:stretch>
            <a:fillRect/>
          </a:stretch>
        </p:blipFill>
        <p:spPr>
          <a:xfrm>
            <a:off x="2133601" y="380401"/>
            <a:ext cx="1531937" cy="1519875"/>
          </a:xfrm>
          <a:prstGeom prst="rect">
            <a:avLst/>
          </a:prstGeom>
        </p:spPr>
      </p:pic>
      <p:sp>
        <p:nvSpPr>
          <p:cNvPr id="8" name="Slide Number Placeholder 7"/>
          <p:cNvSpPr>
            <a:spLocks noGrp="1"/>
          </p:cNvSpPr>
          <p:nvPr>
            <p:ph type="sldNum" sz="quarter" idx="12"/>
          </p:nvPr>
        </p:nvSpPr>
        <p:spPr/>
        <p:txBody>
          <a:bodyPr/>
          <a:lstStyle/>
          <a:p>
            <a:pPr>
              <a:defRPr/>
            </a:pPr>
            <a:fld id="{D56104A5-FF6A-4891-8FE3-D539A7A66E05}" type="slidenum">
              <a:rPr lang="en-US" smtClean="0"/>
              <a:pPr>
                <a:defRPr/>
              </a:pPr>
              <a:t>15</a:t>
            </a:fld>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182813" y="456253"/>
            <a:ext cx="7824788" cy="1143948"/>
          </a:xfrm>
        </p:spPr>
        <p:txBody>
          <a:bodyPr/>
          <a:lstStyle/>
          <a:p>
            <a:pPr algn="ctr"/>
            <a:r>
              <a:rPr lang="en-US" b="1" dirty="0">
                <a:solidFill>
                  <a:schemeClr val="accent1">
                    <a:lumMod val="75000"/>
                  </a:schemeClr>
                </a:solidFill>
              </a:rPr>
              <a:t>Simple Batch Systems</a:t>
            </a:r>
          </a:p>
        </p:txBody>
      </p:sp>
      <p:sp>
        <p:nvSpPr>
          <p:cNvPr id="3" name="Content Placeholder 2"/>
          <p:cNvSpPr>
            <a:spLocks noGrp="1"/>
          </p:cNvSpPr>
          <p:nvPr>
            <p:ph idx="4294967295"/>
          </p:nvPr>
        </p:nvSpPr>
        <p:spPr>
          <a:xfrm>
            <a:off x="2057400" y="2438400"/>
            <a:ext cx="8077200" cy="3886200"/>
          </a:xfrm>
        </p:spPr>
        <p:txBody>
          <a:bodyPr>
            <a:noAutofit/>
          </a:bodyPr>
          <a:lstStyle/>
          <a:p>
            <a:r>
              <a:rPr lang="en-US" sz="2800" dirty="0"/>
              <a:t>Early computers were very expensive</a:t>
            </a:r>
          </a:p>
          <a:p>
            <a:pPr lvl="2"/>
            <a:r>
              <a:rPr lang="en-US" sz="2400" dirty="0"/>
              <a:t>important to maximize processor utilization</a:t>
            </a:r>
          </a:p>
          <a:p>
            <a:r>
              <a:rPr lang="en-US" sz="2800" dirty="0"/>
              <a:t>Monitor</a:t>
            </a:r>
          </a:p>
          <a:p>
            <a:pPr lvl="2"/>
            <a:r>
              <a:rPr lang="en-US" sz="2400" dirty="0"/>
              <a:t>user no longer has direct access to processor</a:t>
            </a:r>
          </a:p>
          <a:p>
            <a:pPr lvl="2"/>
            <a:r>
              <a:rPr lang="en-US" sz="2400" dirty="0"/>
              <a:t>job is submitted to computer operator who batches them together and places them on an input device</a:t>
            </a:r>
          </a:p>
          <a:p>
            <a:pPr lvl="2"/>
            <a:r>
              <a:rPr lang="en-US" sz="2400" dirty="0"/>
              <a:t>program branches back to the monitor when finished</a:t>
            </a:r>
          </a:p>
        </p:txBody>
      </p:sp>
      <p:sp>
        <p:nvSpPr>
          <p:cNvPr id="4" name="Slide Number Placeholder 3"/>
          <p:cNvSpPr>
            <a:spLocks noGrp="1"/>
          </p:cNvSpPr>
          <p:nvPr>
            <p:ph type="sldNum" sz="quarter" idx="12"/>
          </p:nvPr>
        </p:nvSpPr>
        <p:spPr/>
        <p:txBody>
          <a:bodyPr/>
          <a:lstStyle/>
          <a:p>
            <a:pPr>
              <a:defRPr/>
            </a:pPr>
            <a:fld id="{97012834-41A2-49E3-8762-B14EE3F5CFB1}" type="slidenum">
              <a:rPr lang="en-US" smtClean="0"/>
              <a:pPr>
                <a:defRPr/>
              </a:pPr>
              <a:t>16</a:t>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800" b="1" dirty="0">
                <a:solidFill>
                  <a:schemeClr val="accent1">
                    <a:lumMod val="75000"/>
                  </a:schemeClr>
                </a:solidFill>
              </a:rPr>
              <a:t>Job Control Language (JCL)</a:t>
            </a:r>
          </a:p>
        </p:txBody>
      </p:sp>
      <p:graphicFrame>
        <p:nvGraphicFramePr>
          <p:cNvPr id="6" name="Diagram 5"/>
          <p:cNvGraphicFramePr/>
          <p:nvPr/>
        </p:nvGraphicFramePr>
        <p:xfrm>
          <a:off x="914400" y="2286001"/>
          <a:ext cx="7874000" cy="38401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7" name="Picture 6"/>
          <p:cNvPicPr>
            <a:picLocks noChangeAspect="1"/>
          </p:cNvPicPr>
          <p:nvPr/>
        </p:nvPicPr>
        <p:blipFill>
          <a:blip r:embed="rId8"/>
          <a:stretch>
            <a:fillRect/>
          </a:stretch>
        </p:blipFill>
        <p:spPr>
          <a:xfrm>
            <a:off x="7620000" y="4648200"/>
            <a:ext cx="2516038" cy="1905000"/>
          </a:xfrm>
          <a:prstGeom prst="rect">
            <a:avLst/>
          </a:prstGeom>
        </p:spPr>
      </p:pic>
      <p:sp>
        <p:nvSpPr>
          <p:cNvPr id="3" name="Slide Number Placeholder 2"/>
          <p:cNvSpPr>
            <a:spLocks noGrp="1"/>
          </p:cNvSpPr>
          <p:nvPr>
            <p:ph type="sldNum" sz="quarter" idx="12"/>
          </p:nvPr>
        </p:nvSpPr>
        <p:spPr/>
        <p:txBody>
          <a:bodyPr/>
          <a:lstStyle/>
          <a:p>
            <a:pPr>
              <a:defRPr/>
            </a:pPr>
            <a:fld id="{97012834-41A2-49E3-8762-B14EE3F5CFB1}" type="slidenum">
              <a:rPr lang="en-US" smtClean="0"/>
              <a:pPr>
                <a:defRPr/>
              </a:pPr>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182813" y="456254"/>
            <a:ext cx="7824788" cy="1067747"/>
          </a:xfrm>
        </p:spPr>
        <p:txBody>
          <a:bodyPr/>
          <a:lstStyle/>
          <a:p>
            <a:pPr algn="ctr"/>
            <a:r>
              <a:rPr lang="en-US" b="1" dirty="0">
                <a:ln w="1905"/>
                <a:solidFill>
                  <a:schemeClr val="accent1">
                    <a:lumMod val="75000"/>
                  </a:schemeClr>
                </a:solidFill>
                <a:effectLst>
                  <a:innerShdw blurRad="69850" dist="43180" dir="5400000">
                    <a:srgbClr val="000000">
                      <a:alpha val="65000"/>
                    </a:srgbClr>
                  </a:innerShdw>
                </a:effectLst>
              </a:rPr>
              <a:t>Uniprogramming</a:t>
            </a:r>
          </a:p>
        </p:txBody>
      </p:sp>
      <p:sp>
        <p:nvSpPr>
          <p:cNvPr id="3" name="Content Placeholder 2"/>
          <p:cNvSpPr>
            <a:spLocks noGrp="1"/>
          </p:cNvSpPr>
          <p:nvPr>
            <p:ph idx="4294967295"/>
          </p:nvPr>
        </p:nvSpPr>
        <p:spPr>
          <a:xfrm>
            <a:off x="3200400" y="4495800"/>
            <a:ext cx="6197600" cy="2362200"/>
          </a:xfrm>
        </p:spPr>
        <p:txBody>
          <a:bodyPr>
            <a:normAutofit/>
          </a:bodyPr>
          <a:lstStyle/>
          <a:p>
            <a:r>
              <a:rPr lang="en-US" sz="2400" dirty="0"/>
              <a:t>The processor spends a certain amount of time executing, until it reaches an I/O instruction; it must then wait until that I/O instruction concludes before proceeding</a:t>
            </a:r>
          </a:p>
        </p:txBody>
      </p:sp>
      <p:pic>
        <p:nvPicPr>
          <p:cNvPr id="5" name="Picture 4" descr="f5.pdf"/>
          <p:cNvPicPr>
            <a:picLocks noChangeAspect="1"/>
          </p:cNvPicPr>
          <p:nvPr/>
        </p:nvPicPr>
        <p:blipFill>
          <a:blip r:embed="rId4"/>
          <a:srcRect l="7059" t="6364" r="8235" b="80909"/>
          <a:stretch>
            <a:fillRect/>
          </a:stretch>
        </p:blipFill>
        <p:spPr>
          <a:xfrm>
            <a:off x="1905000" y="2438400"/>
            <a:ext cx="8621472" cy="1676400"/>
          </a:xfrm>
          <a:prstGeom prst="rect">
            <a:avLst/>
          </a:prstGeom>
        </p:spPr>
      </p:pic>
      <p:sp>
        <p:nvSpPr>
          <p:cNvPr id="4" name="Slide Number Placeholder 3"/>
          <p:cNvSpPr>
            <a:spLocks noGrp="1"/>
          </p:cNvSpPr>
          <p:nvPr>
            <p:ph type="sldNum" sz="quarter" idx="12"/>
          </p:nvPr>
        </p:nvSpPr>
        <p:spPr/>
        <p:txBody>
          <a:bodyPr/>
          <a:lstStyle/>
          <a:p>
            <a:pPr>
              <a:defRPr/>
            </a:pPr>
            <a:fld id="{97012834-41A2-49E3-8762-B14EE3F5CFB1}" type="slidenum">
              <a:rPr lang="en-US" smtClean="0"/>
              <a:pPr>
                <a:defRPr/>
              </a:pPr>
              <a:t>18</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182813" y="456253"/>
            <a:ext cx="7824788" cy="1067748"/>
          </a:xfrm>
        </p:spPr>
        <p:txBody>
          <a:bodyPr/>
          <a:lstStyle/>
          <a:p>
            <a:pPr algn="ctr"/>
            <a:r>
              <a:rPr lang="en-US" b="1" dirty="0">
                <a:ln w="1905"/>
                <a:solidFill>
                  <a:schemeClr val="accent1">
                    <a:lumMod val="75000"/>
                  </a:schemeClr>
                </a:solidFill>
                <a:effectLst>
                  <a:innerShdw blurRad="69850" dist="43180" dir="5400000">
                    <a:srgbClr val="000000">
                      <a:alpha val="65000"/>
                    </a:srgbClr>
                  </a:innerShdw>
                </a:effectLst>
              </a:rPr>
              <a:t>Multiprogramming</a:t>
            </a:r>
          </a:p>
        </p:txBody>
      </p:sp>
      <p:sp>
        <p:nvSpPr>
          <p:cNvPr id="3" name="Content Placeholder 2"/>
          <p:cNvSpPr>
            <a:spLocks noGrp="1"/>
          </p:cNvSpPr>
          <p:nvPr>
            <p:ph idx="4294967295"/>
          </p:nvPr>
        </p:nvSpPr>
        <p:spPr>
          <a:xfrm>
            <a:off x="2819400" y="5105400"/>
            <a:ext cx="6705600" cy="2286000"/>
          </a:xfrm>
        </p:spPr>
        <p:txBody>
          <a:bodyPr>
            <a:noAutofit/>
          </a:bodyPr>
          <a:lstStyle/>
          <a:p>
            <a:pPr>
              <a:spcBef>
                <a:spcPts val="600"/>
              </a:spcBef>
            </a:pPr>
            <a:r>
              <a:rPr lang="en-US" sz="1800" dirty="0"/>
              <a:t>There must be enough memory to hold the OS (resident monitor) and one user program</a:t>
            </a:r>
          </a:p>
          <a:p>
            <a:pPr>
              <a:spcBef>
                <a:spcPts val="600"/>
              </a:spcBef>
            </a:pPr>
            <a:r>
              <a:rPr lang="en-US" sz="1800" dirty="0"/>
              <a:t>When one job needs to wait for I/O, the processor can switch to the other job, which is likely not waiting for I/O</a:t>
            </a:r>
          </a:p>
        </p:txBody>
      </p:sp>
      <p:pic>
        <p:nvPicPr>
          <p:cNvPr id="5" name="Picture 4" descr="f5.pdf"/>
          <p:cNvPicPr>
            <a:picLocks noChangeAspect="1"/>
          </p:cNvPicPr>
          <p:nvPr/>
        </p:nvPicPr>
        <p:blipFill>
          <a:blip r:embed="rId4"/>
          <a:srcRect l="4706" t="23636" r="7059" b="48182"/>
          <a:stretch>
            <a:fillRect/>
          </a:stretch>
        </p:blipFill>
        <p:spPr>
          <a:xfrm>
            <a:off x="2590800" y="2057401"/>
            <a:ext cx="7122730" cy="2944111"/>
          </a:xfrm>
          <a:prstGeom prst="rect">
            <a:avLst/>
          </a:prstGeom>
        </p:spPr>
      </p:pic>
      <p:sp>
        <p:nvSpPr>
          <p:cNvPr id="4" name="Slide Number Placeholder 3"/>
          <p:cNvSpPr>
            <a:spLocks noGrp="1"/>
          </p:cNvSpPr>
          <p:nvPr>
            <p:ph type="sldNum" sz="quarter" idx="12"/>
          </p:nvPr>
        </p:nvSpPr>
        <p:spPr/>
        <p:txBody>
          <a:bodyPr/>
          <a:lstStyle/>
          <a:p>
            <a:pPr>
              <a:defRPr/>
            </a:pPr>
            <a:fld id="{97012834-41A2-49E3-8762-B14EE3F5CFB1}" type="slidenum">
              <a:rPr lang="en-US" smtClean="0"/>
              <a:pPr>
                <a:defRPr/>
              </a:pPr>
              <a:t>19</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mv="urn:schemas-microsoft-com:mac:vml" xmlns="">
      <p:transition spd="slow">
        <p:split orient="ver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182813" y="456253"/>
            <a:ext cx="7824788" cy="1067748"/>
          </a:xfrm>
        </p:spPr>
        <p:txBody>
          <a:bodyPr/>
          <a:lstStyle/>
          <a:p>
            <a:pPr algn="ctr"/>
            <a:r>
              <a:rPr lang="en-US" b="1" dirty="0">
                <a:ln w="1905"/>
                <a:solidFill>
                  <a:schemeClr val="accent1">
                    <a:lumMod val="75000"/>
                  </a:schemeClr>
                </a:solidFill>
                <a:effectLst>
                  <a:innerShdw blurRad="69850" dist="43180" dir="5400000">
                    <a:srgbClr val="000000">
                      <a:alpha val="65000"/>
                    </a:srgbClr>
                  </a:innerShdw>
                </a:effectLst>
              </a:rPr>
              <a:t>Multiprogramming</a:t>
            </a:r>
          </a:p>
        </p:txBody>
      </p:sp>
      <p:sp>
        <p:nvSpPr>
          <p:cNvPr id="16" name="Content Placeholder 15"/>
          <p:cNvSpPr>
            <a:spLocks noGrp="1"/>
          </p:cNvSpPr>
          <p:nvPr>
            <p:ph type="body" sz="half" idx="4294967295"/>
          </p:nvPr>
        </p:nvSpPr>
        <p:spPr>
          <a:xfrm>
            <a:off x="2057400" y="5181600"/>
            <a:ext cx="8001000" cy="1447800"/>
          </a:xfrm>
        </p:spPr>
        <p:txBody>
          <a:bodyPr>
            <a:normAutofit fontScale="92500" lnSpcReduction="20000"/>
          </a:bodyPr>
          <a:lstStyle/>
          <a:p>
            <a:r>
              <a:rPr lang="en-US" sz="2400" dirty="0"/>
              <a:t>Multiprogramming</a:t>
            </a:r>
          </a:p>
          <a:p>
            <a:pPr lvl="2"/>
            <a:r>
              <a:rPr lang="en-US" sz="2400" dirty="0"/>
              <a:t>also known as multitasking</a:t>
            </a:r>
          </a:p>
          <a:p>
            <a:pPr lvl="2"/>
            <a:r>
              <a:rPr lang="en-US" sz="2400" dirty="0"/>
              <a:t>memory is expanded to hold three, four, or more programs and switch among all of them</a:t>
            </a:r>
          </a:p>
        </p:txBody>
      </p:sp>
      <p:pic>
        <p:nvPicPr>
          <p:cNvPr id="5" name="Picture 4" descr="f5.pdf"/>
          <p:cNvPicPr>
            <a:picLocks noChangeAspect="1"/>
          </p:cNvPicPr>
          <p:nvPr/>
        </p:nvPicPr>
        <p:blipFill>
          <a:blip r:embed="rId4"/>
          <a:srcRect l="4706" t="53636" r="7059" b="12727"/>
          <a:stretch>
            <a:fillRect/>
          </a:stretch>
        </p:blipFill>
        <p:spPr>
          <a:xfrm>
            <a:off x="3048000" y="1981200"/>
            <a:ext cx="6178371" cy="3048058"/>
          </a:xfrm>
          <a:prstGeom prst="rect">
            <a:avLst/>
          </a:prstGeom>
        </p:spPr>
      </p:pic>
      <p:sp>
        <p:nvSpPr>
          <p:cNvPr id="6" name="TextBox 5"/>
          <p:cNvSpPr txBox="1"/>
          <p:nvPr/>
        </p:nvSpPr>
        <p:spPr>
          <a:xfrm>
            <a:off x="3059453" y="3876209"/>
            <a:ext cx="184666" cy="369332"/>
          </a:xfrm>
          <a:prstGeom prst="rect">
            <a:avLst/>
          </a:prstGeom>
          <a:noFill/>
        </p:spPr>
        <p:txBody>
          <a:bodyPr wrap="none" rtlCol="0">
            <a:spAutoFit/>
          </a:bodyPr>
          <a:lstStyle/>
          <a:p>
            <a:endParaRPr lang="en-US" dirty="0"/>
          </a:p>
        </p:txBody>
      </p:sp>
      <p:sp>
        <p:nvSpPr>
          <p:cNvPr id="3" name="Slide Number Placeholder 2"/>
          <p:cNvSpPr>
            <a:spLocks noGrp="1"/>
          </p:cNvSpPr>
          <p:nvPr>
            <p:ph type="sldNum" sz="quarter" idx="12"/>
          </p:nvPr>
        </p:nvSpPr>
        <p:spPr/>
        <p:txBody>
          <a:bodyPr/>
          <a:lstStyle/>
          <a:p>
            <a:pPr>
              <a:defRPr/>
            </a:pPr>
            <a:fld id="{97012834-41A2-49E3-8762-B14EE3F5CFB1}" type="slidenum">
              <a:rPr lang="en-US" smtClean="0"/>
              <a:pPr>
                <a:defRPr/>
              </a:pPr>
              <a:t>20</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mv="urn:schemas-microsoft-com:mac:vml"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n w="1905"/>
                <a:solidFill>
                  <a:schemeClr val="accent1">
                    <a:lumMod val="75000"/>
                  </a:schemeClr>
                </a:solidFill>
                <a:effectLst>
                  <a:innerShdw blurRad="69850" dist="43180" dir="5400000">
                    <a:srgbClr val="000000">
                      <a:alpha val="65000"/>
                    </a:srgbClr>
                  </a:innerShdw>
                </a:effectLst>
              </a:rPr>
              <a:t>Effects on Resource Utilization</a:t>
            </a:r>
          </a:p>
        </p:txBody>
      </p:sp>
      <p:pic>
        <p:nvPicPr>
          <p:cNvPr id="6" name="Picture 5"/>
          <p:cNvPicPr>
            <a:picLocks noChangeAspect="1"/>
          </p:cNvPicPr>
          <p:nvPr/>
        </p:nvPicPr>
        <p:blipFill>
          <a:blip r:embed="rId4"/>
          <a:stretch>
            <a:fillRect/>
          </a:stretch>
        </p:blipFill>
        <p:spPr>
          <a:xfrm>
            <a:off x="1905000" y="2590801"/>
            <a:ext cx="8458200" cy="3132011"/>
          </a:xfrm>
          <a:prstGeom prst="rect">
            <a:avLst/>
          </a:prstGeom>
        </p:spPr>
      </p:pic>
      <p:sp>
        <p:nvSpPr>
          <p:cNvPr id="7" name="Rectangle 6"/>
          <p:cNvSpPr/>
          <p:nvPr/>
        </p:nvSpPr>
        <p:spPr>
          <a:xfrm>
            <a:off x="1905000" y="5867400"/>
            <a:ext cx="8305800" cy="338554"/>
          </a:xfrm>
          <a:prstGeom prst="rect">
            <a:avLst/>
          </a:prstGeom>
        </p:spPr>
        <p:txBody>
          <a:bodyPr wrap="square">
            <a:spAutoFit/>
          </a:bodyPr>
          <a:lstStyle/>
          <a:p>
            <a:pPr algn="ctr"/>
            <a:r>
              <a:rPr lang="en-US" sz="1600" b="1" dirty="0">
                <a:latin typeface="+mn-lt"/>
              </a:rPr>
              <a:t>Table 2.2   Effects of Multiprogramming on Resource Utilization </a:t>
            </a:r>
          </a:p>
        </p:txBody>
      </p:sp>
      <p:sp>
        <p:nvSpPr>
          <p:cNvPr id="3" name="Slide Number Placeholder 2"/>
          <p:cNvSpPr>
            <a:spLocks noGrp="1"/>
          </p:cNvSpPr>
          <p:nvPr>
            <p:ph type="sldNum" sz="quarter" idx="12"/>
          </p:nvPr>
        </p:nvSpPr>
        <p:spPr/>
        <p:txBody>
          <a:bodyPr/>
          <a:lstStyle/>
          <a:p>
            <a:pPr>
              <a:defRPr/>
            </a:pPr>
            <a:fld id="{97012834-41A2-49E3-8762-B14EE3F5CFB1}" type="slidenum">
              <a:rPr lang="en-US" smtClean="0"/>
              <a:pPr>
                <a:defRPr/>
              </a:pPr>
              <a:t>21</a:t>
            </a:fld>
            <a:endParaRPr lang="en-US" dirty="0"/>
          </a:p>
        </p:txBody>
      </p:sp>
    </p:spTree>
  </p:cSld>
  <p:clrMapOvr>
    <a:masterClrMapping/>
  </p:clrMapOvr>
  <p:transition spd="slow">
    <p:randomBar dir="vert"/>
  </p:transition>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842247" y="6492876"/>
            <a:ext cx="5091953" cy="365125"/>
          </a:xfrm>
        </p:spPr>
        <p:txBody>
          <a:bodyPr/>
          <a:lstStyle/>
          <a:p>
            <a:pPr>
              <a:defRPr/>
            </a:pPr>
            <a:r>
              <a:rPr lang="en-US" dirty="0"/>
              <a:t>© 2017 Pearson Education, Inc., Hoboken, NJ. All rights reserved.</a:t>
            </a:r>
          </a:p>
        </p:txBody>
      </p:sp>
      <p:pic>
        <p:nvPicPr>
          <p:cNvPr id="4" name="Picture 3" descr="f04.pdf"/>
          <p:cNvPicPr>
            <a:picLocks noChangeAspect="1"/>
          </p:cNvPicPr>
          <p:nvPr/>
        </p:nvPicPr>
        <p:blipFill>
          <a:blip r:embed="rId4"/>
          <a:srcRect l="21176" t="9091" r="20000" b="65455"/>
          <a:stretch>
            <a:fillRect/>
          </a:stretch>
        </p:blipFill>
        <p:spPr>
          <a:xfrm>
            <a:off x="-533400" y="1447800"/>
            <a:ext cx="9372600" cy="5867400"/>
          </a:xfrm>
          <a:prstGeom prst="rect">
            <a:avLst/>
          </a:prstGeom>
        </p:spPr>
      </p:pic>
      <p:sp>
        <p:nvSpPr>
          <p:cNvPr id="2" name="Content Placeholder 2">
            <a:extLst>
              <a:ext uri="{FF2B5EF4-FFF2-40B4-BE49-F238E27FC236}">
                <a16:creationId xmlns:a16="http://schemas.microsoft.com/office/drawing/2014/main" id="{F3EBB2CF-0DD6-0304-D713-1F5692F34F61}"/>
              </a:ext>
            </a:extLst>
          </p:cNvPr>
          <p:cNvSpPr txBox="1">
            <a:spLocks/>
          </p:cNvSpPr>
          <p:nvPr/>
        </p:nvSpPr>
        <p:spPr>
          <a:xfrm>
            <a:off x="8001000" y="2133600"/>
            <a:ext cx="2667000" cy="3886200"/>
          </a:xfrm>
          <a:prstGeom prst="rect">
            <a:avLst/>
          </a:prstGeom>
        </p:spPr>
        <p:txBody>
          <a:bodyPr vert="horz" lIns="91440" tIns="45720" rIns="91440" bIns="45720" rtlCol="0">
            <a:normAutofit/>
          </a:bodyPr>
          <a:lstStyle>
            <a:lvl1pPr marL="282575" indent="-282575" algn="l" defTabSz="914400" rtl="0" eaLnBrk="1" latinLnBrk="0" hangingPunct="1">
              <a:spcBef>
                <a:spcPts val="1800"/>
              </a:spcBef>
              <a:buClr>
                <a:schemeClr val="accent1"/>
              </a:buClr>
              <a:buSzPct val="75000"/>
              <a:buFont typeface="Wingdings" pitchFamily="2" charset="2"/>
              <a:buChar char="n"/>
              <a:defRPr sz="2000" kern="1200">
                <a:solidFill>
                  <a:schemeClr val="tx1">
                    <a:lumMod val="85000"/>
                    <a:lumOff val="15000"/>
                  </a:schemeClr>
                </a:solidFill>
                <a:latin typeface="+mn-lt"/>
                <a:ea typeface="+mn-ea"/>
                <a:cs typeface="+mn-cs"/>
              </a:defRPr>
            </a:lvl1pPr>
            <a:lvl2pPr marL="577850" indent="-2952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2pPr>
            <a:lvl3pPr marL="86042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3pPr>
            <a:lvl4pPr marL="1143000"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4pPr>
            <a:lvl5pPr marL="142557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fontAlgn="auto">
              <a:spcAft>
                <a:spcPts val="0"/>
              </a:spcAft>
            </a:pPr>
            <a:r>
              <a:rPr lang="en-NZ" sz="2800"/>
              <a:t>Processor is often idle </a:t>
            </a:r>
          </a:p>
          <a:p>
            <a:pPr lvl="2" fontAlgn="auto">
              <a:spcAft>
                <a:spcPts val="0"/>
              </a:spcAft>
            </a:pPr>
            <a:r>
              <a:rPr lang="en-NZ" sz="2200"/>
              <a:t>even with automatic job sequencing</a:t>
            </a:r>
          </a:p>
          <a:p>
            <a:pPr lvl="2" fontAlgn="auto">
              <a:spcAft>
                <a:spcPts val="0"/>
              </a:spcAft>
            </a:pPr>
            <a:r>
              <a:rPr lang="en-NZ" sz="2200"/>
              <a:t>I/O devices are slow compared to processor</a:t>
            </a:r>
          </a:p>
          <a:p>
            <a:pPr fontAlgn="auto">
              <a:spcAft>
                <a:spcPts val="0"/>
              </a:spcAft>
            </a:pPr>
            <a:endParaRPr lang="en-NZ" dirty="0"/>
          </a:p>
        </p:txBody>
      </p:sp>
      <p:sp>
        <p:nvSpPr>
          <p:cNvPr id="5" name="Title 1">
            <a:extLst>
              <a:ext uri="{FF2B5EF4-FFF2-40B4-BE49-F238E27FC236}">
                <a16:creationId xmlns:a16="http://schemas.microsoft.com/office/drawing/2014/main" id="{14DEF445-9067-3368-A544-D9EF6E1DA845}"/>
              </a:ext>
            </a:extLst>
          </p:cNvPr>
          <p:cNvSpPr txBox="1">
            <a:spLocks/>
          </p:cNvSpPr>
          <p:nvPr/>
        </p:nvSpPr>
        <p:spPr>
          <a:xfrm>
            <a:off x="878417" y="762000"/>
            <a:ext cx="10433051" cy="1017294"/>
          </a:xfrm>
          <a:prstGeom prst="rect">
            <a:avLst/>
          </a:prstGeom>
        </p:spPr>
        <p:txBody>
          <a:bodyPr/>
          <a:lstStyle>
            <a:lvl1pPr algn="r" defTabSz="914400" rtl="0" eaLnBrk="1" latinLnBrk="0" hangingPunct="1">
              <a:lnSpc>
                <a:spcPts val="5400"/>
              </a:lnSpc>
              <a:spcBef>
                <a:spcPct val="0"/>
              </a:spcBef>
              <a:buNone/>
              <a:defRPr sz="5200" kern="1200">
                <a:solidFill>
                  <a:schemeClr val="bg1"/>
                </a:solidFill>
                <a:effectLst>
                  <a:outerShdw blurRad="50800" dist="38100" dir="2700000" algn="tl" rotWithShape="0">
                    <a:prstClr val="black">
                      <a:alpha val="40000"/>
                    </a:prstClr>
                  </a:outerShdw>
                </a:effectLst>
                <a:latin typeface="+mj-lt"/>
                <a:ea typeface="+mj-ea"/>
                <a:cs typeface="+mj-cs"/>
              </a:defRPr>
            </a:lvl1pPr>
          </a:lstStyle>
          <a:p>
            <a:pPr algn="ctr" fontAlgn="auto">
              <a:spcAft>
                <a:spcPts val="0"/>
              </a:spcAft>
            </a:pPr>
            <a:r>
              <a:rPr lang="en-NZ" sz="4800" b="1" dirty="0">
                <a:ln w="1905"/>
                <a:solidFill>
                  <a:schemeClr val="accent1">
                    <a:lumMod val="75000"/>
                  </a:schemeClr>
                </a:solidFill>
                <a:effectLst>
                  <a:innerShdw blurRad="69850" dist="43180" dir="5400000">
                    <a:srgbClr val="000000">
                      <a:alpha val="65000"/>
                    </a:srgbClr>
                  </a:innerShdw>
                </a:effectLst>
              </a:rPr>
              <a:t>System Utilisation</a:t>
            </a:r>
          </a:p>
        </p:txBody>
      </p:sp>
    </p:spTree>
    <p:extLst>
      <p:ext uri="{BB962C8B-B14F-4D97-AF65-F5344CB8AC3E}">
        <p14:creationId xmlns:p14="http://schemas.microsoft.com/office/powerpoint/2010/main" val="39343853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tile tx="0" ty="0" sx="100000" sy="100000" flip="none" algn="tl"/>
        </a:blip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6AE7690-DC70-5B9C-3CEF-E4D256C8C745}"/>
              </a:ext>
            </a:extLst>
          </p:cNvPr>
          <p:cNvSpPr>
            <a:spLocks noGrp="1"/>
          </p:cNvSpPr>
          <p:nvPr>
            <p:ph type="sldNum" sz="quarter" idx="12"/>
          </p:nvPr>
        </p:nvSpPr>
        <p:spPr/>
        <p:txBody>
          <a:bodyPr/>
          <a:lstStyle/>
          <a:p>
            <a:pPr>
              <a:defRPr/>
            </a:pPr>
            <a:fld id="{0A9A6F0D-A611-4358-861D-7B01E8303898}" type="slidenum">
              <a:rPr lang="en-US" smtClean="0"/>
              <a:pPr>
                <a:defRPr/>
              </a:pPr>
              <a:t>23</a:t>
            </a:fld>
            <a:endParaRPr lang="en-US" dirty="0"/>
          </a:p>
        </p:txBody>
      </p:sp>
      <p:sp>
        <p:nvSpPr>
          <p:cNvPr id="3" name="TextBox 2">
            <a:extLst>
              <a:ext uri="{FF2B5EF4-FFF2-40B4-BE49-F238E27FC236}">
                <a16:creationId xmlns:a16="http://schemas.microsoft.com/office/drawing/2014/main" id="{174BA8D4-A5F3-0BAF-38EB-58D9EE590182}"/>
              </a:ext>
            </a:extLst>
          </p:cNvPr>
          <p:cNvSpPr txBox="1"/>
          <p:nvPr/>
        </p:nvSpPr>
        <p:spPr>
          <a:xfrm>
            <a:off x="914400" y="685800"/>
            <a:ext cx="10439400" cy="1107996"/>
          </a:xfrm>
          <a:prstGeom prst="rect">
            <a:avLst/>
          </a:prstGeom>
          <a:noFill/>
        </p:spPr>
        <p:txBody>
          <a:bodyPr wrap="square" rtlCol="0">
            <a:spAutoFit/>
          </a:bodyPr>
          <a:lstStyle/>
          <a:p>
            <a:r>
              <a:rPr lang="en-GB" sz="6600" dirty="0">
                <a:solidFill>
                  <a:schemeClr val="accent1"/>
                </a:solidFill>
              </a:rPr>
              <a:t>Class Activity 2</a:t>
            </a:r>
          </a:p>
        </p:txBody>
      </p:sp>
      <p:sp>
        <p:nvSpPr>
          <p:cNvPr id="6" name="TextBox 5">
            <a:extLst>
              <a:ext uri="{FF2B5EF4-FFF2-40B4-BE49-F238E27FC236}">
                <a16:creationId xmlns:a16="http://schemas.microsoft.com/office/drawing/2014/main" id="{FD390FCD-E5D7-7AD0-D2BF-D6BCBFF3BC24}"/>
              </a:ext>
            </a:extLst>
          </p:cNvPr>
          <p:cNvSpPr txBox="1"/>
          <p:nvPr/>
        </p:nvSpPr>
        <p:spPr>
          <a:xfrm>
            <a:off x="860488" y="3256777"/>
            <a:ext cx="6911912" cy="2677656"/>
          </a:xfrm>
          <a:prstGeom prst="rect">
            <a:avLst/>
          </a:prstGeom>
          <a:noFill/>
        </p:spPr>
        <p:txBody>
          <a:bodyPr wrap="square">
            <a:spAutoFit/>
          </a:bodyPr>
          <a:lstStyle/>
          <a:p>
            <a:r>
              <a:rPr lang="en-GB" sz="2800" dirty="0"/>
              <a:t>Jude’s brand new system executes 100 instructions in 10 microseconds. If the system reads one record from a file in 10 microseconds and writes one record to a file in 20 microseconds. What is the percentage CPU Utilisation?</a:t>
            </a:r>
          </a:p>
        </p:txBody>
      </p:sp>
      <p:sp>
        <p:nvSpPr>
          <p:cNvPr id="8" name="TextBox 7">
            <a:extLst>
              <a:ext uri="{FF2B5EF4-FFF2-40B4-BE49-F238E27FC236}">
                <a16:creationId xmlns:a16="http://schemas.microsoft.com/office/drawing/2014/main" id="{646D9074-1C8A-7FD1-3F23-902A49580C88}"/>
              </a:ext>
            </a:extLst>
          </p:cNvPr>
          <p:cNvSpPr txBox="1"/>
          <p:nvPr/>
        </p:nvSpPr>
        <p:spPr>
          <a:xfrm>
            <a:off x="1447800" y="2514600"/>
            <a:ext cx="6096000" cy="523220"/>
          </a:xfrm>
          <a:prstGeom prst="rect">
            <a:avLst/>
          </a:prstGeom>
          <a:noFill/>
        </p:spPr>
        <p:txBody>
          <a:bodyPr wrap="square">
            <a:spAutoFit/>
          </a:bodyPr>
          <a:lstStyle/>
          <a:p>
            <a:r>
              <a:rPr lang="en-GB" sz="2800" dirty="0">
                <a:hlinkClick r:id="rId3"/>
              </a:rPr>
              <a:t>https://www.menti.com/alyuefv5k6sc</a:t>
            </a:r>
            <a:r>
              <a:rPr lang="en-GB" sz="2800" dirty="0"/>
              <a:t> </a:t>
            </a:r>
          </a:p>
        </p:txBody>
      </p:sp>
      <p:pic>
        <p:nvPicPr>
          <p:cNvPr id="1026" name="Picture 2">
            <a:extLst>
              <a:ext uri="{FF2B5EF4-FFF2-40B4-BE49-F238E27FC236}">
                <a16:creationId xmlns:a16="http://schemas.microsoft.com/office/drawing/2014/main" id="{D75BB345-4E8D-3106-1715-F93E253B72D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400" t="6680" r="5599" b="6920"/>
          <a:stretch/>
        </p:blipFill>
        <p:spPr bwMode="auto">
          <a:xfrm>
            <a:off x="7972097" y="2492316"/>
            <a:ext cx="4191000" cy="4114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9058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876800" y="228601"/>
            <a:ext cx="7519988" cy="1296347"/>
          </a:xfrm>
        </p:spPr>
        <p:txBody>
          <a:bodyPr/>
          <a:lstStyle/>
          <a:p>
            <a:pPr algn="l"/>
            <a:r>
              <a:rPr lang="en-US" b="1" dirty="0">
                <a:ln w="1905"/>
                <a:solidFill>
                  <a:schemeClr val="accent1">
                    <a:lumMod val="75000"/>
                  </a:schemeClr>
                </a:solidFill>
                <a:effectLst>
                  <a:innerShdw blurRad="69850" dist="43180" dir="5400000">
                    <a:srgbClr val="000000">
                      <a:alpha val="65000"/>
                    </a:srgbClr>
                  </a:innerShdw>
                </a:effectLst>
              </a:rPr>
              <a:t>Process</a:t>
            </a:r>
          </a:p>
        </p:txBody>
      </p:sp>
      <p:sp>
        <p:nvSpPr>
          <p:cNvPr id="3" name="Content Placeholder 2"/>
          <p:cNvSpPr>
            <a:spLocks noGrp="1"/>
          </p:cNvSpPr>
          <p:nvPr>
            <p:ph idx="4294967295"/>
          </p:nvPr>
        </p:nvSpPr>
        <p:spPr>
          <a:xfrm>
            <a:off x="1981200" y="2133600"/>
            <a:ext cx="8229600" cy="4267200"/>
          </a:xfrm>
        </p:spPr>
        <p:txBody>
          <a:bodyPr>
            <a:noAutofit/>
          </a:bodyPr>
          <a:lstStyle/>
          <a:p>
            <a:r>
              <a:rPr lang="en-US" sz="2800" dirty="0"/>
              <a:t>Fundamental to the structure of operating systems</a:t>
            </a:r>
          </a:p>
        </p:txBody>
      </p:sp>
      <p:pic>
        <p:nvPicPr>
          <p:cNvPr id="6" name="Picture 5"/>
          <p:cNvPicPr>
            <a:picLocks noChangeAspect="1"/>
          </p:cNvPicPr>
          <p:nvPr/>
        </p:nvPicPr>
        <p:blipFill>
          <a:blip r:embed="rId4"/>
          <a:stretch>
            <a:fillRect/>
          </a:stretch>
        </p:blipFill>
        <p:spPr>
          <a:xfrm>
            <a:off x="8686800" y="381001"/>
            <a:ext cx="1511300" cy="1489237"/>
          </a:xfrm>
          <a:prstGeom prst="rect">
            <a:avLst/>
          </a:prstGeom>
        </p:spPr>
      </p:pic>
      <p:graphicFrame>
        <p:nvGraphicFramePr>
          <p:cNvPr id="5" name="Diagram 4"/>
          <p:cNvGraphicFramePr/>
          <p:nvPr/>
        </p:nvGraphicFramePr>
        <p:xfrm>
          <a:off x="2514600" y="3048000"/>
          <a:ext cx="7543800" cy="33528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4" name="Slide Number Placeholder 3"/>
          <p:cNvSpPr>
            <a:spLocks noGrp="1"/>
          </p:cNvSpPr>
          <p:nvPr>
            <p:ph type="sldNum" sz="quarter" idx="12"/>
          </p:nvPr>
        </p:nvSpPr>
        <p:spPr/>
        <p:txBody>
          <a:bodyPr/>
          <a:lstStyle/>
          <a:p>
            <a:pPr>
              <a:defRPr/>
            </a:pPr>
            <a:fld id="{97012834-41A2-49E3-8762-B14EE3F5CFB1}" type="slidenum">
              <a:rPr lang="en-US" smtClean="0"/>
              <a:pPr>
                <a:defRPr/>
              </a:pPr>
              <a:t>24</a:t>
            </a:fld>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schemeClr val="accent1">
                    <a:lumMod val="75000"/>
                  </a:schemeClr>
                </a:solidFill>
              </a:rPr>
              <a:t>Development of the Process</a:t>
            </a:r>
          </a:p>
        </p:txBody>
      </p:sp>
      <p:sp>
        <p:nvSpPr>
          <p:cNvPr id="4" name="TextBox 3"/>
          <p:cNvSpPr txBox="1"/>
          <p:nvPr/>
        </p:nvSpPr>
        <p:spPr>
          <a:xfrm>
            <a:off x="1981200" y="2133601"/>
            <a:ext cx="8153400" cy="1538883"/>
          </a:xfrm>
          <a:prstGeom prst="rect">
            <a:avLst/>
          </a:prstGeom>
          <a:noFill/>
        </p:spPr>
        <p:txBody>
          <a:bodyPr wrap="square" rtlCol="0">
            <a:spAutoFit/>
          </a:bodyPr>
          <a:lstStyle/>
          <a:p>
            <a:pPr>
              <a:buClr>
                <a:schemeClr val="accent1">
                  <a:lumMod val="75000"/>
                </a:schemeClr>
              </a:buClr>
              <a:buSzPct val="150000"/>
              <a:buFont typeface="Wingdings" charset="2"/>
              <a:buChar char="§"/>
            </a:pPr>
            <a:r>
              <a:rPr lang="en-US" sz="2400" dirty="0"/>
              <a:t> </a:t>
            </a:r>
            <a:r>
              <a:rPr lang="en-US" sz="2400" dirty="0">
                <a:latin typeface="+mn-lt"/>
              </a:rPr>
              <a:t>Three major lines of computer system development created   </a:t>
            </a:r>
          </a:p>
          <a:p>
            <a:pPr>
              <a:buClr>
                <a:schemeClr val="accent1">
                  <a:lumMod val="75000"/>
                </a:schemeClr>
              </a:buClr>
              <a:buSzPct val="150000"/>
            </a:pPr>
            <a:r>
              <a:rPr lang="en-US" sz="2400" dirty="0">
                <a:latin typeface="+mn-lt"/>
              </a:rPr>
              <a:t>    problems in timing and synchronization that contributed to  </a:t>
            </a:r>
          </a:p>
          <a:p>
            <a:pPr>
              <a:buClr>
                <a:schemeClr val="accent1">
                  <a:lumMod val="75000"/>
                </a:schemeClr>
              </a:buClr>
              <a:buSzPct val="150000"/>
            </a:pPr>
            <a:r>
              <a:rPr lang="en-US" sz="2400" dirty="0">
                <a:latin typeface="+mn-lt"/>
              </a:rPr>
              <a:t>    the development:</a:t>
            </a:r>
          </a:p>
          <a:p>
            <a:pPr>
              <a:buClr>
                <a:schemeClr val="accent1">
                  <a:lumMod val="75000"/>
                </a:schemeClr>
              </a:buClr>
              <a:buSzPct val="150000"/>
            </a:pPr>
            <a:endParaRPr lang="en-US" sz="2200" dirty="0"/>
          </a:p>
        </p:txBody>
      </p:sp>
      <p:graphicFrame>
        <p:nvGraphicFramePr>
          <p:cNvPr id="5" name="Diagram 4"/>
          <p:cNvGraphicFramePr/>
          <p:nvPr/>
        </p:nvGraphicFramePr>
        <p:xfrm>
          <a:off x="1905000" y="3505200"/>
          <a:ext cx="8382000" cy="30226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Slide Number Placeholder 2"/>
          <p:cNvSpPr>
            <a:spLocks noGrp="1"/>
          </p:cNvSpPr>
          <p:nvPr>
            <p:ph type="sldNum" sz="quarter" idx="12"/>
          </p:nvPr>
        </p:nvSpPr>
        <p:spPr/>
        <p:txBody>
          <a:bodyPr/>
          <a:lstStyle/>
          <a:p>
            <a:pPr>
              <a:defRPr/>
            </a:pPr>
            <a:fld id="{97012834-41A2-49E3-8762-B14EE3F5CFB1}" type="slidenum">
              <a:rPr lang="en-US" smtClean="0"/>
              <a:pPr>
                <a:defRPr/>
              </a:pPr>
              <a:t>25</a:t>
            </a:fld>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657600" y="457200"/>
            <a:ext cx="7824788" cy="1143948"/>
          </a:xfrm>
        </p:spPr>
        <p:txBody>
          <a:bodyPr/>
          <a:lstStyle/>
          <a:p>
            <a:pPr algn="l"/>
            <a:r>
              <a:rPr lang="en-US" b="1" dirty="0">
                <a:solidFill>
                  <a:schemeClr val="accent1">
                    <a:lumMod val="75000"/>
                  </a:schemeClr>
                </a:solidFill>
              </a:rPr>
              <a:t>Causes of Errors</a:t>
            </a:r>
          </a:p>
        </p:txBody>
      </p:sp>
      <p:sp>
        <p:nvSpPr>
          <p:cNvPr id="3" name="Content Placeholder 2"/>
          <p:cNvSpPr>
            <a:spLocks noGrp="1"/>
          </p:cNvSpPr>
          <p:nvPr>
            <p:ph sz="half" idx="1"/>
          </p:nvPr>
        </p:nvSpPr>
        <p:spPr>
          <a:xfrm>
            <a:off x="6858000" y="2209800"/>
            <a:ext cx="3505200" cy="2133600"/>
          </a:xfrm>
        </p:spPr>
        <p:txBody>
          <a:bodyPr>
            <a:normAutofit fontScale="92500" lnSpcReduction="20000"/>
          </a:bodyPr>
          <a:lstStyle/>
          <a:p>
            <a:r>
              <a:rPr lang="en-US" sz="2378" b="1" dirty="0"/>
              <a:t>Nondeterminate program operation</a:t>
            </a:r>
          </a:p>
          <a:p>
            <a:pPr lvl="1"/>
            <a:r>
              <a:rPr lang="en-US" sz="1838" dirty="0"/>
              <a:t>program execution is interleaved by the processor when memory is shared</a:t>
            </a:r>
          </a:p>
          <a:p>
            <a:pPr lvl="1"/>
            <a:r>
              <a:rPr lang="en-US" sz="1838" dirty="0"/>
              <a:t>the order in which programs are scheduled may affect their outcome</a:t>
            </a:r>
          </a:p>
        </p:txBody>
      </p:sp>
      <p:sp>
        <p:nvSpPr>
          <p:cNvPr id="4" name="Content Placeholder 3"/>
          <p:cNvSpPr>
            <a:spLocks noGrp="1"/>
          </p:cNvSpPr>
          <p:nvPr>
            <p:ph sz="half" idx="13"/>
          </p:nvPr>
        </p:nvSpPr>
        <p:spPr>
          <a:xfrm>
            <a:off x="6934200" y="4267200"/>
            <a:ext cx="3429000" cy="2250234"/>
          </a:xfrm>
        </p:spPr>
        <p:txBody>
          <a:bodyPr>
            <a:normAutofit/>
          </a:bodyPr>
          <a:lstStyle/>
          <a:p>
            <a:pPr>
              <a:lnSpc>
                <a:spcPct val="90000"/>
              </a:lnSpc>
            </a:pPr>
            <a:r>
              <a:rPr lang="en-US" sz="2200" b="1" dirty="0"/>
              <a:t>Deadlocks</a:t>
            </a:r>
          </a:p>
          <a:p>
            <a:pPr lvl="1"/>
            <a:r>
              <a:rPr lang="en-US" sz="1700" dirty="0"/>
              <a:t>it is possible for two or more programs to be hung up waiting for each other</a:t>
            </a:r>
          </a:p>
          <a:p>
            <a:pPr lvl="1"/>
            <a:r>
              <a:rPr lang="en-US" sz="1700" dirty="0"/>
              <a:t>may depend on the chance timing of resource allocation and release</a:t>
            </a:r>
          </a:p>
        </p:txBody>
      </p:sp>
      <p:sp>
        <p:nvSpPr>
          <p:cNvPr id="5" name="Content Placeholder 4"/>
          <p:cNvSpPr>
            <a:spLocks noGrp="1"/>
          </p:cNvSpPr>
          <p:nvPr>
            <p:ph sz="half" idx="14"/>
          </p:nvPr>
        </p:nvSpPr>
        <p:spPr>
          <a:xfrm>
            <a:off x="1905000" y="2209801"/>
            <a:ext cx="3505200" cy="2057399"/>
          </a:xfrm>
        </p:spPr>
        <p:txBody>
          <a:bodyPr>
            <a:normAutofit fontScale="92500" lnSpcReduction="10000"/>
          </a:bodyPr>
          <a:lstStyle/>
          <a:p>
            <a:pPr>
              <a:lnSpc>
                <a:spcPct val="90000"/>
              </a:lnSpc>
            </a:pPr>
            <a:r>
              <a:rPr lang="en-US" sz="2378" b="1" dirty="0"/>
              <a:t>Improper synchronization</a:t>
            </a:r>
          </a:p>
          <a:p>
            <a:pPr lvl="1"/>
            <a:r>
              <a:rPr lang="en-US" dirty="0"/>
              <a:t>a program must wait until the data are available in a buffer</a:t>
            </a:r>
          </a:p>
          <a:p>
            <a:pPr lvl="1"/>
            <a:r>
              <a:rPr lang="en-US" dirty="0"/>
              <a:t>improper design of the signaling mechanism can result in loss or duplication</a:t>
            </a:r>
          </a:p>
        </p:txBody>
      </p:sp>
      <p:sp>
        <p:nvSpPr>
          <p:cNvPr id="6" name="Content Placeholder 5"/>
          <p:cNvSpPr>
            <a:spLocks noGrp="1"/>
          </p:cNvSpPr>
          <p:nvPr>
            <p:ph sz="half" idx="15"/>
          </p:nvPr>
        </p:nvSpPr>
        <p:spPr>
          <a:xfrm>
            <a:off x="1905000" y="4419600"/>
            <a:ext cx="3429000" cy="2097834"/>
          </a:xfrm>
        </p:spPr>
        <p:txBody>
          <a:bodyPr>
            <a:normAutofit fontScale="92500" lnSpcReduction="20000"/>
          </a:bodyPr>
          <a:lstStyle/>
          <a:p>
            <a:r>
              <a:rPr lang="en-US" sz="2353" b="1" dirty="0"/>
              <a:t>Failed mutual exclusion</a:t>
            </a:r>
          </a:p>
          <a:p>
            <a:pPr lvl="1"/>
            <a:r>
              <a:rPr lang="en-US" dirty="0"/>
              <a:t>more than one user or program attempts to make use of a shared resource at the same time</a:t>
            </a:r>
          </a:p>
          <a:p>
            <a:pPr lvl="1"/>
            <a:r>
              <a:rPr lang="en-US" dirty="0"/>
              <a:t>only one routine at a time allowed to perform an update against the file</a:t>
            </a:r>
          </a:p>
        </p:txBody>
      </p:sp>
      <p:pic>
        <p:nvPicPr>
          <p:cNvPr id="9" name="Picture 8"/>
          <p:cNvPicPr>
            <a:picLocks noChangeAspect="1"/>
          </p:cNvPicPr>
          <p:nvPr/>
        </p:nvPicPr>
        <p:blipFill>
          <a:blip r:embed="rId4"/>
          <a:stretch>
            <a:fillRect/>
          </a:stretch>
        </p:blipFill>
        <p:spPr>
          <a:xfrm>
            <a:off x="5334000" y="3505200"/>
            <a:ext cx="1538288" cy="1447800"/>
          </a:xfrm>
          <a:prstGeom prst="rect">
            <a:avLst/>
          </a:prstGeom>
        </p:spPr>
      </p:pic>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26</a:t>
            </a:fld>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182813" y="456253"/>
            <a:ext cx="7824788" cy="1143948"/>
          </a:xfrm>
        </p:spPr>
        <p:txBody>
          <a:bodyPr/>
          <a:lstStyle/>
          <a:p>
            <a:pPr algn="ctr"/>
            <a:r>
              <a:rPr lang="en-NZ" b="1" dirty="0">
                <a:ln w="1905"/>
                <a:solidFill>
                  <a:schemeClr val="accent1">
                    <a:lumMod val="75000"/>
                  </a:schemeClr>
                </a:solidFill>
                <a:effectLst>
                  <a:innerShdw blurRad="69850" dist="43180" dir="5400000">
                    <a:srgbClr val="000000">
                      <a:alpha val="65000"/>
                    </a:srgbClr>
                  </a:innerShdw>
                </a:effectLst>
              </a:rPr>
              <a:t>Major Achievements</a:t>
            </a:r>
          </a:p>
        </p:txBody>
      </p:sp>
      <p:sp>
        <p:nvSpPr>
          <p:cNvPr id="3" name="Content Placeholder 2"/>
          <p:cNvSpPr>
            <a:spLocks noGrp="1"/>
          </p:cNvSpPr>
          <p:nvPr>
            <p:ph sz="half" idx="1"/>
          </p:nvPr>
        </p:nvSpPr>
        <p:spPr>
          <a:xfrm>
            <a:off x="2133600" y="2057401"/>
            <a:ext cx="7848600" cy="4114799"/>
          </a:xfrm>
        </p:spPr>
        <p:txBody>
          <a:bodyPr>
            <a:normAutofit/>
          </a:bodyPr>
          <a:lstStyle/>
          <a:p>
            <a:r>
              <a:rPr lang="en-NZ" sz="3000" dirty="0"/>
              <a:t>Operating Systems are among the most complex pieces of software ever developed</a:t>
            </a:r>
          </a:p>
        </p:txBody>
      </p:sp>
      <p:graphicFrame>
        <p:nvGraphicFramePr>
          <p:cNvPr id="6" name="Diagram 5"/>
          <p:cNvGraphicFramePr/>
          <p:nvPr>
            <p:extLst>
              <p:ext uri="{D42A27DB-BD31-4B8C-83A1-F6EECF244321}">
                <p14:modId xmlns:p14="http://schemas.microsoft.com/office/powerpoint/2010/main" val="2185213180"/>
              </p:ext>
            </p:extLst>
          </p:nvPr>
        </p:nvGraphicFramePr>
        <p:xfrm>
          <a:off x="1981200" y="3276600"/>
          <a:ext cx="8229600" cy="30226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Slide Number Placeholder 3"/>
          <p:cNvSpPr>
            <a:spLocks noGrp="1"/>
          </p:cNvSpPr>
          <p:nvPr>
            <p:ph type="sldNum" sz="quarter" idx="12"/>
          </p:nvPr>
        </p:nvSpPr>
        <p:spPr/>
        <p:txBody>
          <a:bodyPr/>
          <a:lstStyle/>
          <a:p>
            <a:pPr>
              <a:defRPr/>
            </a:pPr>
            <a:fld id="{E4367C90-D8D8-4A11-9BC3-E7451ACC5EB2}" type="slidenum">
              <a:rPr lang="en-US" smtClean="0"/>
              <a:pPr>
                <a:defRPr/>
              </a:pPr>
              <a:t>27</a:t>
            </a:fld>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tile tx="0" ty="0" sx="100000" sy="100000" flip="none" algn="tl"/>
        </a:blip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8A59DE1-4AFE-C39B-EA16-F250DA6F795B}"/>
              </a:ext>
            </a:extLst>
          </p:cNvPr>
          <p:cNvSpPr>
            <a:spLocks noGrp="1"/>
          </p:cNvSpPr>
          <p:nvPr>
            <p:ph type="sldNum" sz="quarter" idx="12"/>
          </p:nvPr>
        </p:nvSpPr>
        <p:spPr/>
        <p:txBody>
          <a:bodyPr/>
          <a:lstStyle/>
          <a:p>
            <a:pPr>
              <a:defRPr/>
            </a:pPr>
            <a:fld id="{0A9A6F0D-A611-4358-861D-7B01E8303898}" type="slidenum">
              <a:rPr lang="en-US" smtClean="0"/>
              <a:pPr>
                <a:defRPr/>
              </a:pPr>
              <a:t>28</a:t>
            </a:fld>
            <a:endParaRPr lang="en-US" dirty="0"/>
          </a:p>
        </p:txBody>
      </p:sp>
      <p:sp>
        <p:nvSpPr>
          <p:cNvPr id="4" name="TextBox 3">
            <a:extLst>
              <a:ext uri="{FF2B5EF4-FFF2-40B4-BE49-F238E27FC236}">
                <a16:creationId xmlns:a16="http://schemas.microsoft.com/office/drawing/2014/main" id="{4F86695F-50F3-4197-9DB6-A8326BA8CAD5}"/>
              </a:ext>
            </a:extLst>
          </p:cNvPr>
          <p:cNvSpPr txBox="1"/>
          <p:nvPr/>
        </p:nvSpPr>
        <p:spPr>
          <a:xfrm>
            <a:off x="470729" y="3110018"/>
            <a:ext cx="5794312" cy="1815882"/>
          </a:xfrm>
          <a:prstGeom prst="rect">
            <a:avLst/>
          </a:prstGeom>
          <a:noFill/>
        </p:spPr>
        <p:txBody>
          <a:bodyPr wrap="square">
            <a:spAutoFit/>
          </a:bodyPr>
          <a:lstStyle/>
          <a:p>
            <a:pPr algn="just"/>
            <a:r>
              <a:rPr lang="en-GB" sz="2800" b="1" i="0" dirty="0">
                <a:solidFill>
                  <a:srgbClr val="000000"/>
                </a:solidFill>
                <a:effectLst/>
                <a:latin typeface="arial" panose="020B0604020202020204" pitchFamily="34" charset="0"/>
              </a:rPr>
              <a:t>A special type of programming language used to provide instructions to the monitor</a:t>
            </a:r>
          </a:p>
          <a:p>
            <a:pPr algn="just"/>
            <a:r>
              <a:rPr lang="en-GB" sz="2800" b="1" i="0" dirty="0">
                <a:solidFill>
                  <a:srgbClr val="000000"/>
                </a:solidFill>
                <a:effectLst/>
                <a:latin typeface="arial" panose="020B0604020202020204" pitchFamily="34" charset="0"/>
              </a:rPr>
              <a:t>      is _</a:t>
            </a:r>
          </a:p>
        </p:txBody>
      </p:sp>
      <p:sp>
        <p:nvSpPr>
          <p:cNvPr id="5" name="TextBox 4">
            <a:extLst>
              <a:ext uri="{FF2B5EF4-FFF2-40B4-BE49-F238E27FC236}">
                <a16:creationId xmlns:a16="http://schemas.microsoft.com/office/drawing/2014/main" id="{43629AB0-3A21-A369-030F-78D324E87A94}"/>
              </a:ext>
            </a:extLst>
          </p:cNvPr>
          <p:cNvSpPr txBox="1"/>
          <p:nvPr/>
        </p:nvSpPr>
        <p:spPr>
          <a:xfrm>
            <a:off x="838200" y="685800"/>
            <a:ext cx="10439400" cy="1200329"/>
          </a:xfrm>
          <a:prstGeom prst="rect">
            <a:avLst/>
          </a:prstGeom>
          <a:noFill/>
        </p:spPr>
        <p:txBody>
          <a:bodyPr wrap="square" rtlCol="0">
            <a:spAutoFit/>
          </a:bodyPr>
          <a:lstStyle/>
          <a:p>
            <a:r>
              <a:rPr lang="en-GB" sz="7200" dirty="0">
                <a:solidFill>
                  <a:schemeClr val="accent1"/>
                </a:solidFill>
              </a:rPr>
              <a:t>Class Activity 3</a:t>
            </a:r>
          </a:p>
        </p:txBody>
      </p:sp>
      <p:sp>
        <p:nvSpPr>
          <p:cNvPr id="7" name="TextBox 6">
            <a:extLst>
              <a:ext uri="{FF2B5EF4-FFF2-40B4-BE49-F238E27FC236}">
                <a16:creationId xmlns:a16="http://schemas.microsoft.com/office/drawing/2014/main" id="{9D6176C1-BC6E-A4B8-DD87-9B613BD186A0}"/>
              </a:ext>
            </a:extLst>
          </p:cNvPr>
          <p:cNvSpPr txBox="1"/>
          <p:nvPr/>
        </p:nvSpPr>
        <p:spPr>
          <a:xfrm>
            <a:off x="806669" y="5353178"/>
            <a:ext cx="6096000" cy="369332"/>
          </a:xfrm>
          <a:prstGeom prst="rect">
            <a:avLst/>
          </a:prstGeom>
          <a:noFill/>
        </p:spPr>
        <p:txBody>
          <a:bodyPr wrap="square">
            <a:spAutoFit/>
          </a:bodyPr>
          <a:lstStyle/>
          <a:p>
            <a:r>
              <a:rPr lang="en-GB" dirty="0">
                <a:hlinkClick r:id="rId3"/>
              </a:rPr>
              <a:t>https://www.menti.com/alyuefv5k6sc</a:t>
            </a:r>
            <a:r>
              <a:rPr lang="en-GB" dirty="0"/>
              <a:t> </a:t>
            </a:r>
          </a:p>
        </p:txBody>
      </p:sp>
      <p:pic>
        <p:nvPicPr>
          <p:cNvPr id="4098" name="Picture 2">
            <a:extLst>
              <a:ext uri="{FF2B5EF4-FFF2-40B4-BE49-F238E27FC236}">
                <a16:creationId xmlns:a16="http://schemas.microsoft.com/office/drawing/2014/main" id="{A8FD7F54-970D-1541-E4F5-02CE10678EC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02669" y="2095500"/>
            <a:ext cx="4762500" cy="476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08379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828800" y="457201"/>
            <a:ext cx="8153400" cy="1323041"/>
          </a:xfrm>
        </p:spPr>
        <p:txBody>
          <a:bodyPr/>
          <a:lstStyle/>
          <a:p>
            <a:pPr algn="ctr"/>
            <a:r>
              <a:rPr lang="en-US" b="1" dirty="0">
                <a:ln w="1905"/>
                <a:solidFill>
                  <a:schemeClr val="accent1">
                    <a:lumMod val="75000"/>
                  </a:schemeClr>
                </a:solidFill>
                <a:effectLst>
                  <a:innerShdw blurRad="69850" dist="43180" dir="5400000">
                    <a:srgbClr val="000000">
                      <a:alpha val="65000"/>
                    </a:srgbClr>
                  </a:innerShdw>
                </a:effectLst>
              </a:rPr>
              <a:t>Components of </a:t>
            </a:r>
            <a:br>
              <a:rPr lang="en-US" b="1" dirty="0">
                <a:ln w="1905"/>
                <a:solidFill>
                  <a:schemeClr val="accent1">
                    <a:lumMod val="75000"/>
                  </a:schemeClr>
                </a:solidFill>
                <a:effectLst>
                  <a:innerShdw blurRad="69850" dist="43180" dir="5400000">
                    <a:srgbClr val="000000">
                      <a:alpha val="65000"/>
                    </a:srgbClr>
                  </a:innerShdw>
                </a:effectLst>
              </a:rPr>
            </a:br>
            <a:r>
              <a:rPr lang="en-US" b="1" dirty="0">
                <a:ln w="1905"/>
                <a:solidFill>
                  <a:schemeClr val="accent1">
                    <a:lumMod val="75000"/>
                  </a:schemeClr>
                </a:solidFill>
                <a:effectLst>
                  <a:innerShdw blurRad="69850" dist="43180" dir="5400000">
                    <a:srgbClr val="000000">
                      <a:alpha val="65000"/>
                    </a:srgbClr>
                  </a:innerShdw>
                </a:effectLst>
              </a:rPr>
              <a:t>a Process</a:t>
            </a:r>
          </a:p>
        </p:txBody>
      </p:sp>
      <p:sp>
        <p:nvSpPr>
          <p:cNvPr id="5" name="Content Placeholder 4"/>
          <p:cNvSpPr>
            <a:spLocks noGrp="1"/>
          </p:cNvSpPr>
          <p:nvPr>
            <p:ph sz="half" idx="13"/>
          </p:nvPr>
        </p:nvSpPr>
        <p:spPr>
          <a:xfrm>
            <a:off x="6172200" y="2133600"/>
            <a:ext cx="4114800" cy="4343400"/>
          </a:xfrm>
        </p:spPr>
        <p:txBody>
          <a:bodyPr>
            <a:normAutofit fontScale="92500" lnSpcReduction="20000"/>
          </a:bodyPr>
          <a:lstStyle/>
          <a:p>
            <a:pPr marL="236538" lvl="1" indent="-236538"/>
            <a:r>
              <a:rPr lang="en-US" sz="3000" dirty="0"/>
              <a:t>The execution context is   essential:</a:t>
            </a:r>
          </a:p>
          <a:p>
            <a:pPr lvl="1"/>
            <a:r>
              <a:rPr lang="en-US" sz="2400" dirty="0"/>
              <a:t>it is the internal data by which the OS is able to supervise and control the process</a:t>
            </a:r>
          </a:p>
          <a:p>
            <a:pPr lvl="1"/>
            <a:r>
              <a:rPr lang="en-US" sz="2400" dirty="0"/>
              <a:t>includes the contents of the various process registers</a:t>
            </a:r>
          </a:p>
          <a:p>
            <a:pPr lvl="1"/>
            <a:r>
              <a:rPr lang="en-US" sz="2400" dirty="0"/>
              <a:t>includes information such as the priority of the process and whether the process is waiting for the completion of a particular I/O event</a:t>
            </a:r>
          </a:p>
        </p:txBody>
      </p:sp>
      <p:sp>
        <p:nvSpPr>
          <p:cNvPr id="6" name="Content Placeholder 5"/>
          <p:cNvSpPr>
            <a:spLocks noGrp="1"/>
          </p:cNvSpPr>
          <p:nvPr>
            <p:ph sz="half" idx="14"/>
          </p:nvPr>
        </p:nvSpPr>
        <p:spPr>
          <a:xfrm>
            <a:off x="1905000" y="2133600"/>
            <a:ext cx="3657600" cy="4267200"/>
          </a:xfrm>
        </p:spPr>
        <p:txBody>
          <a:bodyPr>
            <a:noAutofit/>
          </a:bodyPr>
          <a:lstStyle/>
          <a:p>
            <a:r>
              <a:rPr lang="en-US" sz="2800" dirty="0"/>
              <a:t>A process contains three components:</a:t>
            </a:r>
          </a:p>
          <a:p>
            <a:pPr lvl="1"/>
            <a:r>
              <a:rPr lang="en-US" sz="2200" dirty="0"/>
              <a:t>an executable program</a:t>
            </a:r>
          </a:p>
          <a:p>
            <a:pPr lvl="1"/>
            <a:r>
              <a:rPr lang="en-US" sz="2200" dirty="0"/>
              <a:t>the associated data needed by the program (variables, work space, buffers, etc.)</a:t>
            </a:r>
          </a:p>
          <a:p>
            <a:pPr lvl="1"/>
            <a:r>
              <a:rPr lang="en-US" sz="2200" dirty="0"/>
              <a:t>the execution context (or “process state”) of the program</a:t>
            </a:r>
          </a:p>
        </p:txBody>
      </p:sp>
      <p:pic>
        <p:nvPicPr>
          <p:cNvPr id="15" name="Picture 14"/>
          <p:cNvPicPr>
            <a:picLocks noChangeAspect="1"/>
          </p:cNvPicPr>
          <p:nvPr/>
        </p:nvPicPr>
        <p:blipFill>
          <a:blip r:embed="rId4"/>
          <a:stretch>
            <a:fillRect/>
          </a:stretch>
        </p:blipFill>
        <p:spPr>
          <a:xfrm>
            <a:off x="5334000" y="3581401"/>
            <a:ext cx="1219200" cy="2160337"/>
          </a:xfrm>
          <a:prstGeom prst="rect">
            <a:avLst/>
          </a:prstGeom>
        </p:spPr>
      </p:pic>
      <p:sp>
        <p:nvSpPr>
          <p:cNvPr id="3" name="Slide Number Placeholder 2"/>
          <p:cNvSpPr>
            <a:spLocks noGrp="1"/>
          </p:cNvSpPr>
          <p:nvPr>
            <p:ph type="sldNum" sz="quarter" idx="12"/>
          </p:nvPr>
        </p:nvSpPr>
        <p:spPr/>
        <p:txBody>
          <a:bodyPr/>
          <a:lstStyle/>
          <a:p>
            <a:pPr>
              <a:defRPr/>
            </a:pPr>
            <a:fld id="{E4367C90-D8D8-4A11-9BC3-E7451ACC5EB2}" type="slidenum">
              <a:rPr lang="en-US" smtClean="0"/>
              <a:pPr>
                <a:defRPr/>
              </a:pPr>
              <a:t>29</a:t>
            </a:fld>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209800" y="457200"/>
            <a:ext cx="7824788" cy="1143000"/>
          </a:xfrm>
        </p:spPr>
        <p:txBody>
          <a:bodyPr/>
          <a:lstStyle/>
          <a:p>
            <a:pPr algn="ctr"/>
            <a:r>
              <a:rPr lang="en-US" b="1" dirty="0">
                <a:ln w="1905"/>
                <a:solidFill>
                  <a:schemeClr val="accent1">
                    <a:lumMod val="75000"/>
                  </a:schemeClr>
                </a:solidFill>
                <a:effectLst>
                  <a:innerShdw blurRad="69850" dist="43180" dir="5400000">
                    <a:srgbClr val="000000">
                      <a:alpha val="65000"/>
                    </a:srgbClr>
                  </a:innerShdw>
                </a:effectLst>
              </a:rPr>
              <a:t>Memory Management</a:t>
            </a:r>
          </a:p>
        </p:txBody>
      </p:sp>
      <p:sp>
        <p:nvSpPr>
          <p:cNvPr id="3" name="Content Placeholder 2"/>
          <p:cNvSpPr>
            <a:spLocks noGrp="1"/>
          </p:cNvSpPr>
          <p:nvPr>
            <p:ph sz="half" idx="1"/>
          </p:nvPr>
        </p:nvSpPr>
        <p:spPr>
          <a:xfrm>
            <a:off x="2182904" y="2286000"/>
            <a:ext cx="7875496" cy="3962400"/>
          </a:xfrm>
        </p:spPr>
        <p:txBody>
          <a:bodyPr/>
          <a:lstStyle/>
          <a:p>
            <a:r>
              <a:rPr lang="en-US" sz="3000" dirty="0"/>
              <a:t>The OS has </a:t>
            </a:r>
            <a:r>
              <a:rPr lang="en-US" sz="3000" dirty="0">
                <a:solidFill>
                  <a:schemeClr val="accent1"/>
                </a:solidFill>
              </a:rPr>
              <a:t>five</a:t>
            </a:r>
            <a:r>
              <a:rPr lang="en-US" sz="3000" dirty="0"/>
              <a:t> principal storage management responsibilities:</a:t>
            </a:r>
          </a:p>
          <a:p>
            <a:endParaRPr lang="en-US" dirty="0"/>
          </a:p>
        </p:txBody>
      </p:sp>
      <p:graphicFrame>
        <p:nvGraphicFramePr>
          <p:cNvPr id="6" name="Diagram 5"/>
          <p:cNvGraphicFramePr/>
          <p:nvPr/>
        </p:nvGraphicFramePr>
        <p:xfrm>
          <a:off x="2057400" y="3429000"/>
          <a:ext cx="8077200" cy="30226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Slide Number Placeholder 3"/>
          <p:cNvSpPr>
            <a:spLocks noGrp="1"/>
          </p:cNvSpPr>
          <p:nvPr>
            <p:ph type="sldNum" sz="quarter" idx="12"/>
          </p:nvPr>
        </p:nvSpPr>
        <p:spPr/>
        <p:txBody>
          <a:bodyPr/>
          <a:lstStyle/>
          <a:p>
            <a:pPr>
              <a:defRPr/>
            </a:pPr>
            <a:fld id="{FD77EB8B-B6EB-443D-9CB4-B019CEC8F476}" type="slidenum">
              <a:rPr lang="en-US" smtClean="0"/>
              <a:pPr>
                <a:defRPr/>
              </a:pPr>
              <a:t>30</a:t>
            </a:fld>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n w="1905"/>
                <a:solidFill>
                  <a:schemeClr val="accent1">
                    <a:lumMod val="75000"/>
                  </a:schemeClr>
                </a:solidFill>
                <a:effectLst>
                  <a:innerShdw blurRad="69850" dist="43180" dir="5400000">
                    <a:srgbClr val="000000">
                      <a:alpha val="65000"/>
                    </a:srgbClr>
                  </a:innerShdw>
                </a:effectLst>
              </a:rPr>
              <a:t>Virtual Memory</a:t>
            </a:r>
          </a:p>
        </p:txBody>
      </p:sp>
      <p:sp>
        <p:nvSpPr>
          <p:cNvPr id="3" name="Content Placeholder 2"/>
          <p:cNvSpPr>
            <a:spLocks noGrp="1"/>
          </p:cNvSpPr>
          <p:nvPr>
            <p:ph idx="4294967295"/>
          </p:nvPr>
        </p:nvSpPr>
        <p:spPr>
          <a:xfrm>
            <a:off x="2057400" y="2209800"/>
            <a:ext cx="8077200" cy="4114800"/>
          </a:xfrm>
        </p:spPr>
        <p:txBody>
          <a:bodyPr/>
          <a:lstStyle/>
          <a:p>
            <a:r>
              <a:rPr lang="en-US" sz="3000" dirty="0"/>
              <a:t>A facility that allows programs to address memory from a logical point of view, without regard to the amount of main memory physically available</a:t>
            </a:r>
          </a:p>
          <a:p>
            <a:r>
              <a:rPr lang="en-US" sz="3000" dirty="0"/>
              <a:t>Conceived to meet the requirement of having multiple user jobs reside in main memory concurrently</a:t>
            </a:r>
          </a:p>
          <a:p>
            <a:pPr>
              <a:buNone/>
            </a:pPr>
            <a:endParaRPr lang="en-US" dirty="0"/>
          </a:p>
        </p:txBody>
      </p:sp>
      <p:sp>
        <p:nvSpPr>
          <p:cNvPr id="4" name="Slide Number Placeholder 3"/>
          <p:cNvSpPr>
            <a:spLocks noGrp="1"/>
          </p:cNvSpPr>
          <p:nvPr>
            <p:ph type="sldNum" sz="quarter" idx="12"/>
          </p:nvPr>
        </p:nvSpPr>
        <p:spPr/>
        <p:txBody>
          <a:bodyPr/>
          <a:lstStyle/>
          <a:p>
            <a:pPr>
              <a:defRPr/>
            </a:pPr>
            <a:fld id="{97012834-41A2-49E3-8762-B14EE3F5CFB1}" type="slidenum">
              <a:rPr lang="en-US" smtClean="0"/>
              <a:pPr>
                <a:defRPr/>
              </a:pPr>
              <a:t>31</a:t>
            </a:fld>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p:cNvGrpSpPr/>
        <p:nvPr/>
      </p:nvGrpSpPr>
      <p:grpSpPr>
        <a:xfrm>
          <a:off x="0" y="0"/>
          <a:ext cx="0" cy="0"/>
          <a:chOff x="0" y="0"/>
          <a:chExt cx="0" cy="0"/>
        </a:xfrm>
      </p:grpSpPr>
      <p:pic>
        <p:nvPicPr>
          <p:cNvPr id="5" name="Picture 4" descr="f10.pdf"/>
          <p:cNvPicPr>
            <a:picLocks noChangeAspect="1"/>
          </p:cNvPicPr>
          <p:nvPr/>
        </p:nvPicPr>
        <p:blipFill>
          <a:blip r:embed="rId4"/>
          <a:srcRect l="8182" t="15294" r="23636" b="16471"/>
          <a:stretch>
            <a:fillRect/>
          </a:stretch>
        </p:blipFill>
        <p:spPr>
          <a:xfrm>
            <a:off x="2286000" y="685801"/>
            <a:ext cx="7673772" cy="5934345"/>
          </a:xfrm>
          <a:prstGeom prst="rect">
            <a:avLst/>
          </a:prstGeom>
        </p:spPr>
      </p:pic>
      <p:sp>
        <p:nvSpPr>
          <p:cNvPr id="2" name="Slide Number Placeholder 1"/>
          <p:cNvSpPr>
            <a:spLocks noGrp="1"/>
          </p:cNvSpPr>
          <p:nvPr>
            <p:ph type="sldNum" sz="quarter" idx="12"/>
          </p:nvPr>
        </p:nvSpPr>
        <p:spPr/>
        <p:txBody>
          <a:bodyPr/>
          <a:lstStyle/>
          <a:p>
            <a:pPr>
              <a:defRPr/>
            </a:pPr>
            <a:fld id="{0A9A6F0D-A611-4358-861D-7B01E8303898}" type="slidenum">
              <a:rPr lang="en-US" smtClean="0"/>
              <a:pPr>
                <a:defRPr/>
              </a:pPr>
              <a:t>32</a:t>
            </a:fld>
            <a:endParaRPr lang="en-US" dirty="0"/>
          </a:p>
        </p:txBody>
      </p:sp>
    </p:spTree>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tile tx="0" ty="0" sx="100000" sy="100000" flip="none" algn="tl"/>
        </a:blip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8266070-2D69-F34E-E70C-C269C72860EA}"/>
              </a:ext>
            </a:extLst>
          </p:cNvPr>
          <p:cNvSpPr>
            <a:spLocks noGrp="1"/>
          </p:cNvSpPr>
          <p:nvPr>
            <p:ph type="sldNum" sz="quarter" idx="12"/>
          </p:nvPr>
        </p:nvSpPr>
        <p:spPr/>
        <p:txBody>
          <a:bodyPr/>
          <a:lstStyle/>
          <a:p>
            <a:pPr>
              <a:defRPr/>
            </a:pPr>
            <a:fld id="{0A9A6F0D-A611-4358-861D-7B01E8303898}" type="slidenum">
              <a:rPr lang="en-US" smtClean="0"/>
              <a:pPr>
                <a:defRPr/>
              </a:pPr>
              <a:t>33</a:t>
            </a:fld>
            <a:endParaRPr lang="en-US" dirty="0"/>
          </a:p>
        </p:txBody>
      </p:sp>
      <p:sp>
        <p:nvSpPr>
          <p:cNvPr id="4" name="TextBox 3">
            <a:extLst>
              <a:ext uri="{FF2B5EF4-FFF2-40B4-BE49-F238E27FC236}">
                <a16:creationId xmlns:a16="http://schemas.microsoft.com/office/drawing/2014/main" id="{B6DE2807-7DD6-7E37-164D-0F1B0E040A1B}"/>
              </a:ext>
            </a:extLst>
          </p:cNvPr>
          <p:cNvSpPr txBox="1"/>
          <p:nvPr/>
        </p:nvSpPr>
        <p:spPr>
          <a:xfrm>
            <a:off x="685800" y="3124200"/>
            <a:ext cx="6097978" cy="2554545"/>
          </a:xfrm>
          <a:prstGeom prst="rect">
            <a:avLst/>
          </a:prstGeom>
          <a:noFill/>
        </p:spPr>
        <p:txBody>
          <a:bodyPr wrap="square">
            <a:spAutoFit/>
          </a:bodyPr>
          <a:lstStyle/>
          <a:p>
            <a:r>
              <a:rPr lang="en-GB" sz="3200" b="0" i="0" dirty="0">
                <a:solidFill>
                  <a:srgbClr val="4D5156"/>
                </a:solidFill>
                <a:effectLst/>
                <a:latin typeface="arial" panose="020B0604020202020204" pitchFamily="34" charset="0"/>
              </a:rPr>
              <a:t>…….</a:t>
            </a:r>
            <a:r>
              <a:rPr lang="en-GB" sz="3200" b="0" i="0" dirty="0">
                <a:effectLst/>
                <a:latin typeface="arial" panose="020B0604020202020204" pitchFamily="34" charset="0"/>
              </a:rPr>
              <a:t>is </a:t>
            </a:r>
            <a:r>
              <a:rPr lang="en-GB" sz="3200" b="1" i="0" dirty="0">
                <a:effectLst/>
                <a:latin typeface="arial" panose="020B0604020202020204" pitchFamily="34" charset="0"/>
              </a:rPr>
              <a:t>a memory management technique where secondary memory can be used as if it were a part of the main memory.</a:t>
            </a:r>
            <a:endParaRPr lang="en-GB" sz="3200" dirty="0"/>
          </a:p>
        </p:txBody>
      </p:sp>
      <p:sp>
        <p:nvSpPr>
          <p:cNvPr id="5" name="TextBox 4">
            <a:extLst>
              <a:ext uri="{FF2B5EF4-FFF2-40B4-BE49-F238E27FC236}">
                <a16:creationId xmlns:a16="http://schemas.microsoft.com/office/drawing/2014/main" id="{737EB125-DEB4-D96C-4D40-6FA790DB03F7}"/>
              </a:ext>
            </a:extLst>
          </p:cNvPr>
          <p:cNvSpPr txBox="1"/>
          <p:nvPr/>
        </p:nvSpPr>
        <p:spPr>
          <a:xfrm>
            <a:off x="838200" y="685800"/>
            <a:ext cx="10439400" cy="1200329"/>
          </a:xfrm>
          <a:prstGeom prst="rect">
            <a:avLst/>
          </a:prstGeom>
          <a:noFill/>
        </p:spPr>
        <p:txBody>
          <a:bodyPr wrap="square" rtlCol="0">
            <a:spAutoFit/>
          </a:bodyPr>
          <a:lstStyle/>
          <a:p>
            <a:r>
              <a:rPr lang="en-GB" sz="7200" dirty="0">
                <a:solidFill>
                  <a:schemeClr val="accent1"/>
                </a:solidFill>
              </a:rPr>
              <a:t>Class Activity 4</a:t>
            </a:r>
          </a:p>
        </p:txBody>
      </p:sp>
      <p:sp>
        <p:nvSpPr>
          <p:cNvPr id="7" name="TextBox 6">
            <a:extLst>
              <a:ext uri="{FF2B5EF4-FFF2-40B4-BE49-F238E27FC236}">
                <a16:creationId xmlns:a16="http://schemas.microsoft.com/office/drawing/2014/main" id="{047BAF42-B545-9285-588D-8A1D3389875D}"/>
              </a:ext>
            </a:extLst>
          </p:cNvPr>
          <p:cNvSpPr txBox="1"/>
          <p:nvPr/>
        </p:nvSpPr>
        <p:spPr>
          <a:xfrm>
            <a:off x="990600" y="2343259"/>
            <a:ext cx="6097978" cy="369332"/>
          </a:xfrm>
          <a:prstGeom prst="rect">
            <a:avLst/>
          </a:prstGeom>
          <a:noFill/>
        </p:spPr>
        <p:txBody>
          <a:bodyPr wrap="square">
            <a:spAutoFit/>
          </a:bodyPr>
          <a:lstStyle/>
          <a:p>
            <a:r>
              <a:rPr lang="en-GB" dirty="0">
                <a:hlinkClick r:id="rId3"/>
              </a:rPr>
              <a:t>https://www.menti.com/alyuefv5k6sc</a:t>
            </a:r>
            <a:r>
              <a:rPr lang="en-GB" dirty="0"/>
              <a:t> </a:t>
            </a:r>
          </a:p>
        </p:txBody>
      </p:sp>
      <p:pic>
        <p:nvPicPr>
          <p:cNvPr id="5122" name="Picture 2">
            <a:extLst>
              <a:ext uri="{FF2B5EF4-FFF2-40B4-BE49-F238E27FC236}">
                <a16:creationId xmlns:a16="http://schemas.microsoft.com/office/drawing/2014/main" id="{23B73FE2-0246-0BB6-6F48-2FE66A5768B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91955" y="1764160"/>
            <a:ext cx="4762500" cy="476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95191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a:extLst>
              <a:ext uri="{FF2B5EF4-FFF2-40B4-BE49-F238E27FC236}">
                <a16:creationId xmlns:a16="http://schemas.microsoft.com/office/drawing/2014/main" id="{C84E2B42-F07A-DA6E-FBA0-F6FD5E34441D}"/>
              </a:ext>
            </a:extLst>
          </p:cNvPr>
          <p:cNvSpPr>
            <a:spLocks noGrp="1"/>
          </p:cNvSpPr>
          <p:nvPr>
            <p:ph type="subTitle" idx="1"/>
          </p:nvPr>
        </p:nvSpPr>
        <p:spPr/>
        <p:txBody>
          <a:bodyPr/>
          <a:lstStyle/>
          <a:p>
            <a:endParaRPr lang="en-GB"/>
          </a:p>
        </p:txBody>
      </p:sp>
      <p:sp>
        <p:nvSpPr>
          <p:cNvPr id="5" name="Slide Number Placeholder 4">
            <a:extLst>
              <a:ext uri="{FF2B5EF4-FFF2-40B4-BE49-F238E27FC236}">
                <a16:creationId xmlns:a16="http://schemas.microsoft.com/office/drawing/2014/main" id="{B08D87E1-BC42-676C-C786-782062248733}"/>
              </a:ext>
            </a:extLst>
          </p:cNvPr>
          <p:cNvSpPr>
            <a:spLocks noGrp="1"/>
          </p:cNvSpPr>
          <p:nvPr>
            <p:ph type="sldNum" sz="quarter" idx="12"/>
          </p:nvPr>
        </p:nvSpPr>
        <p:spPr/>
        <p:txBody>
          <a:bodyPr/>
          <a:lstStyle/>
          <a:p>
            <a:pPr>
              <a:defRPr/>
            </a:pPr>
            <a:fld id="{BAB79F47-3AF0-4617-BC60-2E592392BB48}" type="slidenum">
              <a:rPr lang="en-US" smtClean="0"/>
              <a:pPr>
                <a:defRPr/>
              </a:pPr>
              <a:t>34</a:t>
            </a:fld>
            <a:endParaRPr lang="en-US" dirty="0"/>
          </a:p>
        </p:txBody>
      </p:sp>
      <p:pic>
        <p:nvPicPr>
          <p:cNvPr id="2050" name="Picture 2" descr="753,965 Break Time Stock Photos, Pictures &amp; Royalty-Free ...">
            <a:extLst>
              <a:ext uri="{FF2B5EF4-FFF2-40B4-BE49-F238E27FC236}">
                <a16:creationId xmlns:a16="http://schemas.microsoft.com/office/drawing/2014/main" id="{69B1146D-0499-E84E-2DA4-5A2DA700A7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5568" y="376238"/>
            <a:ext cx="10896600" cy="6299200"/>
          </a:xfrm>
          <a:prstGeom prst="rect">
            <a:avLst/>
          </a:prstGeom>
          <a:noFill/>
          <a:extLst>
            <a:ext uri="{909E8E84-426E-40DD-AFC4-6F175D3DCCD1}">
              <a14:hiddenFill xmlns:a14="http://schemas.microsoft.com/office/drawing/2010/main">
                <a:solidFill>
                  <a:srgbClr val="FFFFFF"/>
                </a:solidFill>
              </a14:hiddenFill>
            </a:ext>
          </a:extLst>
        </p:spPr>
      </p:pic>
      <p:sp>
        <p:nvSpPr>
          <p:cNvPr id="9" name="Title 8">
            <a:extLst>
              <a:ext uri="{FF2B5EF4-FFF2-40B4-BE49-F238E27FC236}">
                <a16:creationId xmlns:a16="http://schemas.microsoft.com/office/drawing/2014/main" id="{8BC30A8C-14EE-FEB6-EDA0-82E5DD53F1F2}"/>
              </a:ext>
            </a:extLst>
          </p:cNvPr>
          <p:cNvSpPr>
            <a:spLocks noGrp="1"/>
          </p:cNvSpPr>
          <p:nvPr>
            <p:ph type="ctrTitle"/>
          </p:nvPr>
        </p:nvSpPr>
        <p:spPr/>
        <p:txBody>
          <a:bodyPr/>
          <a:lstStyle/>
          <a:p>
            <a:endParaRPr lang="en-GB"/>
          </a:p>
        </p:txBody>
      </p:sp>
    </p:spTree>
    <p:extLst>
      <p:ext uri="{BB962C8B-B14F-4D97-AF65-F5344CB8AC3E}">
        <p14:creationId xmlns:p14="http://schemas.microsoft.com/office/powerpoint/2010/main" val="8065402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ln w="1905"/>
                <a:solidFill>
                  <a:schemeClr val="accent1">
                    <a:lumMod val="75000"/>
                  </a:schemeClr>
                </a:solidFill>
                <a:effectLst>
                  <a:innerShdw blurRad="69850" dist="43180" dir="5400000">
                    <a:srgbClr val="000000">
                      <a:alpha val="65000"/>
                    </a:srgbClr>
                  </a:innerShdw>
                </a:effectLst>
              </a:rPr>
              <a:t>Information Protection </a:t>
            </a:r>
            <a:br>
              <a:rPr lang="en-US" b="1" dirty="0">
                <a:ln w="1905"/>
                <a:solidFill>
                  <a:schemeClr val="accent1">
                    <a:lumMod val="75000"/>
                  </a:schemeClr>
                </a:solidFill>
                <a:effectLst>
                  <a:innerShdw blurRad="69850" dist="43180" dir="5400000">
                    <a:srgbClr val="000000">
                      <a:alpha val="65000"/>
                    </a:srgbClr>
                  </a:innerShdw>
                </a:effectLst>
              </a:rPr>
            </a:br>
            <a:r>
              <a:rPr lang="en-US" b="1" dirty="0">
                <a:ln w="1905"/>
                <a:solidFill>
                  <a:schemeClr val="accent1">
                    <a:lumMod val="75000"/>
                  </a:schemeClr>
                </a:solidFill>
                <a:effectLst>
                  <a:innerShdw blurRad="69850" dist="43180" dir="5400000">
                    <a:srgbClr val="000000">
                      <a:alpha val="65000"/>
                    </a:srgbClr>
                  </a:innerShdw>
                </a:effectLst>
              </a:rPr>
              <a:t>and Security</a:t>
            </a:r>
          </a:p>
        </p:txBody>
      </p:sp>
      <p:sp>
        <p:nvSpPr>
          <p:cNvPr id="3" name="Content Placeholder 2"/>
          <p:cNvSpPr>
            <a:spLocks noGrp="1"/>
          </p:cNvSpPr>
          <p:nvPr>
            <p:ph sz="half" idx="1"/>
          </p:nvPr>
        </p:nvSpPr>
        <p:spPr>
          <a:xfrm>
            <a:off x="1981200" y="2133600"/>
            <a:ext cx="3074896" cy="4191000"/>
          </a:xfrm>
        </p:spPr>
        <p:txBody>
          <a:bodyPr>
            <a:normAutofit/>
          </a:bodyPr>
          <a:lstStyle/>
          <a:p>
            <a:r>
              <a:rPr lang="en-NZ" sz="2200" dirty="0"/>
              <a:t>The nature of the threat that concerns an organization will vary greatly depending on the circumstances</a:t>
            </a:r>
          </a:p>
          <a:p>
            <a:r>
              <a:rPr lang="en-NZ" sz="2200" dirty="0"/>
              <a:t>The problem involves controlling access to computer systems and the information stored in them</a:t>
            </a:r>
          </a:p>
          <a:p>
            <a:endParaRPr lang="en-US" dirty="0"/>
          </a:p>
        </p:txBody>
      </p:sp>
      <p:graphicFrame>
        <p:nvGraphicFramePr>
          <p:cNvPr id="5" name="Diagram 4"/>
          <p:cNvGraphicFramePr/>
          <p:nvPr/>
        </p:nvGraphicFramePr>
        <p:xfrm>
          <a:off x="4419600" y="2438400"/>
          <a:ext cx="6781800" cy="48006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Slide Number Placeholder 3"/>
          <p:cNvSpPr>
            <a:spLocks noGrp="1"/>
          </p:cNvSpPr>
          <p:nvPr>
            <p:ph type="sldNum" sz="quarter" idx="12"/>
          </p:nvPr>
        </p:nvSpPr>
        <p:spPr/>
        <p:txBody>
          <a:bodyPr/>
          <a:lstStyle/>
          <a:p>
            <a:pPr>
              <a:defRPr/>
            </a:pPr>
            <a:fld id="{FD77EB8B-B6EB-443D-9CB4-B019CEC8F476}" type="slidenum">
              <a:rPr lang="en-US" smtClean="0"/>
              <a:pPr>
                <a:defRPr/>
              </a:pPr>
              <a:t>35</a:t>
            </a:fld>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n w="1905"/>
                <a:solidFill>
                  <a:schemeClr val="accent1">
                    <a:lumMod val="75000"/>
                  </a:schemeClr>
                </a:solidFill>
                <a:effectLst>
                  <a:innerShdw blurRad="69850" dist="43180" dir="5400000">
                    <a:srgbClr val="000000">
                      <a:alpha val="65000"/>
                    </a:srgbClr>
                  </a:innerShdw>
                </a:effectLst>
              </a:rPr>
              <a:t>Scheduling and</a:t>
            </a:r>
            <a:br>
              <a:rPr lang="en-US" b="1" dirty="0">
                <a:ln w="1905"/>
                <a:solidFill>
                  <a:schemeClr val="accent1">
                    <a:lumMod val="75000"/>
                  </a:schemeClr>
                </a:solidFill>
                <a:effectLst>
                  <a:innerShdw blurRad="69850" dist="43180" dir="5400000">
                    <a:srgbClr val="000000">
                      <a:alpha val="65000"/>
                    </a:srgbClr>
                  </a:innerShdw>
                </a:effectLst>
              </a:rPr>
            </a:br>
            <a:r>
              <a:rPr lang="en-US" b="1" dirty="0">
                <a:ln w="1905"/>
                <a:solidFill>
                  <a:schemeClr val="accent1">
                    <a:lumMod val="75000"/>
                  </a:schemeClr>
                </a:solidFill>
                <a:effectLst>
                  <a:innerShdw blurRad="69850" dist="43180" dir="5400000">
                    <a:srgbClr val="000000">
                      <a:alpha val="65000"/>
                    </a:srgbClr>
                  </a:innerShdw>
                </a:effectLst>
              </a:rPr>
              <a:t>Resource Management</a:t>
            </a:r>
          </a:p>
        </p:txBody>
      </p:sp>
      <p:sp>
        <p:nvSpPr>
          <p:cNvPr id="3" name="Content Placeholder 2"/>
          <p:cNvSpPr>
            <a:spLocks noGrp="1"/>
          </p:cNvSpPr>
          <p:nvPr>
            <p:ph idx="4294967295"/>
          </p:nvPr>
        </p:nvSpPr>
        <p:spPr>
          <a:xfrm>
            <a:off x="1981200" y="2057400"/>
            <a:ext cx="3962400" cy="4038600"/>
          </a:xfrm>
        </p:spPr>
        <p:txBody>
          <a:bodyPr>
            <a:normAutofit/>
          </a:bodyPr>
          <a:lstStyle/>
          <a:p>
            <a:r>
              <a:rPr lang="en-US" sz="3000" dirty="0"/>
              <a:t>Key responsibility of an OS is managing resources</a:t>
            </a:r>
          </a:p>
          <a:p>
            <a:r>
              <a:rPr lang="en-US" sz="3000" dirty="0"/>
              <a:t>Resource allocation policies must consider:</a:t>
            </a:r>
          </a:p>
          <a:p>
            <a:pPr lvl="1"/>
            <a:endParaRPr lang="en-US" dirty="0"/>
          </a:p>
          <a:p>
            <a:endParaRPr lang="en-US" dirty="0"/>
          </a:p>
        </p:txBody>
      </p:sp>
      <p:graphicFrame>
        <p:nvGraphicFramePr>
          <p:cNvPr id="4" name="Diagram 3"/>
          <p:cNvGraphicFramePr/>
          <p:nvPr>
            <p:extLst>
              <p:ext uri="{D42A27DB-BD31-4B8C-83A1-F6EECF244321}">
                <p14:modId xmlns:p14="http://schemas.microsoft.com/office/powerpoint/2010/main" val="1734705505"/>
              </p:ext>
            </p:extLst>
          </p:nvPr>
        </p:nvGraphicFramePr>
        <p:xfrm>
          <a:off x="4419600" y="1981200"/>
          <a:ext cx="7620000" cy="42926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5" name="Slide Number Placeholder 4"/>
          <p:cNvSpPr>
            <a:spLocks noGrp="1"/>
          </p:cNvSpPr>
          <p:nvPr>
            <p:ph type="sldNum" sz="quarter" idx="12"/>
          </p:nvPr>
        </p:nvSpPr>
        <p:spPr/>
        <p:txBody>
          <a:bodyPr/>
          <a:lstStyle/>
          <a:p>
            <a:pPr>
              <a:defRPr/>
            </a:pPr>
            <a:fld id="{97012834-41A2-49E3-8762-B14EE3F5CFB1}" type="slidenum">
              <a:rPr lang="en-US" smtClean="0"/>
              <a:pPr>
                <a:defRPr/>
              </a:pPr>
              <a:t>36</a:t>
            </a:fld>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182813" y="456253"/>
            <a:ext cx="7824788" cy="1220148"/>
          </a:xfrm>
        </p:spPr>
        <p:txBody>
          <a:bodyPr/>
          <a:lstStyle/>
          <a:p>
            <a:pPr algn="l"/>
            <a:r>
              <a:rPr lang="en-US" b="1" dirty="0">
                <a:ln w="1905"/>
                <a:solidFill>
                  <a:schemeClr val="accent1">
                    <a:lumMod val="75000"/>
                  </a:schemeClr>
                </a:solidFill>
                <a:effectLst>
                  <a:innerShdw blurRad="69850" dist="43180" dir="5400000">
                    <a:srgbClr val="000000">
                      <a:alpha val="65000"/>
                    </a:srgbClr>
                  </a:innerShdw>
                </a:effectLst>
              </a:rPr>
              <a:t>Multithreading</a:t>
            </a:r>
          </a:p>
        </p:txBody>
      </p:sp>
      <p:sp>
        <p:nvSpPr>
          <p:cNvPr id="3" name="Content Placeholder 2"/>
          <p:cNvSpPr>
            <a:spLocks noGrp="1"/>
          </p:cNvSpPr>
          <p:nvPr>
            <p:ph sz="half" idx="1"/>
          </p:nvPr>
        </p:nvSpPr>
        <p:spPr>
          <a:xfrm>
            <a:off x="1828800" y="2133601"/>
            <a:ext cx="8382000" cy="4602163"/>
          </a:xfrm>
        </p:spPr>
        <p:txBody>
          <a:bodyPr>
            <a:noAutofit/>
          </a:bodyPr>
          <a:lstStyle/>
          <a:p>
            <a:pPr>
              <a:lnSpc>
                <a:spcPct val="80000"/>
              </a:lnSpc>
            </a:pPr>
            <a:r>
              <a:rPr lang="en-US" sz="2400" dirty="0"/>
              <a:t>Technique in which a process, executing an application, is divided into threads that can run concurrently</a:t>
            </a:r>
          </a:p>
        </p:txBody>
      </p:sp>
      <p:graphicFrame>
        <p:nvGraphicFramePr>
          <p:cNvPr id="4" name="Diagram 3"/>
          <p:cNvGraphicFramePr/>
          <p:nvPr>
            <p:extLst>
              <p:ext uri="{D42A27DB-BD31-4B8C-83A1-F6EECF244321}">
                <p14:modId xmlns:p14="http://schemas.microsoft.com/office/powerpoint/2010/main" val="515246236"/>
              </p:ext>
            </p:extLst>
          </p:nvPr>
        </p:nvGraphicFramePr>
        <p:xfrm>
          <a:off x="1981200" y="2971800"/>
          <a:ext cx="8229600" cy="3429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5" name="Slide Number Placeholder 4"/>
          <p:cNvSpPr>
            <a:spLocks noGrp="1"/>
          </p:cNvSpPr>
          <p:nvPr>
            <p:ph type="sldNum" sz="quarter" idx="12"/>
          </p:nvPr>
        </p:nvSpPr>
        <p:spPr/>
        <p:txBody>
          <a:bodyPr/>
          <a:lstStyle/>
          <a:p>
            <a:pPr>
              <a:defRPr/>
            </a:pPr>
            <a:fld id="{FD77EB8B-B6EB-443D-9CB4-B019CEC8F476}" type="slidenum">
              <a:rPr lang="en-US" smtClean="0"/>
              <a:pPr>
                <a:defRPr/>
              </a:pPr>
              <a:t>37</a:t>
            </a:fld>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n w="1905"/>
                <a:solidFill>
                  <a:schemeClr val="accent1">
                    <a:lumMod val="75000"/>
                  </a:schemeClr>
                </a:solidFill>
                <a:effectLst>
                  <a:innerShdw blurRad="69850" dist="43180" dir="5400000">
                    <a:srgbClr val="000000">
                      <a:alpha val="65000"/>
                    </a:srgbClr>
                  </a:innerShdw>
                </a:effectLst>
              </a:rPr>
              <a:t>Symmetric </a:t>
            </a:r>
            <a:br>
              <a:rPr lang="en-US" b="1" dirty="0">
                <a:ln w="1905"/>
                <a:solidFill>
                  <a:schemeClr val="accent1">
                    <a:lumMod val="75000"/>
                  </a:schemeClr>
                </a:solidFill>
                <a:effectLst>
                  <a:innerShdw blurRad="69850" dist="43180" dir="5400000">
                    <a:srgbClr val="000000">
                      <a:alpha val="65000"/>
                    </a:srgbClr>
                  </a:innerShdw>
                </a:effectLst>
              </a:rPr>
            </a:br>
            <a:r>
              <a:rPr lang="en-US" b="1" dirty="0">
                <a:ln w="1905"/>
                <a:solidFill>
                  <a:schemeClr val="accent1">
                    <a:lumMod val="75000"/>
                  </a:schemeClr>
                </a:solidFill>
                <a:effectLst>
                  <a:innerShdw blurRad="69850" dist="43180" dir="5400000">
                    <a:srgbClr val="000000">
                      <a:alpha val="65000"/>
                    </a:srgbClr>
                  </a:innerShdw>
                </a:effectLst>
              </a:rPr>
              <a:t>Multiprocessing (SMP)</a:t>
            </a:r>
          </a:p>
        </p:txBody>
      </p:sp>
      <p:sp>
        <p:nvSpPr>
          <p:cNvPr id="3" name="Content Placeholder 2"/>
          <p:cNvSpPr>
            <a:spLocks noGrp="1"/>
          </p:cNvSpPr>
          <p:nvPr>
            <p:ph sz="half" idx="1"/>
          </p:nvPr>
        </p:nvSpPr>
        <p:spPr>
          <a:xfrm>
            <a:off x="2133600" y="2057401"/>
            <a:ext cx="7848600" cy="3657599"/>
          </a:xfrm>
        </p:spPr>
        <p:txBody>
          <a:bodyPr>
            <a:noAutofit/>
          </a:bodyPr>
          <a:lstStyle/>
          <a:p>
            <a:r>
              <a:rPr lang="en-US" sz="2200" dirty="0"/>
              <a:t>SMP refers to a computer hardware architecture and the OS behavior that exploits that architecture</a:t>
            </a:r>
          </a:p>
          <a:p>
            <a:r>
              <a:rPr lang="en-US" sz="2200" dirty="0"/>
              <a:t>Several processes can run in parallel</a:t>
            </a:r>
          </a:p>
          <a:p>
            <a:r>
              <a:rPr lang="en-US" sz="2200" dirty="0"/>
              <a:t>Multiple processors are transparent to the user</a:t>
            </a:r>
          </a:p>
          <a:p>
            <a:pPr lvl="2"/>
            <a:r>
              <a:rPr lang="en-US" sz="2200" dirty="0"/>
              <a:t>these processors share same main memory and I/O facilities</a:t>
            </a:r>
          </a:p>
          <a:p>
            <a:pPr lvl="2"/>
            <a:r>
              <a:rPr lang="en-US" sz="2200" dirty="0"/>
              <a:t>all processors can perform the same functions</a:t>
            </a:r>
          </a:p>
          <a:p>
            <a:r>
              <a:rPr lang="en-NZ" sz="2200" dirty="0"/>
              <a:t>The OS takes care of scheduling of threads or processes on individual processors and of synchronization among processors</a:t>
            </a:r>
          </a:p>
        </p:txBody>
      </p:sp>
      <p:sp>
        <p:nvSpPr>
          <p:cNvPr id="4" name="Slide Number Placeholder 3"/>
          <p:cNvSpPr>
            <a:spLocks noGrp="1"/>
          </p:cNvSpPr>
          <p:nvPr>
            <p:ph type="sldNum" sz="quarter" idx="12"/>
          </p:nvPr>
        </p:nvSpPr>
        <p:spPr/>
        <p:txBody>
          <a:bodyPr/>
          <a:lstStyle/>
          <a:p>
            <a:pPr>
              <a:defRPr/>
            </a:pPr>
            <a:fld id="{E4367C90-D8D8-4A11-9BC3-E7451ACC5EB2}" type="slidenum">
              <a:rPr lang="en-US" smtClean="0"/>
              <a:pPr>
                <a:defRPr/>
              </a:pPr>
              <a:t>38</a:t>
            </a:fld>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n w="1905"/>
                <a:solidFill>
                  <a:schemeClr val="accent1">
                    <a:lumMod val="75000"/>
                  </a:schemeClr>
                </a:solidFill>
                <a:effectLst>
                  <a:innerShdw blurRad="69850" dist="43180" dir="5400000">
                    <a:srgbClr val="000000">
                      <a:alpha val="65000"/>
                    </a:srgbClr>
                  </a:innerShdw>
                </a:effectLst>
              </a:rPr>
              <a:t>Class Activity 5</a:t>
            </a:r>
          </a:p>
        </p:txBody>
      </p:sp>
      <p:sp>
        <p:nvSpPr>
          <p:cNvPr id="3" name="Content Placeholder 2"/>
          <p:cNvSpPr>
            <a:spLocks noGrp="1"/>
          </p:cNvSpPr>
          <p:nvPr>
            <p:ph sz="half" idx="1"/>
          </p:nvPr>
        </p:nvSpPr>
        <p:spPr>
          <a:xfrm>
            <a:off x="504888" y="2095500"/>
            <a:ext cx="6124512" cy="2666999"/>
          </a:xfrm>
        </p:spPr>
        <p:txBody>
          <a:bodyPr>
            <a:noAutofit/>
          </a:bodyPr>
          <a:lstStyle/>
          <a:p>
            <a:pPr marL="0" indent="0">
              <a:buNone/>
            </a:pPr>
            <a:r>
              <a:rPr lang="en-US" sz="3600" b="1" kern="1200" baseline="0" dirty="0">
                <a:solidFill>
                  <a:schemeClr val="tx1"/>
                </a:solidFill>
                <a:latin typeface="+mn-lt"/>
                <a:ea typeface="+mn-ea"/>
                <a:cs typeface="+mn-cs"/>
              </a:rPr>
              <a:t>------ is a technique in which a process, executing an application is</a:t>
            </a:r>
            <a:r>
              <a:rPr lang="en-US" sz="3600" b="1" dirty="0">
                <a:solidFill>
                  <a:schemeClr val="tx1"/>
                </a:solidFill>
              </a:rPr>
              <a:t> </a:t>
            </a:r>
            <a:r>
              <a:rPr lang="en-US" sz="3600" b="1" kern="1200" baseline="0" dirty="0">
                <a:solidFill>
                  <a:schemeClr val="tx1"/>
                </a:solidFill>
                <a:latin typeface="+mn-lt"/>
                <a:ea typeface="+mn-ea"/>
                <a:cs typeface="+mn-cs"/>
              </a:rPr>
              <a:t>divided into threads that can run concurrently.</a:t>
            </a:r>
          </a:p>
        </p:txBody>
      </p:sp>
      <p:sp>
        <p:nvSpPr>
          <p:cNvPr id="4" name="Slide Number Placeholder 3"/>
          <p:cNvSpPr>
            <a:spLocks noGrp="1"/>
          </p:cNvSpPr>
          <p:nvPr>
            <p:ph type="sldNum" sz="quarter" idx="12"/>
          </p:nvPr>
        </p:nvSpPr>
        <p:spPr/>
        <p:txBody>
          <a:bodyPr/>
          <a:lstStyle/>
          <a:p>
            <a:pPr>
              <a:defRPr/>
            </a:pPr>
            <a:fld id="{E4367C90-D8D8-4A11-9BC3-E7451ACC5EB2}" type="slidenum">
              <a:rPr lang="en-US" smtClean="0"/>
              <a:pPr>
                <a:defRPr/>
              </a:pPr>
              <a:t>39</a:t>
            </a:fld>
            <a:endParaRPr lang="en-US" dirty="0"/>
          </a:p>
        </p:txBody>
      </p:sp>
      <p:sp>
        <p:nvSpPr>
          <p:cNvPr id="6" name="TextBox 5">
            <a:extLst>
              <a:ext uri="{FF2B5EF4-FFF2-40B4-BE49-F238E27FC236}">
                <a16:creationId xmlns:a16="http://schemas.microsoft.com/office/drawing/2014/main" id="{F81D2472-F809-FB32-F91E-EFF5F983900A}"/>
              </a:ext>
            </a:extLst>
          </p:cNvPr>
          <p:cNvSpPr txBox="1"/>
          <p:nvPr/>
        </p:nvSpPr>
        <p:spPr>
          <a:xfrm>
            <a:off x="788536" y="5780457"/>
            <a:ext cx="4012064" cy="369332"/>
          </a:xfrm>
          <a:prstGeom prst="rect">
            <a:avLst/>
          </a:prstGeom>
          <a:noFill/>
        </p:spPr>
        <p:txBody>
          <a:bodyPr wrap="square">
            <a:spAutoFit/>
          </a:bodyPr>
          <a:lstStyle/>
          <a:p>
            <a:r>
              <a:rPr lang="en-GB" dirty="0">
                <a:hlinkClick r:id="rId4"/>
              </a:rPr>
              <a:t>https://www.menti.com/alyuefv5k6sc</a:t>
            </a:r>
            <a:r>
              <a:rPr lang="en-GB" dirty="0"/>
              <a:t> </a:t>
            </a:r>
          </a:p>
        </p:txBody>
      </p:sp>
      <p:pic>
        <p:nvPicPr>
          <p:cNvPr id="6146" name="Picture 2">
            <a:extLst>
              <a:ext uri="{FF2B5EF4-FFF2-40B4-BE49-F238E27FC236}">
                <a16:creationId xmlns:a16="http://schemas.microsoft.com/office/drawing/2014/main" id="{DBB44D89-6754-DD5D-4F7E-192D80BFE9C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86514" y="1905000"/>
            <a:ext cx="4762500" cy="476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107976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79474" y="1143001"/>
            <a:ext cx="10433051" cy="2286000"/>
          </a:xfrm>
        </p:spPr>
        <p:txBody>
          <a:bodyPr/>
          <a:lstStyle/>
          <a:p>
            <a:pPr algn="ctr">
              <a:lnSpc>
                <a:spcPct val="150000"/>
              </a:lnSpc>
            </a:pPr>
            <a:r>
              <a:rPr lang="en-US" sz="7200" b="1" dirty="0">
                <a:ln w="1905"/>
                <a:solidFill>
                  <a:schemeClr val="accent1">
                    <a:lumMod val="75000"/>
                  </a:schemeClr>
                </a:solidFill>
                <a:effectLst>
                  <a:innerShdw blurRad="69850" dist="43180" dir="5400000">
                    <a:srgbClr val="000000">
                      <a:alpha val="65000"/>
                    </a:srgbClr>
                  </a:innerShdw>
                </a:effectLst>
              </a:rPr>
              <a:t>Summary</a:t>
            </a:r>
            <a:br>
              <a:rPr lang="en-US" sz="7200" b="1" dirty="0">
                <a:ln w="1905"/>
                <a:solidFill>
                  <a:schemeClr val="accent1">
                    <a:lumMod val="75000"/>
                  </a:schemeClr>
                </a:solidFill>
                <a:effectLst>
                  <a:innerShdw blurRad="69850" dist="43180" dir="5400000">
                    <a:srgbClr val="000000">
                      <a:alpha val="65000"/>
                    </a:srgbClr>
                  </a:innerShdw>
                </a:effectLst>
              </a:rPr>
            </a:br>
            <a:endParaRPr lang="en-US" sz="7200" b="1" dirty="0">
              <a:ln w="1905"/>
              <a:solidFill>
                <a:schemeClr val="accent1">
                  <a:lumMod val="75000"/>
                </a:schemeClr>
              </a:solidFill>
              <a:effectLst>
                <a:innerShdw blurRad="69850" dist="43180" dir="5400000">
                  <a:srgbClr val="000000">
                    <a:alpha val="65000"/>
                  </a:srgbClr>
                </a:innerShdw>
              </a:effectLst>
            </a:endParaRPr>
          </a:p>
        </p:txBody>
      </p:sp>
      <p:sp>
        <p:nvSpPr>
          <p:cNvPr id="5" name="Footer Placeholder 4"/>
          <p:cNvSpPr>
            <a:spLocks noGrp="1"/>
          </p:cNvSpPr>
          <p:nvPr>
            <p:ph type="ftr" sz="quarter" idx="11"/>
          </p:nvPr>
        </p:nvSpPr>
        <p:spPr>
          <a:xfrm>
            <a:off x="1842247" y="6492876"/>
            <a:ext cx="5091953" cy="365125"/>
          </a:xfrm>
        </p:spPr>
        <p:txBody>
          <a:bodyPr/>
          <a:lstStyle/>
          <a:p>
            <a:pPr>
              <a:defRPr/>
            </a:pPr>
            <a:r>
              <a:rPr lang="en-US" dirty="0"/>
              <a:t>© 2017 Pearson Education, Inc., Hoboken, NJ. All rights reserved.</a:t>
            </a: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dex">
  <a:themeElements>
    <a:clrScheme name="Codex">
      <a:dk1>
        <a:sysClr val="windowText" lastClr="000000"/>
      </a:dk1>
      <a:lt1>
        <a:sysClr val="window" lastClr="FFFFFF"/>
      </a:lt1>
      <a:dk2>
        <a:srgbClr val="59564B"/>
      </a:dk2>
      <a:lt2>
        <a:srgbClr val="DFDAC7"/>
      </a:lt2>
      <a:accent1>
        <a:srgbClr val="990000"/>
      </a:accent1>
      <a:accent2>
        <a:srgbClr val="EFAB16"/>
      </a:accent2>
      <a:accent3>
        <a:srgbClr val="78AC35"/>
      </a:accent3>
      <a:accent4>
        <a:srgbClr val="35ACA2"/>
      </a:accent4>
      <a:accent5>
        <a:srgbClr val="4083CF"/>
      </a:accent5>
      <a:accent6>
        <a:srgbClr val="0D335E"/>
      </a:accent6>
      <a:hlink>
        <a:srgbClr val="EF8E1C"/>
      </a:hlink>
      <a:folHlink>
        <a:srgbClr val="FEC60B"/>
      </a:folHlink>
    </a:clrScheme>
    <a:fontScheme name="Codex">
      <a:majorFont>
        <a:latin typeface="Calisto MT"/>
        <a:ea typeface=""/>
        <a:cs typeface=""/>
        <a:font script="Jpan" typeface="ＭＳ 明朝"/>
      </a:majorFont>
      <a:minorFont>
        <a:latin typeface="Calisto MT"/>
        <a:ea typeface=""/>
        <a:cs typeface=""/>
        <a:font script="Jpan" typeface="ＭＳ 明朝"/>
      </a:minorFont>
    </a:fontScheme>
    <a:fmtScheme name="Codex">
      <a:fillStyleLst>
        <a:solidFill>
          <a:schemeClr val="phClr"/>
        </a:solidFill>
        <a:gradFill rotWithShape="1">
          <a:gsLst>
            <a:gs pos="0">
              <a:schemeClr val="phClr">
                <a:tint val="100000"/>
                <a:shade val="60000"/>
                <a:satMod val="135000"/>
              </a:schemeClr>
            </a:gs>
            <a:gs pos="100000">
              <a:schemeClr val="phClr">
                <a:tint val="100000"/>
                <a:shade val="94000"/>
                <a:satMod val="135000"/>
              </a:schemeClr>
            </a:gs>
          </a:gsLst>
          <a:lin ang="16200000" scaled="1"/>
        </a:gradFill>
        <a:gradFill rotWithShape="1">
          <a:gsLst>
            <a:gs pos="0">
              <a:schemeClr val="phClr">
                <a:shade val="51000"/>
                <a:alpha val="90000"/>
                <a:satMod val="115000"/>
              </a:schemeClr>
            </a:gs>
            <a:gs pos="100000">
              <a:schemeClr val="phClr">
                <a:shade val="94000"/>
                <a:alpha val="90000"/>
                <a:satMod val="135000"/>
              </a:schemeClr>
            </a:gs>
          </a:gsLst>
          <a:lin ang="5400000" scaled="1"/>
        </a:gradFill>
      </a:fillStyleLst>
      <a:lnStyleLst>
        <a:ln w="15875" cap="flat" cmpd="sng" algn="ctr">
          <a:solidFill>
            <a:schemeClr val="phClr">
              <a:shade val="95000"/>
              <a:satMod val="105000"/>
            </a:schemeClr>
          </a:solidFill>
          <a:prstDash val="solid"/>
        </a:ln>
        <a:ln w="34925" cap="flat" cmpd="sng" algn="ctr">
          <a:solidFill>
            <a:schemeClr val="phClr"/>
          </a:solidFill>
          <a:prstDash val="solid"/>
        </a:ln>
        <a:ln w="34925" cap="flat" cmpd="sng" algn="ctr">
          <a:solidFill>
            <a:schemeClr val="phClr"/>
          </a:solidFill>
          <a:prstDash val="solid"/>
        </a:ln>
      </a:lnStyleLst>
      <a:effectStyleLst>
        <a:effectStyle>
          <a:effectLst/>
        </a:effectStyle>
        <a:effectStyle>
          <a:effectLst/>
        </a:effectStyle>
        <a:effectStyle>
          <a:effectLst>
            <a:outerShdw blurRad="50800" dist="12700" dir="5400000" rotWithShape="0">
              <a:srgbClr val="525252">
                <a:alpha val="85000"/>
              </a:srgbClr>
            </a:outerShdw>
          </a:effectLst>
          <a:scene3d>
            <a:camera prst="orthographicFront">
              <a:rot lat="0" lon="0" rev="0"/>
            </a:camera>
            <a:lightRig rig="sunrise" dir="t">
              <a:rot lat="0" lon="0" rev="6000000"/>
            </a:lightRig>
          </a:scene3d>
          <a:sp3d prstMaterial="matte">
            <a:bevelT w="50800" h="4445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7179</Words>
  <Application>Microsoft Office PowerPoint</Application>
  <PresentationFormat>Widescreen</PresentationFormat>
  <Paragraphs>724</Paragraphs>
  <Slides>40</Slides>
  <Notes>36</Notes>
  <HiddenSlides>1</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40</vt:i4>
      </vt:variant>
    </vt:vector>
  </HeadingPairs>
  <TitlesOfParts>
    <vt:vector size="54" baseType="lpstr">
      <vt:lpstr>__fkGroteskNeue_532e43</vt:lpstr>
      <vt:lpstr>Arial</vt:lpstr>
      <vt:lpstr>Arial</vt:lpstr>
      <vt:lpstr>Calibri</vt:lpstr>
      <vt:lpstr>Calisto MT</vt:lpstr>
      <vt:lpstr>Georgia</vt:lpstr>
      <vt:lpstr>Lato</vt:lpstr>
      <vt:lpstr>Segoe UI</vt:lpstr>
      <vt:lpstr>Söhne</vt:lpstr>
      <vt:lpstr>var(--font-berkeley-mono)</vt:lpstr>
      <vt:lpstr>Verdana</vt:lpstr>
      <vt:lpstr>Wingdings</vt:lpstr>
      <vt:lpstr>Custom Design</vt:lpstr>
      <vt:lpstr>Codex</vt:lpstr>
      <vt:lpstr>Lecture 2 Fundamentals of Computer Architecture</vt:lpstr>
      <vt:lpstr>Lecture Outline</vt:lpstr>
      <vt:lpstr>PowerPoint Presentation</vt:lpstr>
      <vt:lpstr>World’s First Computer</vt:lpstr>
      <vt:lpstr>Computer System Architecture</vt:lpstr>
      <vt:lpstr>Types of Computer Architecture</vt:lpstr>
      <vt:lpstr>Key Concepts &amp; Components of Computer Architecture</vt:lpstr>
      <vt:lpstr>Operating System</vt:lpstr>
      <vt:lpstr>PowerPoint Presentation</vt:lpstr>
      <vt:lpstr>Key Interfaces in a Typical Computer System</vt:lpstr>
      <vt:lpstr>PowerPoint Presentation</vt:lpstr>
      <vt:lpstr>Operating System Services</vt:lpstr>
      <vt:lpstr>Class Activity 1</vt:lpstr>
      <vt:lpstr>Evolution of  Operating Systems</vt:lpstr>
      <vt:lpstr>Serial Processing</vt:lpstr>
      <vt:lpstr>Simple Batch Systems</vt:lpstr>
      <vt:lpstr>Job Control Language (JCL)</vt:lpstr>
      <vt:lpstr>Uniprogramming</vt:lpstr>
      <vt:lpstr>Multiprogramming</vt:lpstr>
      <vt:lpstr>Multiprogramming</vt:lpstr>
      <vt:lpstr>Effects on Resource Utilization</vt:lpstr>
      <vt:lpstr>PowerPoint Presentation</vt:lpstr>
      <vt:lpstr>PowerPoint Presentation</vt:lpstr>
      <vt:lpstr>Process</vt:lpstr>
      <vt:lpstr>Development of the Process</vt:lpstr>
      <vt:lpstr>Causes of Errors</vt:lpstr>
      <vt:lpstr>Major Achievements</vt:lpstr>
      <vt:lpstr>PowerPoint Presentation</vt:lpstr>
      <vt:lpstr>Components of  a Process</vt:lpstr>
      <vt:lpstr>Memory Management</vt:lpstr>
      <vt:lpstr>Virtual Memory</vt:lpstr>
      <vt:lpstr>PowerPoint Presentation</vt:lpstr>
      <vt:lpstr>PowerPoint Presentation</vt:lpstr>
      <vt:lpstr>PowerPoint Presentation</vt:lpstr>
      <vt:lpstr>Information Protection  and Security</vt:lpstr>
      <vt:lpstr>Scheduling and Resource Management</vt:lpstr>
      <vt:lpstr>Multithreading</vt:lpstr>
      <vt:lpstr>Symmetric  Multiprocessing (SMP)</vt:lpstr>
      <vt:lpstr>Class Activity 5</vt:lpstr>
      <vt:lpstr>Summary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2 Operating System Overview</dc:title>
  <dc:creator/>
  <cp:lastModifiedBy/>
  <cp:revision>3</cp:revision>
  <dcterms:created xsi:type="dcterms:W3CDTF">2014-01-31T05:37:33Z</dcterms:created>
  <dcterms:modified xsi:type="dcterms:W3CDTF">2024-01-31T01:54:07Z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Custom Design:3\Codex:9</vt:lpwstr>
  </property>
  <property fmtid="{D5CDD505-2E9C-101B-9397-08002B2CF9AE}" pid="3" name="ClassificationContentMarkingFooterText">
    <vt:lpwstr>Sensitivity: Control</vt:lpwstr>
  </property>
</Properties>
</file>