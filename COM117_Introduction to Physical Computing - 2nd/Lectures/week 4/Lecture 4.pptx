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 id="2147483741" r:id="rId5"/>
    <p:sldMasterId id="2147483756" r:id="rId6"/>
  </p:sldMasterIdLst>
  <p:notesMasterIdLst>
    <p:notesMasterId r:id="rId42"/>
  </p:notesMasterIdLst>
  <p:handoutMasterIdLst>
    <p:handoutMasterId r:id="rId43"/>
  </p:handoutMasterIdLst>
  <p:sldIdLst>
    <p:sldId id="256" r:id="rId7"/>
    <p:sldId id="369" r:id="rId8"/>
    <p:sldId id="347" r:id="rId9"/>
    <p:sldId id="258" r:id="rId10"/>
    <p:sldId id="312" r:id="rId11"/>
    <p:sldId id="260" r:id="rId12"/>
    <p:sldId id="262" r:id="rId13"/>
    <p:sldId id="263" r:id="rId14"/>
    <p:sldId id="265" r:id="rId15"/>
    <p:sldId id="370" r:id="rId16"/>
    <p:sldId id="266" r:id="rId17"/>
    <p:sldId id="268" r:id="rId18"/>
    <p:sldId id="269" r:id="rId19"/>
    <p:sldId id="348" r:id="rId20"/>
    <p:sldId id="330" r:id="rId21"/>
    <p:sldId id="316" r:id="rId22"/>
    <p:sldId id="275" r:id="rId23"/>
    <p:sldId id="331" r:id="rId24"/>
    <p:sldId id="332" r:id="rId25"/>
    <p:sldId id="371" r:id="rId26"/>
    <p:sldId id="278" r:id="rId27"/>
    <p:sldId id="318" r:id="rId28"/>
    <p:sldId id="319" r:id="rId29"/>
    <p:sldId id="280" r:id="rId30"/>
    <p:sldId id="282" r:id="rId31"/>
    <p:sldId id="336" r:id="rId32"/>
    <p:sldId id="297" r:id="rId33"/>
    <p:sldId id="374" r:id="rId34"/>
    <p:sldId id="326" r:id="rId35"/>
    <p:sldId id="339" r:id="rId36"/>
    <p:sldId id="340" r:id="rId37"/>
    <p:sldId id="366" r:id="rId38"/>
    <p:sldId id="372" r:id="rId39"/>
    <p:sldId id="346" r:id="rId40"/>
    <p:sldId id="373" r:id="rId41"/>
  </p:sldIdLst>
  <p:sldSz cx="14336713" cy="80645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95925" algn="l" rtl="0" fontAlgn="base">
      <a:spcBef>
        <a:spcPct val="0"/>
      </a:spcBef>
      <a:spcAft>
        <a:spcPct val="0"/>
      </a:spcAft>
      <a:defRPr kern="1200">
        <a:solidFill>
          <a:schemeClr val="tx1"/>
        </a:solidFill>
        <a:latin typeface="Arial" charset="0"/>
        <a:ea typeface="+mn-ea"/>
        <a:cs typeface="+mn-cs"/>
      </a:defRPr>
    </a:lvl2pPr>
    <a:lvl3pPr marL="991850" algn="l" rtl="0" fontAlgn="base">
      <a:spcBef>
        <a:spcPct val="0"/>
      </a:spcBef>
      <a:spcAft>
        <a:spcPct val="0"/>
      </a:spcAft>
      <a:defRPr kern="1200">
        <a:solidFill>
          <a:schemeClr val="tx1"/>
        </a:solidFill>
        <a:latin typeface="Arial" charset="0"/>
        <a:ea typeface="+mn-ea"/>
        <a:cs typeface="+mn-cs"/>
      </a:defRPr>
    </a:lvl3pPr>
    <a:lvl4pPr marL="1487775" algn="l" rtl="0" fontAlgn="base">
      <a:spcBef>
        <a:spcPct val="0"/>
      </a:spcBef>
      <a:spcAft>
        <a:spcPct val="0"/>
      </a:spcAft>
      <a:defRPr kern="1200">
        <a:solidFill>
          <a:schemeClr val="tx1"/>
        </a:solidFill>
        <a:latin typeface="Arial" charset="0"/>
        <a:ea typeface="+mn-ea"/>
        <a:cs typeface="+mn-cs"/>
      </a:defRPr>
    </a:lvl4pPr>
    <a:lvl5pPr marL="1983699" algn="l" rtl="0" fontAlgn="base">
      <a:spcBef>
        <a:spcPct val="0"/>
      </a:spcBef>
      <a:spcAft>
        <a:spcPct val="0"/>
      </a:spcAft>
      <a:defRPr kern="1200">
        <a:solidFill>
          <a:schemeClr val="tx1"/>
        </a:solidFill>
        <a:latin typeface="Arial" charset="0"/>
        <a:ea typeface="+mn-ea"/>
        <a:cs typeface="+mn-cs"/>
      </a:defRPr>
    </a:lvl5pPr>
    <a:lvl6pPr marL="2479624" algn="l" defTabSz="991850" rtl="0" eaLnBrk="1" latinLnBrk="0" hangingPunct="1">
      <a:defRPr kern="1200">
        <a:solidFill>
          <a:schemeClr val="tx1"/>
        </a:solidFill>
        <a:latin typeface="Arial" charset="0"/>
        <a:ea typeface="+mn-ea"/>
        <a:cs typeface="+mn-cs"/>
      </a:defRPr>
    </a:lvl6pPr>
    <a:lvl7pPr marL="2975549" algn="l" defTabSz="991850" rtl="0" eaLnBrk="1" latinLnBrk="0" hangingPunct="1">
      <a:defRPr kern="1200">
        <a:solidFill>
          <a:schemeClr val="tx1"/>
        </a:solidFill>
        <a:latin typeface="Arial" charset="0"/>
        <a:ea typeface="+mn-ea"/>
        <a:cs typeface="+mn-cs"/>
      </a:defRPr>
    </a:lvl7pPr>
    <a:lvl8pPr marL="3471474" algn="l" defTabSz="991850" rtl="0" eaLnBrk="1" latinLnBrk="0" hangingPunct="1">
      <a:defRPr kern="1200">
        <a:solidFill>
          <a:schemeClr val="tx1"/>
        </a:solidFill>
        <a:latin typeface="Arial" charset="0"/>
        <a:ea typeface="+mn-ea"/>
        <a:cs typeface="+mn-cs"/>
      </a:defRPr>
    </a:lvl8pPr>
    <a:lvl9pPr marL="3967399" algn="l" defTabSz="99185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540" userDrawn="1">
          <p15:clr>
            <a:srgbClr val="A4A3A4"/>
          </p15:clr>
        </p15:guide>
        <p15:guide id="2" pos="45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45ED"/>
    <a:srgbClr val="38FF24"/>
    <a:srgbClr val="C76BB3"/>
    <a:srgbClr val="6666CC"/>
    <a:srgbClr val="0033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70" autoAdjust="0"/>
    <p:restoredTop sz="67394" autoAdjust="0"/>
  </p:normalViewPr>
  <p:slideViewPr>
    <p:cSldViewPr>
      <p:cViewPr varScale="1">
        <p:scale>
          <a:sx n="92" d="100"/>
          <a:sy n="92" d="100"/>
        </p:scale>
        <p:origin x="2308" y="76"/>
      </p:cViewPr>
      <p:guideLst>
        <p:guide orient="horz" pos="2540"/>
        <p:guide pos="4516"/>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handoutMaster" Target="handoutMasters/handoutMaster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s>
</file>

<file path=ppt/diagrams/_rels/data5.xml.rels><?xml version="1.0" encoding="UTF-8" standalone="yes"?>
<Relationships xmlns="http://schemas.openxmlformats.org/package/2006/relationships"><Relationship Id="rId1" Type="http://schemas.openxmlformats.org/officeDocument/2006/relationships/image" Target="../media/image21.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F3FE69-6D24-1B49-B8F5-47CFEB6421DF}"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7D6FDBE2-044C-D946-AF66-4E6D1EAAC546}">
      <dgm:prSet custT="1"/>
      <dgm:spPr/>
      <dgm:t>
        <a:bodyPr/>
        <a:lstStyle/>
        <a:p>
          <a:pPr rtl="0"/>
          <a:r>
            <a:rPr lang="en-US" sz="3200" dirty="0"/>
            <a:t>Each thread has</a:t>
          </a:r>
          <a:r>
            <a:rPr lang="en-US" sz="500" dirty="0"/>
            <a:t>:</a:t>
          </a:r>
        </a:p>
      </dgm:t>
    </dgm:pt>
    <dgm:pt modelId="{0C034ED2-9521-1B46-8D37-35A152C771D9}" type="parTrans" cxnId="{5B3C6F0C-0F90-AA4F-8D06-A3770335ED96}">
      <dgm:prSet/>
      <dgm:spPr/>
      <dgm:t>
        <a:bodyPr/>
        <a:lstStyle/>
        <a:p>
          <a:endParaRPr lang="en-US"/>
        </a:p>
      </dgm:t>
    </dgm:pt>
    <dgm:pt modelId="{F2104036-C024-8C42-9434-0BB4743791EF}" type="sibTrans" cxnId="{5B3C6F0C-0F90-AA4F-8D06-A3770335ED96}">
      <dgm:prSet/>
      <dgm:spPr/>
      <dgm:t>
        <a:bodyPr/>
        <a:lstStyle/>
        <a:p>
          <a:endParaRPr lang="en-US"/>
        </a:p>
      </dgm:t>
    </dgm:pt>
    <dgm:pt modelId="{49DD2062-7C67-9D4E-A6C0-A4F6C65106E7}">
      <dgm:prSet custT="1"/>
      <dgm:spPr/>
      <dgm:t>
        <a:bodyPr/>
        <a:lstStyle/>
        <a:p>
          <a:pPr rtl="0">
            <a:lnSpc>
              <a:spcPct val="150000"/>
            </a:lnSpc>
            <a:buFont typeface="Wingdings" panose="05000000000000000000" pitchFamily="2" charset="2"/>
            <a:buChar char="v"/>
          </a:pPr>
          <a:r>
            <a:rPr lang="en-US" sz="2800" dirty="0"/>
            <a:t>an execution state (Ready, Running, etc.)</a:t>
          </a:r>
        </a:p>
      </dgm:t>
    </dgm:pt>
    <dgm:pt modelId="{03EF178E-485E-444B-B4CF-2446D801B317}" type="parTrans" cxnId="{B41FF676-8C39-0241-8B4C-3D60670E8EB5}">
      <dgm:prSet/>
      <dgm:spPr/>
      <dgm:t>
        <a:bodyPr/>
        <a:lstStyle/>
        <a:p>
          <a:endParaRPr lang="en-US"/>
        </a:p>
      </dgm:t>
    </dgm:pt>
    <dgm:pt modelId="{0613634A-EF56-D64F-AD59-8999790F6090}" type="sibTrans" cxnId="{B41FF676-8C39-0241-8B4C-3D60670E8EB5}">
      <dgm:prSet/>
      <dgm:spPr/>
      <dgm:t>
        <a:bodyPr/>
        <a:lstStyle/>
        <a:p>
          <a:endParaRPr lang="en-US"/>
        </a:p>
      </dgm:t>
    </dgm:pt>
    <dgm:pt modelId="{4355AE52-8070-0C48-81BD-42FC0AA13B04}">
      <dgm:prSet custT="1"/>
      <dgm:spPr/>
      <dgm:t>
        <a:bodyPr/>
        <a:lstStyle/>
        <a:p>
          <a:pPr rtl="0">
            <a:lnSpc>
              <a:spcPct val="150000"/>
            </a:lnSpc>
            <a:buFont typeface="Wingdings" panose="05000000000000000000" pitchFamily="2" charset="2"/>
            <a:buChar char="v"/>
          </a:pPr>
          <a:r>
            <a:rPr lang="en-US" sz="2800" dirty="0"/>
            <a:t>saved thread context when not running</a:t>
          </a:r>
        </a:p>
      </dgm:t>
    </dgm:pt>
    <dgm:pt modelId="{92CC476F-D53A-BC45-A22A-A5E577E991C6}" type="parTrans" cxnId="{BA99F35D-F315-B64A-B2FA-A9CC6CC3E61A}">
      <dgm:prSet/>
      <dgm:spPr/>
      <dgm:t>
        <a:bodyPr/>
        <a:lstStyle/>
        <a:p>
          <a:endParaRPr lang="en-US"/>
        </a:p>
      </dgm:t>
    </dgm:pt>
    <dgm:pt modelId="{2264E98C-F2FA-944E-8B55-A8BEB23316E0}" type="sibTrans" cxnId="{BA99F35D-F315-B64A-B2FA-A9CC6CC3E61A}">
      <dgm:prSet/>
      <dgm:spPr/>
      <dgm:t>
        <a:bodyPr/>
        <a:lstStyle/>
        <a:p>
          <a:endParaRPr lang="en-US"/>
        </a:p>
      </dgm:t>
    </dgm:pt>
    <dgm:pt modelId="{890DC9E8-3B3E-864E-A4AF-795D59B4B4CF}">
      <dgm:prSet custT="1"/>
      <dgm:spPr/>
      <dgm:t>
        <a:bodyPr/>
        <a:lstStyle/>
        <a:p>
          <a:pPr rtl="0">
            <a:lnSpc>
              <a:spcPct val="150000"/>
            </a:lnSpc>
            <a:buFont typeface="Wingdings" panose="05000000000000000000" pitchFamily="2" charset="2"/>
            <a:buChar char="v"/>
          </a:pPr>
          <a:r>
            <a:rPr lang="en-US" sz="2800" dirty="0"/>
            <a:t>an execution stack</a:t>
          </a:r>
        </a:p>
      </dgm:t>
    </dgm:pt>
    <dgm:pt modelId="{AAF4AC6E-2567-C34E-A87E-2D33DA449641}" type="parTrans" cxnId="{29DDDDDC-6775-0E4D-A0ED-BB689C0ADED6}">
      <dgm:prSet/>
      <dgm:spPr/>
      <dgm:t>
        <a:bodyPr/>
        <a:lstStyle/>
        <a:p>
          <a:endParaRPr lang="en-US"/>
        </a:p>
      </dgm:t>
    </dgm:pt>
    <dgm:pt modelId="{510B5EB9-6AEC-F943-AF5B-AB983733739A}" type="sibTrans" cxnId="{29DDDDDC-6775-0E4D-A0ED-BB689C0ADED6}">
      <dgm:prSet/>
      <dgm:spPr/>
      <dgm:t>
        <a:bodyPr/>
        <a:lstStyle/>
        <a:p>
          <a:endParaRPr lang="en-US"/>
        </a:p>
      </dgm:t>
    </dgm:pt>
    <dgm:pt modelId="{2BC1316B-0411-5246-A176-EC0C463C5CEB}">
      <dgm:prSet custT="1"/>
      <dgm:spPr/>
      <dgm:t>
        <a:bodyPr/>
        <a:lstStyle/>
        <a:p>
          <a:pPr rtl="0">
            <a:lnSpc>
              <a:spcPct val="150000"/>
            </a:lnSpc>
            <a:buFont typeface="Wingdings" panose="05000000000000000000" pitchFamily="2" charset="2"/>
            <a:buChar char="v"/>
          </a:pPr>
          <a:r>
            <a:rPr lang="en-US" sz="2800" dirty="0"/>
            <a:t>some per-thread static storage for local variables</a:t>
          </a:r>
        </a:p>
      </dgm:t>
    </dgm:pt>
    <dgm:pt modelId="{E4BBBBD0-FDD9-1646-8A75-DC9703F771D0}" type="parTrans" cxnId="{3EDC08E8-5384-EE4D-8DAF-228782216A8A}">
      <dgm:prSet/>
      <dgm:spPr/>
      <dgm:t>
        <a:bodyPr/>
        <a:lstStyle/>
        <a:p>
          <a:endParaRPr lang="en-US"/>
        </a:p>
      </dgm:t>
    </dgm:pt>
    <dgm:pt modelId="{172371D8-5807-814A-B5B9-17F05F1A7746}" type="sibTrans" cxnId="{3EDC08E8-5384-EE4D-8DAF-228782216A8A}">
      <dgm:prSet/>
      <dgm:spPr/>
      <dgm:t>
        <a:bodyPr/>
        <a:lstStyle/>
        <a:p>
          <a:endParaRPr lang="en-US"/>
        </a:p>
      </dgm:t>
    </dgm:pt>
    <dgm:pt modelId="{741B2E95-EC62-3E45-9B75-41EA9ED65D20}">
      <dgm:prSet custT="1"/>
      <dgm:spPr/>
      <dgm:t>
        <a:bodyPr/>
        <a:lstStyle/>
        <a:p>
          <a:pPr rtl="0">
            <a:lnSpc>
              <a:spcPct val="150000"/>
            </a:lnSpc>
            <a:buFont typeface="Wingdings" panose="05000000000000000000" pitchFamily="2" charset="2"/>
            <a:buChar char="v"/>
          </a:pPr>
          <a:r>
            <a:rPr lang="en-US" sz="2800" dirty="0"/>
            <a:t>access to the memory and resources of its process (all threads of a process share this)</a:t>
          </a:r>
        </a:p>
      </dgm:t>
    </dgm:pt>
    <dgm:pt modelId="{CB728BB5-4A17-DF44-87C5-0DE31F870D10}" type="parTrans" cxnId="{2D5A94CD-5BC9-884A-A532-5DDC5C551573}">
      <dgm:prSet/>
      <dgm:spPr/>
      <dgm:t>
        <a:bodyPr/>
        <a:lstStyle/>
        <a:p>
          <a:endParaRPr lang="en-US"/>
        </a:p>
      </dgm:t>
    </dgm:pt>
    <dgm:pt modelId="{8EFE1291-B1E4-2840-8592-6C089E5953F2}" type="sibTrans" cxnId="{2D5A94CD-5BC9-884A-A532-5DDC5C551573}">
      <dgm:prSet/>
      <dgm:spPr/>
      <dgm:t>
        <a:bodyPr/>
        <a:lstStyle/>
        <a:p>
          <a:endParaRPr lang="en-US"/>
        </a:p>
      </dgm:t>
    </dgm:pt>
    <dgm:pt modelId="{826222EF-43B0-49FA-9B8A-9BD3E527176E}">
      <dgm:prSet/>
      <dgm:spPr/>
      <dgm:t>
        <a:bodyPr/>
        <a:lstStyle/>
        <a:p>
          <a:pPr rtl="0"/>
          <a:r>
            <a:rPr lang="en-US" baseline="0" dirty="0">
              <a:solidFill>
                <a:schemeClr val="tx1"/>
              </a:solidFill>
              <a:latin typeface="+mn-lt"/>
              <a:ea typeface="+mn-ea"/>
              <a:cs typeface="+mn-cs"/>
            </a:rPr>
            <a:t>Within a process, there may be one or more threads, each with the following:</a:t>
          </a:r>
        </a:p>
      </dgm:t>
    </dgm:pt>
    <dgm:pt modelId="{D948F5F9-1F00-4BA2-A725-B70172E40950}" type="parTrans" cxnId="{6DA79482-9474-4B66-86A0-07B1D79AE99C}">
      <dgm:prSet/>
      <dgm:spPr/>
      <dgm:t>
        <a:bodyPr/>
        <a:lstStyle/>
        <a:p>
          <a:endParaRPr lang="en-GB"/>
        </a:p>
      </dgm:t>
    </dgm:pt>
    <dgm:pt modelId="{EE37589B-9C87-448A-A44D-A615DC62C483}" type="sibTrans" cxnId="{6DA79482-9474-4B66-86A0-07B1D79AE99C}">
      <dgm:prSet/>
      <dgm:spPr/>
      <dgm:t>
        <a:bodyPr/>
        <a:lstStyle/>
        <a:p>
          <a:endParaRPr lang="en-GB"/>
        </a:p>
      </dgm:t>
    </dgm:pt>
    <dgm:pt modelId="{50825A7A-F96C-8748-8EAC-3F49A06BD7C7}" type="pres">
      <dgm:prSet presAssocID="{9CF3FE69-6D24-1B49-B8F5-47CFEB6421DF}" presName="linear" presStyleCnt="0">
        <dgm:presLayoutVars>
          <dgm:dir/>
          <dgm:animLvl val="lvl"/>
          <dgm:resizeHandles val="exact"/>
        </dgm:presLayoutVars>
      </dgm:prSet>
      <dgm:spPr/>
    </dgm:pt>
    <dgm:pt modelId="{201D5F21-1DB1-104C-AE9A-CBE95FAE25C1}" type="pres">
      <dgm:prSet presAssocID="{7D6FDBE2-044C-D946-AF66-4E6D1EAAC546}" presName="parentLin" presStyleCnt="0"/>
      <dgm:spPr/>
    </dgm:pt>
    <dgm:pt modelId="{6683806C-140C-074A-8B5B-FDCCA9146C25}" type="pres">
      <dgm:prSet presAssocID="{7D6FDBE2-044C-D946-AF66-4E6D1EAAC546}" presName="parentLeftMargin" presStyleLbl="node1" presStyleIdx="0" presStyleCnt="2"/>
      <dgm:spPr/>
    </dgm:pt>
    <dgm:pt modelId="{5E289D48-2C1F-DB42-885C-FA72D3EFD61D}" type="pres">
      <dgm:prSet presAssocID="{7D6FDBE2-044C-D946-AF66-4E6D1EAAC546}" presName="parentText" presStyleLbl="node1" presStyleIdx="0" presStyleCnt="2" custFlipVert="0" custScaleY="628923" custLinFactNeighborX="3372" custLinFactNeighborY="-1770">
        <dgm:presLayoutVars>
          <dgm:chMax val="0"/>
          <dgm:bulletEnabled val="1"/>
        </dgm:presLayoutVars>
      </dgm:prSet>
      <dgm:spPr/>
    </dgm:pt>
    <dgm:pt modelId="{90C74369-D664-AD40-8D6C-0392A0591598}" type="pres">
      <dgm:prSet presAssocID="{7D6FDBE2-044C-D946-AF66-4E6D1EAAC546}" presName="negativeSpace" presStyleCnt="0"/>
      <dgm:spPr/>
    </dgm:pt>
    <dgm:pt modelId="{03E24D38-E902-DF4A-817F-AECD509B69DC}" type="pres">
      <dgm:prSet presAssocID="{7D6FDBE2-044C-D946-AF66-4E6D1EAAC546}" presName="childText" presStyleLbl="conFgAcc1" presStyleIdx="0" presStyleCnt="2" custScaleY="115700" custLinFactY="-3764" custLinFactNeighborX="-16782" custLinFactNeighborY="-100000">
        <dgm:presLayoutVars>
          <dgm:bulletEnabled val="1"/>
        </dgm:presLayoutVars>
      </dgm:prSet>
      <dgm:spPr/>
    </dgm:pt>
    <dgm:pt modelId="{A325E4DC-1E18-4933-82D8-51B033B1D2B0}" type="pres">
      <dgm:prSet presAssocID="{F2104036-C024-8C42-9434-0BB4743791EF}" presName="spaceBetweenRectangles" presStyleCnt="0"/>
      <dgm:spPr/>
    </dgm:pt>
    <dgm:pt modelId="{D31CD8CB-88B0-4F69-917F-A6C0AE688083}" type="pres">
      <dgm:prSet presAssocID="{826222EF-43B0-49FA-9B8A-9BD3E527176E}" presName="parentLin" presStyleCnt="0"/>
      <dgm:spPr/>
    </dgm:pt>
    <dgm:pt modelId="{EDDB59E9-E83A-4D77-975A-1A90A31AD48F}" type="pres">
      <dgm:prSet presAssocID="{826222EF-43B0-49FA-9B8A-9BD3E527176E}" presName="parentLeftMargin" presStyleLbl="node1" presStyleIdx="0" presStyleCnt="2"/>
      <dgm:spPr/>
    </dgm:pt>
    <dgm:pt modelId="{BDAB3A8D-EA04-4DE6-80A6-E239BDD6E95E}" type="pres">
      <dgm:prSet presAssocID="{826222EF-43B0-49FA-9B8A-9BD3E527176E}" presName="parentText" presStyleLbl="node1" presStyleIdx="1" presStyleCnt="2">
        <dgm:presLayoutVars>
          <dgm:chMax val="0"/>
          <dgm:bulletEnabled val="1"/>
        </dgm:presLayoutVars>
      </dgm:prSet>
      <dgm:spPr/>
    </dgm:pt>
    <dgm:pt modelId="{C96AC532-5DD9-444E-AEC8-3C1F5B813BFC}" type="pres">
      <dgm:prSet presAssocID="{826222EF-43B0-49FA-9B8A-9BD3E527176E}" presName="negativeSpace" presStyleCnt="0"/>
      <dgm:spPr/>
    </dgm:pt>
    <dgm:pt modelId="{C26DFD75-1C9B-4AC3-A5B2-FDF0319E95B3}" type="pres">
      <dgm:prSet presAssocID="{826222EF-43B0-49FA-9B8A-9BD3E527176E}" presName="childText" presStyleLbl="conFgAcc1" presStyleIdx="1" presStyleCnt="2">
        <dgm:presLayoutVars>
          <dgm:bulletEnabled val="1"/>
        </dgm:presLayoutVars>
      </dgm:prSet>
      <dgm:spPr/>
    </dgm:pt>
  </dgm:ptLst>
  <dgm:cxnLst>
    <dgm:cxn modelId="{5B3C6F0C-0F90-AA4F-8D06-A3770335ED96}" srcId="{9CF3FE69-6D24-1B49-B8F5-47CFEB6421DF}" destId="{7D6FDBE2-044C-D946-AF66-4E6D1EAAC546}" srcOrd="0" destOrd="0" parTransId="{0C034ED2-9521-1B46-8D37-35A152C771D9}" sibTransId="{F2104036-C024-8C42-9434-0BB4743791EF}"/>
    <dgm:cxn modelId="{C710E316-83B9-43AE-95BE-9EA594688A56}" type="presOf" srcId="{826222EF-43B0-49FA-9B8A-9BD3E527176E}" destId="{BDAB3A8D-EA04-4DE6-80A6-E239BDD6E95E}" srcOrd="1" destOrd="0" presId="urn:microsoft.com/office/officeart/2005/8/layout/list1"/>
    <dgm:cxn modelId="{AB2C4125-1CE6-E649-9700-85E000F14862}" type="presOf" srcId="{7D6FDBE2-044C-D946-AF66-4E6D1EAAC546}" destId="{6683806C-140C-074A-8B5B-FDCCA9146C25}" srcOrd="0" destOrd="0" presId="urn:microsoft.com/office/officeart/2005/8/layout/list1"/>
    <dgm:cxn modelId="{3D77B02C-F0A7-4C71-B47E-95EBDCF49A43}" type="presOf" srcId="{826222EF-43B0-49FA-9B8A-9BD3E527176E}" destId="{EDDB59E9-E83A-4D77-975A-1A90A31AD48F}" srcOrd="0" destOrd="0" presId="urn:microsoft.com/office/officeart/2005/8/layout/list1"/>
    <dgm:cxn modelId="{BA99F35D-F315-B64A-B2FA-A9CC6CC3E61A}" srcId="{7D6FDBE2-044C-D946-AF66-4E6D1EAAC546}" destId="{4355AE52-8070-0C48-81BD-42FC0AA13B04}" srcOrd="1" destOrd="0" parTransId="{92CC476F-D53A-BC45-A22A-A5E577E991C6}" sibTransId="{2264E98C-F2FA-944E-8B55-A8BEB23316E0}"/>
    <dgm:cxn modelId="{E349C549-9D15-C44B-9117-680E8921441B}" type="presOf" srcId="{2BC1316B-0411-5246-A176-EC0C463C5CEB}" destId="{03E24D38-E902-DF4A-817F-AECD509B69DC}" srcOrd="0" destOrd="3" presId="urn:microsoft.com/office/officeart/2005/8/layout/list1"/>
    <dgm:cxn modelId="{B1803D6E-242A-824E-849F-783D0007B9AD}" type="presOf" srcId="{7D6FDBE2-044C-D946-AF66-4E6D1EAAC546}" destId="{5E289D48-2C1F-DB42-885C-FA72D3EFD61D}" srcOrd="1" destOrd="0" presId="urn:microsoft.com/office/officeart/2005/8/layout/list1"/>
    <dgm:cxn modelId="{95FBD44F-B263-7B47-BC55-2571B7C50EF2}" type="presOf" srcId="{49DD2062-7C67-9D4E-A6C0-A4F6C65106E7}" destId="{03E24D38-E902-DF4A-817F-AECD509B69DC}" srcOrd="0" destOrd="0" presId="urn:microsoft.com/office/officeart/2005/8/layout/list1"/>
    <dgm:cxn modelId="{B41FF676-8C39-0241-8B4C-3D60670E8EB5}" srcId="{7D6FDBE2-044C-D946-AF66-4E6D1EAAC546}" destId="{49DD2062-7C67-9D4E-A6C0-A4F6C65106E7}" srcOrd="0" destOrd="0" parTransId="{03EF178E-485E-444B-B4CF-2446D801B317}" sibTransId="{0613634A-EF56-D64F-AD59-8999790F6090}"/>
    <dgm:cxn modelId="{6DA79482-9474-4B66-86A0-07B1D79AE99C}" srcId="{9CF3FE69-6D24-1B49-B8F5-47CFEB6421DF}" destId="{826222EF-43B0-49FA-9B8A-9BD3E527176E}" srcOrd="1" destOrd="0" parTransId="{D948F5F9-1F00-4BA2-A725-B70172E40950}" sibTransId="{EE37589B-9C87-448A-A44D-A615DC62C483}"/>
    <dgm:cxn modelId="{FB680583-2014-7B45-808E-A5DFD4B63FA8}" type="presOf" srcId="{9CF3FE69-6D24-1B49-B8F5-47CFEB6421DF}" destId="{50825A7A-F96C-8748-8EAC-3F49A06BD7C7}" srcOrd="0" destOrd="0" presId="urn:microsoft.com/office/officeart/2005/8/layout/list1"/>
    <dgm:cxn modelId="{A64D3BA1-F56C-514E-BA64-C37B2AFBD908}" type="presOf" srcId="{4355AE52-8070-0C48-81BD-42FC0AA13B04}" destId="{03E24D38-E902-DF4A-817F-AECD509B69DC}" srcOrd="0" destOrd="1" presId="urn:microsoft.com/office/officeart/2005/8/layout/list1"/>
    <dgm:cxn modelId="{CBF2DCB3-103A-F048-AB9E-043E6AE644FC}" type="presOf" srcId="{890DC9E8-3B3E-864E-A4AF-795D59B4B4CF}" destId="{03E24D38-E902-DF4A-817F-AECD509B69DC}" srcOrd="0" destOrd="2" presId="urn:microsoft.com/office/officeart/2005/8/layout/list1"/>
    <dgm:cxn modelId="{A77D76B6-27A4-C343-9F62-5946FA29AF55}" type="presOf" srcId="{741B2E95-EC62-3E45-9B75-41EA9ED65D20}" destId="{03E24D38-E902-DF4A-817F-AECD509B69DC}" srcOrd="0" destOrd="4" presId="urn:microsoft.com/office/officeart/2005/8/layout/list1"/>
    <dgm:cxn modelId="{2D5A94CD-5BC9-884A-A532-5DDC5C551573}" srcId="{7D6FDBE2-044C-D946-AF66-4E6D1EAAC546}" destId="{741B2E95-EC62-3E45-9B75-41EA9ED65D20}" srcOrd="4" destOrd="0" parTransId="{CB728BB5-4A17-DF44-87C5-0DE31F870D10}" sibTransId="{8EFE1291-B1E4-2840-8592-6C089E5953F2}"/>
    <dgm:cxn modelId="{29DDDDDC-6775-0E4D-A0ED-BB689C0ADED6}" srcId="{7D6FDBE2-044C-D946-AF66-4E6D1EAAC546}" destId="{890DC9E8-3B3E-864E-A4AF-795D59B4B4CF}" srcOrd="2" destOrd="0" parTransId="{AAF4AC6E-2567-C34E-A87E-2D33DA449641}" sibTransId="{510B5EB9-6AEC-F943-AF5B-AB983733739A}"/>
    <dgm:cxn modelId="{3EDC08E8-5384-EE4D-8DAF-228782216A8A}" srcId="{7D6FDBE2-044C-D946-AF66-4E6D1EAAC546}" destId="{2BC1316B-0411-5246-A176-EC0C463C5CEB}" srcOrd="3" destOrd="0" parTransId="{E4BBBBD0-FDD9-1646-8A75-DC9703F771D0}" sibTransId="{172371D8-5807-814A-B5B9-17F05F1A7746}"/>
    <dgm:cxn modelId="{42866DD1-172F-2F4D-B861-7B0AFD8BBC01}" type="presParOf" srcId="{50825A7A-F96C-8748-8EAC-3F49A06BD7C7}" destId="{201D5F21-1DB1-104C-AE9A-CBE95FAE25C1}" srcOrd="0" destOrd="0" presId="urn:microsoft.com/office/officeart/2005/8/layout/list1"/>
    <dgm:cxn modelId="{5C979B3D-BECF-504D-A003-CAC4280358E4}" type="presParOf" srcId="{201D5F21-1DB1-104C-AE9A-CBE95FAE25C1}" destId="{6683806C-140C-074A-8B5B-FDCCA9146C25}" srcOrd="0" destOrd="0" presId="urn:microsoft.com/office/officeart/2005/8/layout/list1"/>
    <dgm:cxn modelId="{FBB1C627-0586-9A48-A0EC-3E73F74F839A}" type="presParOf" srcId="{201D5F21-1DB1-104C-AE9A-CBE95FAE25C1}" destId="{5E289D48-2C1F-DB42-885C-FA72D3EFD61D}" srcOrd="1" destOrd="0" presId="urn:microsoft.com/office/officeart/2005/8/layout/list1"/>
    <dgm:cxn modelId="{9FE1803D-943B-D847-B337-952BF2869996}" type="presParOf" srcId="{50825A7A-F96C-8748-8EAC-3F49A06BD7C7}" destId="{90C74369-D664-AD40-8D6C-0392A0591598}" srcOrd="1" destOrd="0" presId="urn:microsoft.com/office/officeart/2005/8/layout/list1"/>
    <dgm:cxn modelId="{DB58FAEE-C5BB-EC4D-AEFA-1DACA28730B1}" type="presParOf" srcId="{50825A7A-F96C-8748-8EAC-3F49A06BD7C7}" destId="{03E24D38-E902-DF4A-817F-AECD509B69DC}" srcOrd="2" destOrd="0" presId="urn:microsoft.com/office/officeart/2005/8/layout/list1"/>
    <dgm:cxn modelId="{C61F101E-B692-4709-B459-0282962B30A2}" type="presParOf" srcId="{50825A7A-F96C-8748-8EAC-3F49A06BD7C7}" destId="{A325E4DC-1E18-4933-82D8-51B033B1D2B0}" srcOrd="3" destOrd="0" presId="urn:microsoft.com/office/officeart/2005/8/layout/list1"/>
    <dgm:cxn modelId="{73393F3F-8DB1-4766-8569-32454ECD2580}" type="presParOf" srcId="{50825A7A-F96C-8748-8EAC-3F49A06BD7C7}" destId="{D31CD8CB-88B0-4F69-917F-A6C0AE688083}" srcOrd="4" destOrd="0" presId="urn:microsoft.com/office/officeart/2005/8/layout/list1"/>
    <dgm:cxn modelId="{ACCA3239-F30C-4EF2-91C2-B2A78D55B8F7}" type="presParOf" srcId="{D31CD8CB-88B0-4F69-917F-A6C0AE688083}" destId="{EDDB59E9-E83A-4D77-975A-1A90A31AD48F}" srcOrd="0" destOrd="0" presId="urn:microsoft.com/office/officeart/2005/8/layout/list1"/>
    <dgm:cxn modelId="{1CF7F233-A3A1-4E53-9157-530810670B22}" type="presParOf" srcId="{D31CD8CB-88B0-4F69-917F-A6C0AE688083}" destId="{BDAB3A8D-EA04-4DE6-80A6-E239BDD6E95E}" srcOrd="1" destOrd="0" presId="urn:microsoft.com/office/officeart/2005/8/layout/list1"/>
    <dgm:cxn modelId="{9DD3D6F0-A422-4359-8D19-664C3E881566}" type="presParOf" srcId="{50825A7A-F96C-8748-8EAC-3F49A06BD7C7}" destId="{C96AC532-5DD9-444E-AEC8-3C1F5B813BFC}" srcOrd="5" destOrd="0" presId="urn:microsoft.com/office/officeart/2005/8/layout/list1"/>
    <dgm:cxn modelId="{BCE18265-46B6-439F-82A6-0312A4795BC3}" type="presParOf" srcId="{50825A7A-F96C-8748-8EAC-3F49A06BD7C7}" destId="{C26DFD75-1C9B-4AC3-A5B2-FDF0319E95B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612792-3CCB-3147-AB6A-564A067D979F}"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AFA0CC6C-5A11-3541-A96B-BBB9E8F10083}">
      <dgm:prSet custT="1"/>
      <dgm:spPr/>
      <dgm:t>
        <a:bodyPr/>
        <a:lstStyle/>
        <a:p>
          <a:pPr rtl="0"/>
          <a:r>
            <a:rPr lang="en-US" sz="2400" dirty="0"/>
            <a:t>Takes less time to create a new thread than a process</a:t>
          </a:r>
        </a:p>
      </dgm:t>
    </dgm:pt>
    <dgm:pt modelId="{0051A69D-4669-124D-85A6-0A75C8565B53}" type="parTrans" cxnId="{EE406D00-A366-AB41-B013-79960A0EF781}">
      <dgm:prSet/>
      <dgm:spPr/>
      <dgm:t>
        <a:bodyPr/>
        <a:lstStyle/>
        <a:p>
          <a:endParaRPr lang="en-US"/>
        </a:p>
      </dgm:t>
    </dgm:pt>
    <dgm:pt modelId="{89B2846F-B036-B845-98E7-5447983B519B}" type="sibTrans" cxnId="{EE406D00-A366-AB41-B013-79960A0EF781}">
      <dgm:prSet/>
      <dgm:spPr/>
      <dgm:t>
        <a:bodyPr/>
        <a:lstStyle/>
        <a:p>
          <a:endParaRPr lang="en-US" dirty="0"/>
        </a:p>
      </dgm:t>
    </dgm:pt>
    <dgm:pt modelId="{72BE931D-4917-064A-8CED-E89B3B49C005}">
      <dgm:prSet custT="1"/>
      <dgm:spPr/>
      <dgm:t>
        <a:bodyPr/>
        <a:lstStyle/>
        <a:p>
          <a:pPr rtl="0"/>
          <a:r>
            <a:rPr lang="en-US" sz="2400" dirty="0"/>
            <a:t>Less time to terminate a thread than a process</a:t>
          </a:r>
        </a:p>
      </dgm:t>
    </dgm:pt>
    <dgm:pt modelId="{4B95287D-3311-4B44-822D-7DBF087E83C4}" type="parTrans" cxnId="{545C5D4E-2318-DA44-81A1-FE37C177C142}">
      <dgm:prSet/>
      <dgm:spPr/>
      <dgm:t>
        <a:bodyPr/>
        <a:lstStyle/>
        <a:p>
          <a:endParaRPr lang="en-US"/>
        </a:p>
      </dgm:t>
    </dgm:pt>
    <dgm:pt modelId="{383132FC-8629-134A-9906-CD52E08F6531}" type="sibTrans" cxnId="{545C5D4E-2318-DA44-81A1-FE37C177C142}">
      <dgm:prSet/>
      <dgm:spPr/>
      <dgm:t>
        <a:bodyPr/>
        <a:lstStyle/>
        <a:p>
          <a:endParaRPr lang="en-US" dirty="0"/>
        </a:p>
      </dgm:t>
    </dgm:pt>
    <dgm:pt modelId="{1765FA09-159F-6843-8FFB-18AA17877074}">
      <dgm:prSet custT="1"/>
      <dgm:spPr/>
      <dgm:t>
        <a:bodyPr/>
        <a:lstStyle/>
        <a:p>
          <a:pPr rtl="0"/>
          <a:r>
            <a:rPr lang="en-US" sz="2400" dirty="0"/>
            <a:t>Switching between two threads takes less time than switching between processes</a:t>
          </a:r>
        </a:p>
      </dgm:t>
    </dgm:pt>
    <dgm:pt modelId="{2F61D544-E6BE-5A4A-B671-6050A491E6EE}" type="parTrans" cxnId="{D1A6B5C9-FAE6-E84A-9BDE-4250B3BC4505}">
      <dgm:prSet/>
      <dgm:spPr/>
      <dgm:t>
        <a:bodyPr/>
        <a:lstStyle/>
        <a:p>
          <a:endParaRPr lang="en-US"/>
        </a:p>
      </dgm:t>
    </dgm:pt>
    <dgm:pt modelId="{AF82CA53-B444-2C4A-A223-DA80E41EF993}" type="sibTrans" cxnId="{D1A6B5C9-FAE6-E84A-9BDE-4250B3BC4505}">
      <dgm:prSet/>
      <dgm:spPr/>
      <dgm:t>
        <a:bodyPr/>
        <a:lstStyle/>
        <a:p>
          <a:endParaRPr lang="en-US" dirty="0"/>
        </a:p>
      </dgm:t>
    </dgm:pt>
    <dgm:pt modelId="{AD34B155-D904-644D-95D1-187D4C7439BD}">
      <dgm:prSet custT="1"/>
      <dgm:spPr>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gradFill>
      </dgm:spPr>
      <dgm:t>
        <a:bodyPr/>
        <a:lstStyle/>
        <a:p>
          <a:pPr rtl="0"/>
          <a:r>
            <a:rPr lang="en-US" sz="2400" dirty="0"/>
            <a:t>Threads enhance efficiency in communication </a:t>
          </a:r>
          <a:r>
            <a:rPr lang="en-US" sz="2400" dirty="0">
              <a:solidFill>
                <a:schemeClr val="bg1"/>
              </a:solidFill>
            </a:rPr>
            <a:t>between programs</a:t>
          </a:r>
          <a:r>
            <a:rPr lang="en-US" sz="2400" dirty="0">
              <a:solidFill>
                <a:srgbClr val="38FF24"/>
              </a:solidFill>
            </a:rPr>
            <a:t> </a:t>
          </a:r>
          <a:r>
            <a:rPr lang="en-US" sz="2400" i="1" baseline="0" dirty="0">
              <a:solidFill>
                <a:srgbClr val="38FF24"/>
              </a:solidFill>
              <a:latin typeface="+mn-lt"/>
              <a:ea typeface="+mn-ea"/>
              <a:cs typeface="+mn-cs"/>
            </a:rPr>
            <a:t>because threads within the same process share memory and files. Hence, they can communicate with each other without invoking the kernel</a:t>
          </a:r>
          <a:r>
            <a:rPr lang="en-US" sz="2400" baseline="0" dirty="0">
              <a:solidFill>
                <a:schemeClr val="tx1"/>
              </a:solidFill>
              <a:latin typeface="+mn-lt"/>
              <a:ea typeface="+mn-ea"/>
              <a:cs typeface="+mn-cs"/>
            </a:rPr>
            <a:t>.</a:t>
          </a:r>
          <a:endParaRPr lang="en-US" sz="2400" dirty="0"/>
        </a:p>
      </dgm:t>
    </dgm:pt>
    <dgm:pt modelId="{7C71F8B5-0903-7B4E-89CC-A33A4F72AF14}" type="parTrans" cxnId="{B2CDC935-D2D5-1B4A-9185-022688E19A2B}">
      <dgm:prSet/>
      <dgm:spPr/>
      <dgm:t>
        <a:bodyPr/>
        <a:lstStyle/>
        <a:p>
          <a:endParaRPr lang="en-US"/>
        </a:p>
      </dgm:t>
    </dgm:pt>
    <dgm:pt modelId="{09A54BFE-F92A-F14A-9470-DB6AA6E7DBC4}" type="sibTrans" cxnId="{B2CDC935-D2D5-1B4A-9185-022688E19A2B}">
      <dgm:prSet/>
      <dgm:spPr/>
      <dgm:t>
        <a:bodyPr/>
        <a:lstStyle/>
        <a:p>
          <a:endParaRPr lang="en-US"/>
        </a:p>
      </dgm:t>
    </dgm:pt>
    <dgm:pt modelId="{F31B188B-EE04-7A41-B087-53347EEFDF99}" type="pres">
      <dgm:prSet presAssocID="{18612792-3CCB-3147-AB6A-564A067D979F}" presName="Name0" presStyleCnt="0">
        <dgm:presLayoutVars>
          <dgm:dir/>
          <dgm:animLvl val="lvl"/>
          <dgm:resizeHandles val="exact"/>
        </dgm:presLayoutVars>
      </dgm:prSet>
      <dgm:spPr/>
    </dgm:pt>
    <dgm:pt modelId="{386799D7-94D7-814E-8B46-9492E2021E75}" type="pres">
      <dgm:prSet presAssocID="{18612792-3CCB-3147-AB6A-564A067D979F}" presName="tSp" presStyleCnt="0"/>
      <dgm:spPr/>
    </dgm:pt>
    <dgm:pt modelId="{49582FC7-E5E8-FD46-97E2-1C712C16B51B}" type="pres">
      <dgm:prSet presAssocID="{18612792-3CCB-3147-AB6A-564A067D979F}" presName="bSp" presStyleCnt="0"/>
      <dgm:spPr/>
    </dgm:pt>
    <dgm:pt modelId="{A88E4BEC-E3E1-7A47-8F0D-4E9A043F7A3F}" type="pres">
      <dgm:prSet presAssocID="{18612792-3CCB-3147-AB6A-564A067D979F}" presName="process" presStyleCnt="0"/>
      <dgm:spPr/>
    </dgm:pt>
    <dgm:pt modelId="{6B723AA7-98F1-004E-92ED-62FA82380A40}" type="pres">
      <dgm:prSet presAssocID="{AFA0CC6C-5A11-3541-A96B-BBB9E8F10083}" presName="composite1" presStyleCnt="0"/>
      <dgm:spPr/>
    </dgm:pt>
    <dgm:pt modelId="{BC24B6E1-8926-6843-9594-F3E8EEF720BF}" type="pres">
      <dgm:prSet presAssocID="{AFA0CC6C-5A11-3541-A96B-BBB9E8F10083}" presName="dummyNode1" presStyleLbl="node1" presStyleIdx="0" presStyleCnt="4"/>
      <dgm:spPr/>
    </dgm:pt>
    <dgm:pt modelId="{C025B061-28CD-1A44-A68C-27DC3598CC6C}" type="pres">
      <dgm:prSet presAssocID="{AFA0CC6C-5A11-3541-A96B-BBB9E8F10083}" presName="childNode1" presStyleLbl="bgAcc1" presStyleIdx="0" presStyleCnt="4">
        <dgm:presLayoutVars>
          <dgm:bulletEnabled val="1"/>
        </dgm:presLayoutVars>
      </dgm:prSet>
      <dgm:spPr/>
    </dgm:pt>
    <dgm:pt modelId="{96DAA187-7B06-664F-AA58-18925EE1891B}" type="pres">
      <dgm:prSet presAssocID="{AFA0CC6C-5A11-3541-A96B-BBB9E8F10083}" presName="childNode1tx" presStyleLbl="bgAcc1" presStyleIdx="0" presStyleCnt="4">
        <dgm:presLayoutVars>
          <dgm:bulletEnabled val="1"/>
        </dgm:presLayoutVars>
      </dgm:prSet>
      <dgm:spPr/>
    </dgm:pt>
    <dgm:pt modelId="{D4D7556E-CD4B-0F43-B97B-025926CE55A9}" type="pres">
      <dgm:prSet presAssocID="{AFA0CC6C-5A11-3541-A96B-BBB9E8F10083}" presName="parentNode1" presStyleLbl="node1" presStyleIdx="0" presStyleCnt="4" custScaleX="166803" custScaleY="355347">
        <dgm:presLayoutVars>
          <dgm:chMax val="1"/>
          <dgm:bulletEnabled val="1"/>
        </dgm:presLayoutVars>
      </dgm:prSet>
      <dgm:spPr/>
    </dgm:pt>
    <dgm:pt modelId="{7F1022CC-12C5-4345-9F79-304BA44059D2}" type="pres">
      <dgm:prSet presAssocID="{AFA0CC6C-5A11-3541-A96B-BBB9E8F10083}" presName="connSite1" presStyleCnt="0"/>
      <dgm:spPr/>
    </dgm:pt>
    <dgm:pt modelId="{551E1238-A39B-B149-8297-AA72CE9A22C8}" type="pres">
      <dgm:prSet presAssocID="{89B2846F-B036-B845-98E7-5447983B519B}" presName="Name9" presStyleLbl="sibTrans2D1" presStyleIdx="0" presStyleCnt="3" custLinFactNeighborX="46084" custLinFactNeighborY="-15907"/>
      <dgm:spPr/>
    </dgm:pt>
    <dgm:pt modelId="{8E2546F3-012C-2348-9075-98FF862FAE46}" type="pres">
      <dgm:prSet presAssocID="{72BE931D-4917-064A-8CED-E89B3B49C005}" presName="composite2" presStyleCnt="0"/>
      <dgm:spPr/>
    </dgm:pt>
    <dgm:pt modelId="{EE0F488B-75C0-4144-9FD6-ACFC2CF22638}" type="pres">
      <dgm:prSet presAssocID="{72BE931D-4917-064A-8CED-E89B3B49C005}" presName="dummyNode2" presStyleLbl="node1" presStyleIdx="0" presStyleCnt="4"/>
      <dgm:spPr/>
    </dgm:pt>
    <dgm:pt modelId="{5FF00021-0035-EC44-9F54-1581344B5540}" type="pres">
      <dgm:prSet presAssocID="{72BE931D-4917-064A-8CED-E89B3B49C005}" presName="childNode2" presStyleLbl="bgAcc1" presStyleIdx="1" presStyleCnt="4">
        <dgm:presLayoutVars>
          <dgm:bulletEnabled val="1"/>
        </dgm:presLayoutVars>
      </dgm:prSet>
      <dgm:spPr/>
    </dgm:pt>
    <dgm:pt modelId="{07E77F62-D5DE-9246-B8F6-78FD9550873C}" type="pres">
      <dgm:prSet presAssocID="{72BE931D-4917-064A-8CED-E89B3B49C005}" presName="childNode2tx" presStyleLbl="bgAcc1" presStyleIdx="1" presStyleCnt="4">
        <dgm:presLayoutVars>
          <dgm:bulletEnabled val="1"/>
        </dgm:presLayoutVars>
      </dgm:prSet>
      <dgm:spPr/>
    </dgm:pt>
    <dgm:pt modelId="{F8DEE456-5D02-F24A-9584-7CB10AA1B0B3}" type="pres">
      <dgm:prSet presAssocID="{72BE931D-4917-064A-8CED-E89B3B49C005}" presName="parentNode2" presStyleLbl="node1" presStyleIdx="1" presStyleCnt="4" custScaleX="137971" custScaleY="317950">
        <dgm:presLayoutVars>
          <dgm:chMax val="0"/>
          <dgm:bulletEnabled val="1"/>
        </dgm:presLayoutVars>
      </dgm:prSet>
      <dgm:spPr/>
    </dgm:pt>
    <dgm:pt modelId="{C54100DE-91BD-4440-9BF7-98ED8E46F6C0}" type="pres">
      <dgm:prSet presAssocID="{72BE931D-4917-064A-8CED-E89B3B49C005}" presName="connSite2" presStyleCnt="0"/>
      <dgm:spPr/>
    </dgm:pt>
    <dgm:pt modelId="{77A16B1F-811E-5249-9C4A-E45362F95CB1}" type="pres">
      <dgm:prSet presAssocID="{383132FC-8629-134A-9906-CD52E08F6531}" presName="Name18" presStyleLbl="sibTrans2D1" presStyleIdx="1" presStyleCnt="3" custLinFactNeighborX="15062" custLinFactNeighborY="13787"/>
      <dgm:spPr/>
    </dgm:pt>
    <dgm:pt modelId="{C8D35E00-E8F9-344D-A0A4-0805AC08AE07}" type="pres">
      <dgm:prSet presAssocID="{1765FA09-159F-6843-8FFB-18AA17877074}" presName="composite1" presStyleCnt="0"/>
      <dgm:spPr/>
    </dgm:pt>
    <dgm:pt modelId="{4B113F1A-6971-C74D-93B7-B466E820B9E8}" type="pres">
      <dgm:prSet presAssocID="{1765FA09-159F-6843-8FFB-18AA17877074}" presName="dummyNode1" presStyleLbl="node1" presStyleIdx="1" presStyleCnt="4"/>
      <dgm:spPr/>
    </dgm:pt>
    <dgm:pt modelId="{2401F2B1-4C8C-3B40-BFC1-E2B42A50EB44}" type="pres">
      <dgm:prSet presAssocID="{1765FA09-159F-6843-8FFB-18AA17877074}" presName="childNode1" presStyleLbl="bgAcc1" presStyleIdx="2" presStyleCnt="4" custScaleX="129615">
        <dgm:presLayoutVars>
          <dgm:bulletEnabled val="1"/>
        </dgm:presLayoutVars>
      </dgm:prSet>
      <dgm:spPr/>
    </dgm:pt>
    <dgm:pt modelId="{5B12B861-D846-F84D-881F-A2EB39D50CB6}" type="pres">
      <dgm:prSet presAssocID="{1765FA09-159F-6843-8FFB-18AA17877074}" presName="childNode1tx" presStyleLbl="bgAcc1" presStyleIdx="2" presStyleCnt="4">
        <dgm:presLayoutVars>
          <dgm:bulletEnabled val="1"/>
        </dgm:presLayoutVars>
      </dgm:prSet>
      <dgm:spPr/>
    </dgm:pt>
    <dgm:pt modelId="{877379AA-74FD-3B4E-B4C4-F6D60C04083B}" type="pres">
      <dgm:prSet presAssocID="{1765FA09-159F-6843-8FFB-18AA17877074}" presName="parentNode1" presStyleLbl="node1" presStyleIdx="2" presStyleCnt="4" custScaleX="154449" custScaleY="345556" custLinFactNeighborX="-11847" custLinFactNeighborY="-17203">
        <dgm:presLayoutVars>
          <dgm:chMax val="1"/>
          <dgm:bulletEnabled val="1"/>
        </dgm:presLayoutVars>
      </dgm:prSet>
      <dgm:spPr/>
    </dgm:pt>
    <dgm:pt modelId="{6AA7EA57-E851-8049-A6C9-65B7EF761E43}" type="pres">
      <dgm:prSet presAssocID="{1765FA09-159F-6843-8FFB-18AA17877074}" presName="connSite1" presStyleCnt="0"/>
      <dgm:spPr/>
    </dgm:pt>
    <dgm:pt modelId="{89B61966-62BD-9A4E-B31E-31C32831A504}" type="pres">
      <dgm:prSet presAssocID="{AF82CA53-B444-2C4A-A223-DA80E41EF993}" presName="Name9" presStyleLbl="sibTrans2D1" presStyleIdx="2" presStyleCnt="3" custLinFactNeighborX="42309" custLinFactNeighborY="-27021"/>
      <dgm:spPr/>
    </dgm:pt>
    <dgm:pt modelId="{85BABCFF-DEBC-E548-91CD-3B8952718110}" type="pres">
      <dgm:prSet presAssocID="{AD34B155-D904-644D-95D1-187D4C7439BD}" presName="composite2" presStyleCnt="0"/>
      <dgm:spPr/>
    </dgm:pt>
    <dgm:pt modelId="{EA439E54-9D59-AC4A-8214-D756227D4F2A}" type="pres">
      <dgm:prSet presAssocID="{AD34B155-D904-644D-95D1-187D4C7439BD}" presName="dummyNode2" presStyleLbl="node1" presStyleIdx="2" presStyleCnt="4"/>
      <dgm:spPr/>
    </dgm:pt>
    <dgm:pt modelId="{E1E1BC13-FC71-954D-A46E-211E173FDACF}" type="pres">
      <dgm:prSet presAssocID="{AD34B155-D904-644D-95D1-187D4C7439BD}" presName="childNode2" presStyleLbl="bgAcc1" presStyleIdx="3" presStyleCnt="4" custScaleX="136011" custScaleY="49036" custLinFactNeighborX="7653" custLinFactNeighborY="11125">
        <dgm:presLayoutVars>
          <dgm:bulletEnabled val="1"/>
        </dgm:presLayoutVars>
      </dgm:prSet>
      <dgm:spPr/>
    </dgm:pt>
    <dgm:pt modelId="{F945C3D2-839E-724B-B409-98982F52C1F6}" type="pres">
      <dgm:prSet presAssocID="{AD34B155-D904-644D-95D1-187D4C7439BD}" presName="childNode2tx" presStyleLbl="bgAcc1" presStyleIdx="3" presStyleCnt="4">
        <dgm:presLayoutVars>
          <dgm:bulletEnabled val="1"/>
        </dgm:presLayoutVars>
      </dgm:prSet>
      <dgm:spPr/>
    </dgm:pt>
    <dgm:pt modelId="{2FCD161A-46FB-A047-ABDE-85957AB23A74}" type="pres">
      <dgm:prSet presAssocID="{AD34B155-D904-644D-95D1-187D4C7439BD}" presName="parentNode2" presStyleLbl="node1" presStyleIdx="3" presStyleCnt="4" custScaleX="160014" custScaleY="527857">
        <dgm:presLayoutVars>
          <dgm:chMax val="0"/>
          <dgm:bulletEnabled val="1"/>
        </dgm:presLayoutVars>
      </dgm:prSet>
      <dgm:spPr/>
    </dgm:pt>
    <dgm:pt modelId="{895F1F65-BB13-4C40-8BB6-33B7764587BE}" type="pres">
      <dgm:prSet presAssocID="{AD34B155-D904-644D-95D1-187D4C7439BD}" presName="connSite2" presStyleCnt="0"/>
      <dgm:spPr/>
    </dgm:pt>
  </dgm:ptLst>
  <dgm:cxnLst>
    <dgm:cxn modelId="{EE406D00-A366-AB41-B013-79960A0EF781}" srcId="{18612792-3CCB-3147-AB6A-564A067D979F}" destId="{AFA0CC6C-5A11-3541-A96B-BBB9E8F10083}" srcOrd="0" destOrd="0" parTransId="{0051A69D-4669-124D-85A6-0A75C8565B53}" sibTransId="{89B2846F-B036-B845-98E7-5447983B519B}"/>
    <dgm:cxn modelId="{180E8125-AA4B-C643-B0A9-30BAA663C34F}" type="presOf" srcId="{AFA0CC6C-5A11-3541-A96B-BBB9E8F10083}" destId="{D4D7556E-CD4B-0F43-B97B-025926CE55A9}" srcOrd="0" destOrd="0" presId="urn:microsoft.com/office/officeart/2005/8/layout/hProcess4"/>
    <dgm:cxn modelId="{B2CDC935-D2D5-1B4A-9185-022688E19A2B}" srcId="{18612792-3CCB-3147-AB6A-564A067D979F}" destId="{AD34B155-D904-644D-95D1-187D4C7439BD}" srcOrd="3" destOrd="0" parTransId="{7C71F8B5-0903-7B4E-89CC-A33A4F72AF14}" sibTransId="{09A54BFE-F92A-F14A-9470-DB6AA6E7DBC4}"/>
    <dgm:cxn modelId="{545C5D4E-2318-DA44-81A1-FE37C177C142}" srcId="{18612792-3CCB-3147-AB6A-564A067D979F}" destId="{72BE931D-4917-064A-8CED-E89B3B49C005}" srcOrd="1" destOrd="0" parTransId="{4B95287D-3311-4B44-822D-7DBF087E83C4}" sibTransId="{383132FC-8629-134A-9906-CD52E08F6531}"/>
    <dgm:cxn modelId="{A4A72253-0BBA-7344-9D1D-57724CA4CFF7}" type="presOf" srcId="{18612792-3CCB-3147-AB6A-564A067D979F}" destId="{F31B188B-EE04-7A41-B087-53347EEFDF99}" srcOrd="0" destOrd="0" presId="urn:microsoft.com/office/officeart/2005/8/layout/hProcess4"/>
    <dgm:cxn modelId="{F18CFC53-E66F-D54D-A0A9-E0D1A5008AA9}" type="presOf" srcId="{72BE931D-4917-064A-8CED-E89B3B49C005}" destId="{F8DEE456-5D02-F24A-9584-7CB10AA1B0B3}" srcOrd="0" destOrd="0" presId="urn:microsoft.com/office/officeart/2005/8/layout/hProcess4"/>
    <dgm:cxn modelId="{940BA88A-F9F1-7D45-9271-B9C226AA413D}" type="presOf" srcId="{AF82CA53-B444-2C4A-A223-DA80E41EF993}" destId="{89B61966-62BD-9A4E-B31E-31C32831A504}" srcOrd="0" destOrd="0" presId="urn:microsoft.com/office/officeart/2005/8/layout/hProcess4"/>
    <dgm:cxn modelId="{ADE447B0-5D6C-354A-ADF8-E51879A47CFD}" type="presOf" srcId="{1765FA09-159F-6843-8FFB-18AA17877074}" destId="{877379AA-74FD-3B4E-B4C4-F6D60C04083B}" srcOrd="0" destOrd="0" presId="urn:microsoft.com/office/officeart/2005/8/layout/hProcess4"/>
    <dgm:cxn modelId="{56ECD6B6-55C3-6F4D-9EA8-6E8C59513E86}" type="presOf" srcId="{383132FC-8629-134A-9906-CD52E08F6531}" destId="{77A16B1F-811E-5249-9C4A-E45362F95CB1}" srcOrd="0" destOrd="0" presId="urn:microsoft.com/office/officeart/2005/8/layout/hProcess4"/>
    <dgm:cxn modelId="{968937C3-02EC-BA4C-84AA-45D66789EA75}" type="presOf" srcId="{89B2846F-B036-B845-98E7-5447983B519B}" destId="{551E1238-A39B-B149-8297-AA72CE9A22C8}" srcOrd="0" destOrd="0" presId="urn:microsoft.com/office/officeart/2005/8/layout/hProcess4"/>
    <dgm:cxn modelId="{F987A7C4-8D40-0F48-A1FE-1B558D6BF5BF}" type="presOf" srcId="{AD34B155-D904-644D-95D1-187D4C7439BD}" destId="{2FCD161A-46FB-A047-ABDE-85957AB23A74}" srcOrd="0" destOrd="0" presId="urn:microsoft.com/office/officeart/2005/8/layout/hProcess4"/>
    <dgm:cxn modelId="{D1A6B5C9-FAE6-E84A-9BDE-4250B3BC4505}" srcId="{18612792-3CCB-3147-AB6A-564A067D979F}" destId="{1765FA09-159F-6843-8FFB-18AA17877074}" srcOrd="2" destOrd="0" parTransId="{2F61D544-E6BE-5A4A-B671-6050A491E6EE}" sibTransId="{AF82CA53-B444-2C4A-A223-DA80E41EF993}"/>
    <dgm:cxn modelId="{3222F891-640D-AD42-8C94-7C268DEDEBB6}" type="presParOf" srcId="{F31B188B-EE04-7A41-B087-53347EEFDF99}" destId="{386799D7-94D7-814E-8B46-9492E2021E75}" srcOrd="0" destOrd="0" presId="urn:microsoft.com/office/officeart/2005/8/layout/hProcess4"/>
    <dgm:cxn modelId="{90E4D77A-56EE-2F49-990C-7AE1DDC76B51}" type="presParOf" srcId="{F31B188B-EE04-7A41-B087-53347EEFDF99}" destId="{49582FC7-E5E8-FD46-97E2-1C712C16B51B}" srcOrd="1" destOrd="0" presId="urn:microsoft.com/office/officeart/2005/8/layout/hProcess4"/>
    <dgm:cxn modelId="{F6F2FB55-BDE9-0944-BC1B-DA9F94DE901D}" type="presParOf" srcId="{F31B188B-EE04-7A41-B087-53347EEFDF99}" destId="{A88E4BEC-E3E1-7A47-8F0D-4E9A043F7A3F}" srcOrd="2" destOrd="0" presId="urn:microsoft.com/office/officeart/2005/8/layout/hProcess4"/>
    <dgm:cxn modelId="{2155CAEA-B517-754F-9AAD-146B68D2F158}" type="presParOf" srcId="{A88E4BEC-E3E1-7A47-8F0D-4E9A043F7A3F}" destId="{6B723AA7-98F1-004E-92ED-62FA82380A40}" srcOrd="0" destOrd="0" presId="urn:microsoft.com/office/officeart/2005/8/layout/hProcess4"/>
    <dgm:cxn modelId="{F745151B-5BBB-2446-9544-9FE260655B5D}" type="presParOf" srcId="{6B723AA7-98F1-004E-92ED-62FA82380A40}" destId="{BC24B6E1-8926-6843-9594-F3E8EEF720BF}" srcOrd="0" destOrd="0" presId="urn:microsoft.com/office/officeart/2005/8/layout/hProcess4"/>
    <dgm:cxn modelId="{26E8E2BA-AE81-A84C-9A4E-9A1B62BEE8A2}" type="presParOf" srcId="{6B723AA7-98F1-004E-92ED-62FA82380A40}" destId="{C025B061-28CD-1A44-A68C-27DC3598CC6C}" srcOrd="1" destOrd="0" presId="urn:microsoft.com/office/officeart/2005/8/layout/hProcess4"/>
    <dgm:cxn modelId="{9BB49F06-B1C4-584D-BBAE-9ED7A8E038CB}" type="presParOf" srcId="{6B723AA7-98F1-004E-92ED-62FA82380A40}" destId="{96DAA187-7B06-664F-AA58-18925EE1891B}" srcOrd="2" destOrd="0" presId="urn:microsoft.com/office/officeart/2005/8/layout/hProcess4"/>
    <dgm:cxn modelId="{6C17A77D-5D65-4E4F-AA15-0DA5FABBAB37}" type="presParOf" srcId="{6B723AA7-98F1-004E-92ED-62FA82380A40}" destId="{D4D7556E-CD4B-0F43-B97B-025926CE55A9}" srcOrd="3" destOrd="0" presId="urn:microsoft.com/office/officeart/2005/8/layout/hProcess4"/>
    <dgm:cxn modelId="{AB97E5D0-B8AF-2E4E-9D43-4AF428888B19}" type="presParOf" srcId="{6B723AA7-98F1-004E-92ED-62FA82380A40}" destId="{7F1022CC-12C5-4345-9F79-304BA44059D2}" srcOrd="4" destOrd="0" presId="urn:microsoft.com/office/officeart/2005/8/layout/hProcess4"/>
    <dgm:cxn modelId="{6DE3C36A-130D-0142-8A8B-A11B597CFDD1}" type="presParOf" srcId="{A88E4BEC-E3E1-7A47-8F0D-4E9A043F7A3F}" destId="{551E1238-A39B-B149-8297-AA72CE9A22C8}" srcOrd="1" destOrd="0" presId="urn:microsoft.com/office/officeart/2005/8/layout/hProcess4"/>
    <dgm:cxn modelId="{5E2C332B-03CA-BA48-84F7-59994B45F481}" type="presParOf" srcId="{A88E4BEC-E3E1-7A47-8F0D-4E9A043F7A3F}" destId="{8E2546F3-012C-2348-9075-98FF862FAE46}" srcOrd="2" destOrd="0" presId="urn:microsoft.com/office/officeart/2005/8/layout/hProcess4"/>
    <dgm:cxn modelId="{0DBD9C3A-0116-6B4E-AC19-CEBC7483CD88}" type="presParOf" srcId="{8E2546F3-012C-2348-9075-98FF862FAE46}" destId="{EE0F488B-75C0-4144-9FD6-ACFC2CF22638}" srcOrd="0" destOrd="0" presId="urn:microsoft.com/office/officeart/2005/8/layout/hProcess4"/>
    <dgm:cxn modelId="{C7CB4255-F153-D945-B3BD-749AC338D846}" type="presParOf" srcId="{8E2546F3-012C-2348-9075-98FF862FAE46}" destId="{5FF00021-0035-EC44-9F54-1581344B5540}" srcOrd="1" destOrd="0" presId="urn:microsoft.com/office/officeart/2005/8/layout/hProcess4"/>
    <dgm:cxn modelId="{63C67E0B-8BD7-BE49-A038-A205322E3730}" type="presParOf" srcId="{8E2546F3-012C-2348-9075-98FF862FAE46}" destId="{07E77F62-D5DE-9246-B8F6-78FD9550873C}" srcOrd="2" destOrd="0" presId="urn:microsoft.com/office/officeart/2005/8/layout/hProcess4"/>
    <dgm:cxn modelId="{87D77665-42E7-AD42-AD1C-7833F837A057}" type="presParOf" srcId="{8E2546F3-012C-2348-9075-98FF862FAE46}" destId="{F8DEE456-5D02-F24A-9584-7CB10AA1B0B3}" srcOrd="3" destOrd="0" presId="urn:microsoft.com/office/officeart/2005/8/layout/hProcess4"/>
    <dgm:cxn modelId="{729EABCC-D3E3-E143-B6A3-132BC3F370C3}" type="presParOf" srcId="{8E2546F3-012C-2348-9075-98FF862FAE46}" destId="{C54100DE-91BD-4440-9BF7-98ED8E46F6C0}" srcOrd="4" destOrd="0" presId="urn:microsoft.com/office/officeart/2005/8/layout/hProcess4"/>
    <dgm:cxn modelId="{ADF060AD-0B76-4349-9807-82E681ABCA1E}" type="presParOf" srcId="{A88E4BEC-E3E1-7A47-8F0D-4E9A043F7A3F}" destId="{77A16B1F-811E-5249-9C4A-E45362F95CB1}" srcOrd="3" destOrd="0" presId="urn:microsoft.com/office/officeart/2005/8/layout/hProcess4"/>
    <dgm:cxn modelId="{DC3E5505-503E-4A42-A4A7-99CA0C0FAC73}" type="presParOf" srcId="{A88E4BEC-E3E1-7A47-8F0D-4E9A043F7A3F}" destId="{C8D35E00-E8F9-344D-A0A4-0805AC08AE07}" srcOrd="4" destOrd="0" presId="urn:microsoft.com/office/officeart/2005/8/layout/hProcess4"/>
    <dgm:cxn modelId="{EE0E036D-5CC8-F745-A21D-DE1BEDF0F902}" type="presParOf" srcId="{C8D35E00-E8F9-344D-A0A4-0805AC08AE07}" destId="{4B113F1A-6971-C74D-93B7-B466E820B9E8}" srcOrd="0" destOrd="0" presId="urn:microsoft.com/office/officeart/2005/8/layout/hProcess4"/>
    <dgm:cxn modelId="{36D3779B-9BC8-C344-A3AF-B32316C89F4C}" type="presParOf" srcId="{C8D35E00-E8F9-344D-A0A4-0805AC08AE07}" destId="{2401F2B1-4C8C-3B40-BFC1-E2B42A50EB44}" srcOrd="1" destOrd="0" presId="urn:microsoft.com/office/officeart/2005/8/layout/hProcess4"/>
    <dgm:cxn modelId="{909B34B4-CD11-D345-BE80-65064DD53013}" type="presParOf" srcId="{C8D35E00-E8F9-344D-A0A4-0805AC08AE07}" destId="{5B12B861-D846-F84D-881F-A2EB39D50CB6}" srcOrd="2" destOrd="0" presId="urn:microsoft.com/office/officeart/2005/8/layout/hProcess4"/>
    <dgm:cxn modelId="{AB5394D5-F1FB-6341-8A2F-6F5505B643CD}" type="presParOf" srcId="{C8D35E00-E8F9-344D-A0A4-0805AC08AE07}" destId="{877379AA-74FD-3B4E-B4C4-F6D60C04083B}" srcOrd="3" destOrd="0" presId="urn:microsoft.com/office/officeart/2005/8/layout/hProcess4"/>
    <dgm:cxn modelId="{276597FA-E361-6942-BB02-87A38B47699C}" type="presParOf" srcId="{C8D35E00-E8F9-344D-A0A4-0805AC08AE07}" destId="{6AA7EA57-E851-8049-A6C9-65B7EF761E43}" srcOrd="4" destOrd="0" presId="urn:microsoft.com/office/officeart/2005/8/layout/hProcess4"/>
    <dgm:cxn modelId="{A7D39F35-DF61-4445-91F3-3BB4A4D78D85}" type="presParOf" srcId="{A88E4BEC-E3E1-7A47-8F0D-4E9A043F7A3F}" destId="{89B61966-62BD-9A4E-B31E-31C32831A504}" srcOrd="5" destOrd="0" presId="urn:microsoft.com/office/officeart/2005/8/layout/hProcess4"/>
    <dgm:cxn modelId="{3835DE35-3800-F343-BD0E-F7CB2405758E}" type="presParOf" srcId="{A88E4BEC-E3E1-7A47-8F0D-4E9A043F7A3F}" destId="{85BABCFF-DEBC-E548-91CD-3B8952718110}" srcOrd="6" destOrd="0" presId="urn:microsoft.com/office/officeart/2005/8/layout/hProcess4"/>
    <dgm:cxn modelId="{987B35A0-3B57-C543-8A26-72955F133D71}" type="presParOf" srcId="{85BABCFF-DEBC-E548-91CD-3B8952718110}" destId="{EA439E54-9D59-AC4A-8214-D756227D4F2A}" srcOrd="0" destOrd="0" presId="urn:microsoft.com/office/officeart/2005/8/layout/hProcess4"/>
    <dgm:cxn modelId="{6130018A-666D-D44A-A9BF-906362F78FEA}" type="presParOf" srcId="{85BABCFF-DEBC-E548-91CD-3B8952718110}" destId="{E1E1BC13-FC71-954D-A46E-211E173FDACF}" srcOrd="1" destOrd="0" presId="urn:microsoft.com/office/officeart/2005/8/layout/hProcess4"/>
    <dgm:cxn modelId="{6D2270B8-FB16-D04B-95B1-2B4D131E7726}" type="presParOf" srcId="{85BABCFF-DEBC-E548-91CD-3B8952718110}" destId="{F945C3D2-839E-724B-B409-98982F52C1F6}" srcOrd="2" destOrd="0" presId="urn:microsoft.com/office/officeart/2005/8/layout/hProcess4"/>
    <dgm:cxn modelId="{A65ADEEB-CC3A-AD4D-8603-6EDFD5530A00}" type="presParOf" srcId="{85BABCFF-DEBC-E548-91CD-3B8952718110}" destId="{2FCD161A-46FB-A047-ABDE-85957AB23A74}" srcOrd="3" destOrd="0" presId="urn:microsoft.com/office/officeart/2005/8/layout/hProcess4"/>
    <dgm:cxn modelId="{648E9F4F-E251-574F-8AB9-AFDCE85E38F4}" type="presParOf" srcId="{85BABCFF-DEBC-E548-91CD-3B8952718110}" destId="{895F1F65-BB13-4C40-8BB6-33B7764587BE}"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8DB157-70D1-D946-9957-9D2E900191DB}"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37283412-E5DA-E04E-971A-85D005A3FF54}">
      <dgm:prSet custT="1"/>
      <dgm:spPr>
        <a:noFill/>
      </dgm:spPr>
      <dgm:t>
        <a:bodyPr/>
        <a:lstStyle/>
        <a:p>
          <a:pPr marL="282575" lvl="0" indent="-282575" algn="l" defTabSz="266700" rtl="0" fontAlgn="base">
            <a:lnSpc>
              <a:spcPct val="90000"/>
            </a:lnSpc>
            <a:spcBef>
              <a:spcPts val="1800"/>
            </a:spcBef>
            <a:spcAft>
              <a:spcPct val="35000"/>
            </a:spcAft>
            <a:buClr>
              <a:schemeClr val="accent1"/>
            </a:buClr>
            <a:buSzPct val="75000"/>
            <a:buFont typeface="Wingdings" pitchFamily="2" charset="2"/>
            <a:buChar char="n"/>
          </a:pPr>
          <a:r>
            <a:rPr lang="en-US" sz="2800" b="1" kern="1200" dirty="0">
              <a:solidFill>
                <a:schemeClr val="tx1">
                  <a:lumMod val="85000"/>
                  <a:lumOff val="15000"/>
                </a:schemeClr>
              </a:solidFill>
              <a:latin typeface="+mn-lt"/>
              <a:ea typeface="+mn-ea"/>
              <a:cs typeface="+mn-cs"/>
            </a:rPr>
            <a:t> </a:t>
          </a:r>
          <a:r>
            <a:rPr lang="en-US" sz="2800" b="0" kern="1200" dirty="0">
              <a:solidFill>
                <a:schemeClr val="tx1">
                  <a:lumMod val="85000"/>
                  <a:lumOff val="15000"/>
                </a:schemeClr>
              </a:solidFill>
              <a:latin typeface="+mn-lt"/>
              <a:ea typeface="+mn-ea"/>
              <a:cs typeface="+mn-cs"/>
            </a:rPr>
            <a:t>Most of the state information dealing with execution is maintained in thread-level data structures</a:t>
          </a:r>
        </a:p>
      </dgm:t>
    </dgm:pt>
    <dgm:pt modelId="{C192C523-29D6-9D4E-9940-FF2D0293B3DB}" type="parTrans" cxnId="{4608F162-6B43-F14B-9657-26B57B4AF3D5}">
      <dgm:prSet/>
      <dgm:spPr/>
      <dgm:t>
        <a:bodyPr/>
        <a:lstStyle/>
        <a:p>
          <a:endParaRPr lang="en-US"/>
        </a:p>
      </dgm:t>
    </dgm:pt>
    <dgm:pt modelId="{DEBF46A9-9CE1-064E-BE01-7F59B89792D8}" type="sibTrans" cxnId="{4608F162-6B43-F14B-9657-26B57B4AF3D5}">
      <dgm:prSet/>
      <dgm:spPr/>
      <dgm:t>
        <a:bodyPr/>
        <a:lstStyle/>
        <a:p>
          <a:endParaRPr lang="en-US"/>
        </a:p>
      </dgm:t>
    </dgm:pt>
    <dgm:pt modelId="{DAD9EDE4-4AC7-D04A-B636-BC58E09E9E52}" type="pres">
      <dgm:prSet presAssocID="{0B8DB157-70D1-D946-9957-9D2E900191DB}" presName="outerComposite" presStyleCnt="0">
        <dgm:presLayoutVars>
          <dgm:chMax val="5"/>
          <dgm:dir/>
          <dgm:resizeHandles val="exact"/>
        </dgm:presLayoutVars>
      </dgm:prSet>
      <dgm:spPr/>
    </dgm:pt>
    <dgm:pt modelId="{F9741F5B-6F22-5E49-B84B-FB6CF7538A0B}" type="pres">
      <dgm:prSet presAssocID="{0B8DB157-70D1-D946-9957-9D2E900191DB}" presName="dummyMaxCanvas" presStyleCnt="0">
        <dgm:presLayoutVars/>
      </dgm:prSet>
      <dgm:spPr/>
    </dgm:pt>
    <dgm:pt modelId="{0E668DFA-8A2E-204D-89CB-B704450A70C8}" type="pres">
      <dgm:prSet presAssocID="{0B8DB157-70D1-D946-9957-9D2E900191DB}" presName="OneNode_1" presStyleLbl="node1" presStyleIdx="0" presStyleCnt="1" custScaleX="100000" custScaleY="125725" custLinFactNeighborX="2281" custLinFactNeighborY="-14664">
        <dgm:presLayoutVars>
          <dgm:bulletEnabled val="1"/>
        </dgm:presLayoutVars>
      </dgm:prSet>
      <dgm:spPr/>
    </dgm:pt>
  </dgm:ptLst>
  <dgm:cxnLst>
    <dgm:cxn modelId="{549AD310-6CDE-DA4A-8D95-94FB5FE4EB1F}" type="presOf" srcId="{37283412-E5DA-E04E-971A-85D005A3FF54}" destId="{0E668DFA-8A2E-204D-89CB-B704450A70C8}" srcOrd="0" destOrd="0" presId="urn:microsoft.com/office/officeart/2005/8/layout/vProcess5"/>
    <dgm:cxn modelId="{4608F162-6B43-F14B-9657-26B57B4AF3D5}" srcId="{0B8DB157-70D1-D946-9957-9D2E900191DB}" destId="{37283412-E5DA-E04E-971A-85D005A3FF54}" srcOrd="0" destOrd="0" parTransId="{C192C523-29D6-9D4E-9940-FF2D0293B3DB}" sibTransId="{DEBF46A9-9CE1-064E-BE01-7F59B89792D8}"/>
    <dgm:cxn modelId="{A81BB8B1-4A12-A442-AA55-64452AC37ECF}" type="presOf" srcId="{0B8DB157-70D1-D946-9957-9D2E900191DB}" destId="{DAD9EDE4-4AC7-D04A-B636-BC58E09E9E52}" srcOrd="0" destOrd="0" presId="urn:microsoft.com/office/officeart/2005/8/layout/vProcess5"/>
    <dgm:cxn modelId="{EA53087A-E8B5-CF4A-9975-EB7D97158C8C}" type="presParOf" srcId="{DAD9EDE4-4AC7-D04A-B636-BC58E09E9E52}" destId="{F9741F5B-6F22-5E49-B84B-FB6CF7538A0B}" srcOrd="0" destOrd="0" presId="urn:microsoft.com/office/officeart/2005/8/layout/vProcess5"/>
    <dgm:cxn modelId="{65C9181B-A08A-A442-BA31-0F2A20415A06}" type="presParOf" srcId="{DAD9EDE4-4AC7-D04A-B636-BC58E09E9E52}" destId="{0E668DFA-8A2E-204D-89CB-B704450A70C8}"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09159E0-43FE-E847-BD1F-013D39EEF7AD}" type="doc">
      <dgm:prSet loTypeId="urn:microsoft.com/office/officeart/2005/8/layout/arrow6" loCatId="relationship" qsTypeId="urn:microsoft.com/office/officeart/2005/8/quickstyle/simple4" qsCatId="simple" csTypeId="urn:microsoft.com/office/officeart/2005/8/colors/accent1_2" csCatId="accent1"/>
      <dgm:spPr/>
      <dgm:t>
        <a:bodyPr/>
        <a:lstStyle/>
        <a:p>
          <a:endParaRPr lang="en-US"/>
        </a:p>
      </dgm:t>
    </dgm:pt>
    <dgm:pt modelId="{6799D16A-35E0-6740-9B74-8F1C9729CE21}">
      <dgm:prSet/>
      <dgm:spPr/>
      <dgm:t>
        <a:bodyPr/>
        <a:lstStyle/>
        <a:p>
          <a:pPr rtl="0"/>
          <a:r>
            <a:rPr lang="en-US" dirty="0"/>
            <a:t>User Level Thread (ULT)</a:t>
          </a:r>
        </a:p>
      </dgm:t>
    </dgm:pt>
    <dgm:pt modelId="{FDD94F53-35CB-2242-8F4E-828BB85D3FAF}" type="parTrans" cxnId="{6AB236C5-4BDC-1E45-8B59-718C7F7B3667}">
      <dgm:prSet/>
      <dgm:spPr/>
      <dgm:t>
        <a:bodyPr/>
        <a:lstStyle/>
        <a:p>
          <a:endParaRPr lang="en-US"/>
        </a:p>
      </dgm:t>
    </dgm:pt>
    <dgm:pt modelId="{184FBB80-03CA-734D-8281-28A639685E55}" type="sibTrans" cxnId="{6AB236C5-4BDC-1E45-8B59-718C7F7B3667}">
      <dgm:prSet/>
      <dgm:spPr/>
      <dgm:t>
        <a:bodyPr/>
        <a:lstStyle/>
        <a:p>
          <a:endParaRPr lang="en-US"/>
        </a:p>
      </dgm:t>
    </dgm:pt>
    <dgm:pt modelId="{C803ADBF-8CE0-C844-8CEF-99760ABDF659}">
      <dgm:prSet/>
      <dgm:spPr/>
      <dgm:t>
        <a:bodyPr/>
        <a:lstStyle/>
        <a:p>
          <a:pPr rtl="0"/>
          <a:endParaRPr lang="en-NZ" dirty="0"/>
        </a:p>
      </dgm:t>
    </dgm:pt>
    <dgm:pt modelId="{66974104-EED0-1346-B9EA-2004DB459F12}" type="parTrans" cxnId="{6417AEE5-8F4B-4641-99FA-8F439BE8AD4E}">
      <dgm:prSet/>
      <dgm:spPr/>
      <dgm:t>
        <a:bodyPr/>
        <a:lstStyle/>
        <a:p>
          <a:endParaRPr lang="en-US"/>
        </a:p>
      </dgm:t>
    </dgm:pt>
    <dgm:pt modelId="{D9EE15B6-445A-8C46-A10D-7C487F0E2F37}" type="sibTrans" cxnId="{6417AEE5-8F4B-4641-99FA-8F439BE8AD4E}">
      <dgm:prSet/>
      <dgm:spPr/>
      <dgm:t>
        <a:bodyPr/>
        <a:lstStyle/>
        <a:p>
          <a:endParaRPr lang="en-US"/>
        </a:p>
      </dgm:t>
    </dgm:pt>
    <dgm:pt modelId="{DC411167-CC55-CB42-BD03-7807F64D5679}">
      <dgm:prSet/>
      <dgm:spPr/>
      <dgm:t>
        <a:bodyPr/>
        <a:lstStyle/>
        <a:p>
          <a:pPr rtl="0"/>
          <a:r>
            <a:rPr lang="en-NZ" dirty="0"/>
            <a:t>Kernel level Thread (KLT) </a:t>
          </a:r>
        </a:p>
      </dgm:t>
    </dgm:pt>
    <dgm:pt modelId="{98E173CB-7F0A-B344-AD55-CDD680A68ED8}" type="parTrans" cxnId="{2366C24F-60CA-F941-9291-5FE1DC720459}">
      <dgm:prSet/>
      <dgm:spPr/>
      <dgm:t>
        <a:bodyPr/>
        <a:lstStyle/>
        <a:p>
          <a:endParaRPr lang="en-US"/>
        </a:p>
      </dgm:t>
    </dgm:pt>
    <dgm:pt modelId="{3060C359-71F5-1C41-96AA-761973EDE44E}" type="sibTrans" cxnId="{2366C24F-60CA-F941-9291-5FE1DC720459}">
      <dgm:prSet/>
      <dgm:spPr/>
      <dgm:t>
        <a:bodyPr/>
        <a:lstStyle/>
        <a:p>
          <a:endParaRPr lang="en-US"/>
        </a:p>
      </dgm:t>
    </dgm:pt>
    <dgm:pt modelId="{179BE68D-A4BF-DB4D-8129-B93AAA7C285F}" type="pres">
      <dgm:prSet presAssocID="{309159E0-43FE-E847-BD1F-013D39EEF7AD}" presName="compositeShape" presStyleCnt="0">
        <dgm:presLayoutVars>
          <dgm:chMax val="2"/>
          <dgm:dir/>
          <dgm:resizeHandles val="exact"/>
        </dgm:presLayoutVars>
      </dgm:prSet>
      <dgm:spPr/>
    </dgm:pt>
    <dgm:pt modelId="{7BE085AC-6150-B14A-A83D-67F237B285BA}" type="pres">
      <dgm:prSet presAssocID="{309159E0-43FE-E847-BD1F-013D39EEF7AD}" presName="ribbon" presStyleLbl="node1" presStyleIdx="0" presStyleCnt="1"/>
      <dgm:spPr/>
    </dgm:pt>
    <dgm:pt modelId="{14344616-8A66-5441-84C7-1DA3555BB89A}" type="pres">
      <dgm:prSet presAssocID="{309159E0-43FE-E847-BD1F-013D39EEF7AD}" presName="leftArrowText" presStyleLbl="node1" presStyleIdx="0" presStyleCnt="1">
        <dgm:presLayoutVars>
          <dgm:chMax val="0"/>
          <dgm:bulletEnabled val="1"/>
        </dgm:presLayoutVars>
      </dgm:prSet>
      <dgm:spPr/>
    </dgm:pt>
    <dgm:pt modelId="{E8D499D1-31A4-DF4A-800E-FEE8DE3CF070}" type="pres">
      <dgm:prSet presAssocID="{309159E0-43FE-E847-BD1F-013D39EEF7AD}" presName="rightArrowText" presStyleLbl="node1" presStyleIdx="0" presStyleCnt="1">
        <dgm:presLayoutVars>
          <dgm:chMax val="0"/>
          <dgm:bulletEnabled val="1"/>
        </dgm:presLayoutVars>
      </dgm:prSet>
      <dgm:spPr/>
    </dgm:pt>
  </dgm:ptLst>
  <dgm:cxnLst>
    <dgm:cxn modelId="{2484921E-8A27-1A4B-A15D-4AAF8EA5B535}" type="presOf" srcId="{C803ADBF-8CE0-C844-8CEF-99760ABDF659}" destId="{14344616-8A66-5441-84C7-1DA3555BB89A}" srcOrd="0" destOrd="1" presId="urn:microsoft.com/office/officeart/2005/8/layout/arrow6"/>
    <dgm:cxn modelId="{AE4B9C48-3A05-2F44-A2BE-C5567B9C8A3A}" type="presOf" srcId="{6799D16A-35E0-6740-9B74-8F1C9729CE21}" destId="{14344616-8A66-5441-84C7-1DA3555BB89A}" srcOrd="0" destOrd="0" presId="urn:microsoft.com/office/officeart/2005/8/layout/arrow6"/>
    <dgm:cxn modelId="{2366C24F-60CA-F941-9291-5FE1DC720459}" srcId="{309159E0-43FE-E847-BD1F-013D39EEF7AD}" destId="{DC411167-CC55-CB42-BD03-7807F64D5679}" srcOrd="1" destOrd="0" parTransId="{98E173CB-7F0A-B344-AD55-CDD680A68ED8}" sibTransId="{3060C359-71F5-1C41-96AA-761973EDE44E}"/>
    <dgm:cxn modelId="{5F39187C-45DA-BF45-8DBB-2BE4B64DCEB8}" type="presOf" srcId="{309159E0-43FE-E847-BD1F-013D39EEF7AD}" destId="{179BE68D-A4BF-DB4D-8129-B93AAA7C285F}" srcOrd="0" destOrd="0" presId="urn:microsoft.com/office/officeart/2005/8/layout/arrow6"/>
    <dgm:cxn modelId="{94F7CEB7-5EF8-5C49-A05A-1A72C7B540C8}" type="presOf" srcId="{DC411167-CC55-CB42-BD03-7807F64D5679}" destId="{E8D499D1-31A4-DF4A-800E-FEE8DE3CF070}" srcOrd="0" destOrd="0" presId="urn:microsoft.com/office/officeart/2005/8/layout/arrow6"/>
    <dgm:cxn modelId="{6AB236C5-4BDC-1E45-8B59-718C7F7B3667}" srcId="{309159E0-43FE-E847-BD1F-013D39EEF7AD}" destId="{6799D16A-35E0-6740-9B74-8F1C9729CE21}" srcOrd="0" destOrd="0" parTransId="{FDD94F53-35CB-2242-8F4E-828BB85D3FAF}" sibTransId="{184FBB80-03CA-734D-8281-28A639685E55}"/>
    <dgm:cxn modelId="{6417AEE5-8F4B-4641-99FA-8F439BE8AD4E}" srcId="{6799D16A-35E0-6740-9B74-8F1C9729CE21}" destId="{C803ADBF-8CE0-C844-8CEF-99760ABDF659}" srcOrd="0" destOrd="0" parTransId="{66974104-EED0-1346-B9EA-2004DB459F12}" sibTransId="{D9EE15B6-445A-8C46-A10D-7C487F0E2F37}"/>
    <dgm:cxn modelId="{A49971C1-FDF8-5540-B3FB-1EEF31070A2C}" type="presParOf" srcId="{179BE68D-A4BF-DB4D-8129-B93AAA7C285F}" destId="{7BE085AC-6150-B14A-A83D-67F237B285BA}" srcOrd="0" destOrd="0" presId="urn:microsoft.com/office/officeart/2005/8/layout/arrow6"/>
    <dgm:cxn modelId="{B9126B3E-6491-754B-A7BB-5826BDB47042}" type="presParOf" srcId="{179BE68D-A4BF-DB4D-8129-B93AAA7C285F}" destId="{14344616-8A66-5441-84C7-1DA3555BB89A}" srcOrd="1" destOrd="0" presId="urn:microsoft.com/office/officeart/2005/8/layout/arrow6"/>
    <dgm:cxn modelId="{6899E1F8-AE76-7843-ACA6-9E901FA2858B}" type="presParOf" srcId="{179BE68D-A4BF-DB4D-8129-B93AAA7C285F}" destId="{E8D499D1-31A4-DF4A-800E-FEE8DE3CF070}"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2D2D33-BB61-8241-A197-5D26C46A14BC}" type="doc">
      <dgm:prSet loTypeId="urn:microsoft.com/office/officeart/2005/8/layout/arrow2" loCatId="process" qsTypeId="urn:microsoft.com/office/officeart/2005/8/quickstyle/simple4" qsCatId="simple" csTypeId="urn:microsoft.com/office/officeart/2005/8/colors/accent1_2" csCatId="accent1" phldr="1"/>
      <dgm:spPr/>
      <dgm:t>
        <a:bodyPr/>
        <a:lstStyle/>
        <a:p>
          <a:endParaRPr lang="en-US"/>
        </a:p>
      </dgm:t>
    </dgm:pt>
    <dgm:pt modelId="{7F122F77-B3B0-0B42-97EC-FC618BD3A352}">
      <dgm:prSet custT="1"/>
      <dgm:spPr/>
      <dgm:t>
        <a:bodyPr/>
        <a:lstStyle/>
        <a:p>
          <a:pPr rtl="0"/>
          <a:r>
            <a:rPr lang="en-US" sz="1900" b="1" dirty="0"/>
            <a:t>Thread switching does not require kernel mode privileges</a:t>
          </a:r>
        </a:p>
      </dgm:t>
    </dgm:pt>
    <dgm:pt modelId="{031850AE-5C94-9243-9FF7-5560C1533A05}" type="parTrans" cxnId="{A892F406-AFDF-4041-88E4-5BB40484A68C}">
      <dgm:prSet/>
      <dgm:spPr/>
      <dgm:t>
        <a:bodyPr/>
        <a:lstStyle/>
        <a:p>
          <a:endParaRPr lang="en-US"/>
        </a:p>
      </dgm:t>
    </dgm:pt>
    <dgm:pt modelId="{C374204F-E9ED-E44E-AEDF-0338168C79AA}" type="sibTrans" cxnId="{A892F406-AFDF-4041-88E4-5BB40484A68C}">
      <dgm:prSet/>
      <dgm:spPr/>
      <dgm:t>
        <a:bodyPr/>
        <a:lstStyle/>
        <a:p>
          <a:endParaRPr lang="en-US"/>
        </a:p>
      </dgm:t>
    </dgm:pt>
    <dgm:pt modelId="{29134C3A-9B00-4549-BB8B-B66432C1096F}">
      <dgm:prSet custT="1"/>
      <dgm:spPr/>
      <dgm:t>
        <a:bodyPr/>
        <a:lstStyle/>
        <a:p>
          <a:pPr rtl="0"/>
          <a:r>
            <a:rPr lang="en-US" sz="1900" b="1" dirty="0">
              <a:solidFill>
                <a:srgbClr val="E145ED"/>
              </a:solidFill>
            </a:rPr>
            <a:t>Scheduling can be application specific</a:t>
          </a:r>
        </a:p>
      </dgm:t>
    </dgm:pt>
    <dgm:pt modelId="{625EA1CE-AD9C-DE4E-AEF7-229DE929EEA9}" type="parTrans" cxnId="{B2DA335C-CDB5-4B41-8B71-C0A42FD923D2}">
      <dgm:prSet/>
      <dgm:spPr/>
      <dgm:t>
        <a:bodyPr/>
        <a:lstStyle/>
        <a:p>
          <a:endParaRPr lang="en-US"/>
        </a:p>
      </dgm:t>
    </dgm:pt>
    <dgm:pt modelId="{ABFEF0E3-C81A-F749-818C-BA04D29119D3}" type="sibTrans" cxnId="{B2DA335C-CDB5-4B41-8B71-C0A42FD923D2}">
      <dgm:prSet/>
      <dgm:spPr/>
      <dgm:t>
        <a:bodyPr/>
        <a:lstStyle/>
        <a:p>
          <a:endParaRPr lang="en-US"/>
        </a:p>
      </dgm:t>
    </dgm:pt>
    <dgm:pt modelId="{931538E1-ED54-6F49-A1F9-7381F4898C01}">
      <dgm:prSet custT="1"/>
      <dgm:spPr/>
      <dgm:t>
        <a:bodyPr/>
        <a:lstStyle/>
        <a:p>
          <a:pPr rtl="0"/>
          <a:r>
            <a:rPr lang="en-US" sz="1900" b="1" dirty="0">
              <a:solidFill>
                <a:schemeClr val="bg1"/>
              </a:solidFill>
            </a:rPr>
            <a:t>ULTs can run on any OS</a:t>
          </a:r>
        </a:p>
      </dgm:t>
    </dgm:pt>
    <dgm:pt modelId="{50F4AEAD-4AC6-9B4C-980F-551E2057EB91}" type="parTrans" cxnId="{7A27E4A7-F91C-304B-825F-17F5A44F0437}">
      <dgm:prSet/>
      <dgm:spPr/>
      <dgm:t>
        <a:bodyPr/>
        <a:lstStyle/>
        <a:p>
          <a:endParaRPr lang="en-US"/>
        </a:p>
      </dgm:t>
    </dgm:pt>
    <dgm:pt modelId="{D8471B37-87A9-AE43-A95F-FBFDE1EE108D}" type="sibTrans" cxnId="{7A27E4A7-F91C-304B-825F-17F5A44F0437}">
      <dgm:prSet/>
      <dgm:spPr/>
      <dgm:t>
        <a:bodyPr/>
        <a:lstStyle/>
        <a:p>
          <a:endParaRPr lang="en-US"/>
        </a:p>
      </dgm:t>
    </dgm:pt>
    <dgm:pt modelId="{06822A1B-AD09-F74E-A827-5C7ED814A0BC}" type="pres">
      <dgm:prSet presAssocID="{5D2D2D33-BB61-8241-A197-5D26C46A14BC}" presName="arrowDiagram" presStyleCnt="0">
        <dgm:presLayoutVars>
          <dgm:chMax val="5"/>
          <dgm:dir/>
          <dgm:resizeHandles val="exact"/>
        </dgm:presLayoutVars>
      </dgm:prSet>
      <dgm:spPr/>
    </dgm:pt>
    <dgm:pt modelId="{45521A5A-8BF5-6D4F-8820-9F7A7D2AACC9}" type="pres">
      <dgm:prSet presAssocID="{5D2D2D33-BB61-8241-A197-5D26C46A14BC}" presName="arrow" presStyleLbl="bgShp" presStyleIdx="0" presStyleCnt="1" custScaleY="96800" custLinFactNeighborX="-7000" custLinFactNeighborY="-3600"/>
      <dgm:spPr>
        <a:solidFill>
          <a:schemeClr val="accent6">
            <a:lumMod val="75000"/>
          </a:schemeClr>
        </a:solidFill>
      </dgm:spPr>
    </dgm:pt>
    <dgm:pt modelId="{4F4A8D4C-6494-6A46-B0AE-43C2851407F8}" type="pres">
      <dgm:prSet presAssocID="{5D2D2D33-BB61-8241-A197-5D26C46A14BC}" presName="arrowDiagram3" presStyleCnt="0"/>
      <dgm:spPr/>
    </dgm:pt>
    <dgm:pt modelId="{93EAFCAC-773B-E94E-854B-E2F2A383AFC6}" type="pres">
      <dgm:prSet presAssocID="{7F122F77-B3B0-0B42-97EC-FC618BD3A352}" presName="bullet3a" presStyleLbl="node1" presStyleIdx="0" presStyleCnt="3" custLinFactY="-100000" custLinFactNeighborX="-92272" custLinFactNeighborY="-148776"/>
      <dgm:spPr>
        <a:blipFill rotWithShape="0">
          <a:blip xmlns:r="http://schemas.openxmlformats.org/officeDocument/2006/relationships" r:embed="rId1"/>
          <a:tile tx="0" ty="0" sx="100000" sy="100000" flip="none" algn="tl"/>
        </a:blipFill>
      </dgm:spPr>
    </dgm:pt>
    <dgm:pt modelId="{E4D42CE9-ECF2-5744-AA05-BF91A11852C6}" type="pres">
      <dgm:prSet presAssocID="{7F122F77-B3B0-0B42-97EC-FC618BD3A352}" presName="textBox3a" presStyleLbl="revTx" presStyleIdx="0" presStyleCnt="3" custScaleX="168672" custScaleY="55018" custLinFactNeighborX="30044" custLinFactNeighborY="-20761">
        <dgm:presLayoutVars>
          <dgm:bulletEnabled val="1"/>
        </dgm:presLayoutVars>
      </dgm:prSet>
      <dgm:spPr/>
    </dgm:pt>
    <dgm:pt modelId="{1036C2CF-90BA-A94C-AD44-42882AF2DD37}" type="pres">
      <dgm:prSet presAssocID="{29134C3A-9B00-4549-BB8B-B66432C1096F}" presName="bullet3b" presStyleLbl="node1" presStyleIdx="1" presStyleCnt="3" custLinFactNeighborX="28723" custLinFactNeighborY="-51064"/>
      <dgm:spPr>
        <a:blipFill rotWithShape="0">
          <a:blip xmlns:r="http://schemas.openxmlformats.org/officeDocument/2006/relationships" r:embed="rId1"/>
          <a:tile tx="0" ty="0" sx="100000" sy="100000" flip="none" algn="tl"/>
        </a:blipFill>
      </dgm:spPr>
    </dgm:pt>
    <dgm:pt modelId="{A85E126F-226F-CC4E-84E7-84C919015917}" type="pres">
      <dgm:prSet presAssocID="{29134C3A-9B00-4549-BB8B-B66432C1096F}" presName="textBox3b" presStyleLbl="revTx" presStyleIdx="1" presStyleCnt="3" custScaleX="141667" custScaleY="29412" custLinFactNeighborX="8334" custLinFactNeighborY="-25735">
        <dgm:presLayoutVars>
          <dgm:bulletEnabled val="1"/>
        </dgm:presLayoutVars>
      </dgm:prSet>
      <dgm:spPr/>
    </dgm:pt>
    <dgm:pt modelId="{54DF5CF8-7AEE-2A40-9C1E-D941B6A8084B}" type="pres">
      <dgm:prSet presAssocID="{931538E1-ED54-6F49-A1F9-7381F4898C01}" presName="bullet3c" presStyleLbl="node1" presStyleIdx="2" presStyleCnt="3" custLinFactNeighborX="33536" custLinFactNeighborY="-60057"/>
      <dgm:spPr>
        <a:blipFill rotWithShape="0">
          <a:blip xmlns:r="http://schemas.openxmlformats.org/officeDocument/2006/relationships" r:embed="rId1"/>
          <a:tile tx="0" ty="0" sx="100000" sy="100000" flip="none" algn="tl"/>
        </a:blipFill>
      </dgm:spPr>
    </dgm:pt>
    <dgm:pt modelId="{FBB2E895-1B5B-4449-B16F-AEA0D14C0847}" type="pres">
      <dgm:prSet presAssocID="{931538E1-ED54-6F49-A1F9-7381F4898C01}" presName="textBox3c" presStyleLbl="revTx" presStyleIdx="2" presStyleCnt="3" custFlipVert="0" custScaleX="66664" custScaleY="41294" custLinFactNeighborX="8008" custLinFactNeighborY="-43580">
        <dgm:presLayoutVars>
          <dgm:bulletEnabled val="1"/>
        </dgm:presLayoutVars>
      </dgm:prSet>
      <dgm:spPr/>
    </dgm:pt>
  </dgm:ptLst>
  <dgm:cxnLst>
    <dgm:cxn modelId="{A892F406-AFDF-4041-88E4-5BB40484A68C}" srcId="{5D2D2D33-BB61-8241-A197-5D26C46A14BC}" destId="{7F122F77-B3B0-0B42-97EC-FC618BD3A352}" srcOrd="0" destOrd="0" parTransId="{031850AE-5C94-9243-9FF7-5560C1533A05}" sibTransId="{C374204F-E9ED-E44E-AEDF-0338168C79AA}"/>
    <dgm:cxn modelId="{B2DA335C-CDB5-4B41-8B71-C0A42FD923D2}" srcId="{5D2D2D33-BB61-8241-A197-5D26C46A14BC}" destId="{29134C3A-9B00-4549-BB8B-B66432C1096F}" srcOrd="1" destOrd="0" parTransId="{625EA1CE-AD9C-DE4E-AEF7-229DE929EEA9}" sibTransId="{ABFEF0E3-C81A-F749-818C-BA04D29119D3}"/>
    <dgm:cxn modelId="{C77A5842-2391-2C4E-9FD5-7121E94354FA}" type="presOf" srcId="{5D2D2D33-BB61-8241-A197-5D26C46A14BC}" destId="{06822A1B-AD09-F74E-A827-5C7ED814A0BC}" srcOrd="0" destOrd="0" presId="urn:microsoft.com/office/officeart/2005/8/layout/arrow2"/>
    <dgm:cxn modelId="{20FCC66D-5A8B-8A4D-BEF6-C5C9C95E8B8F}" type="presOf" srcId="{7F122F77-B3B0-0B42-97EC-FC618BD3A352}" destId="{E4D42CE9-ECF2-5744-AA05-BF91A11852C6}" srcOrd="0" destOrd="0" presId="urn:microsoft.com/office/officeart/2005/8/layout/arrow2"/>
    <dgm:cxn modelId="{1BE9707C-FCA0-284F-9555-F9C68DE75E45}" type="presOf" srcId="{931538E1-ED54-6F49-A1F9-7381F4898C01}" destId="{FBB2E895-1B5B-4449-B16F-AEA0D14C0847}" srcOrd="0" destOrd="0" presId="urn:microsoft.com/office/officeart/2005/8/layout/arrow2"/>
    <dgm:cxn modelId="{1F9FB68E-0B6B-524A-A5FE-67DAB2C3758B}" type="presOf" srcId="{29134C3A-9B00-4549-BB8B-B66432C1096F}" destId="{A85E126F-226F-CC4E-84E7-84C919015917}" srcOrd="0" destOrd="0" presId="urn:microsoft.com/office/officeart/2005/8/layout/arrow2"/>
    <dgm:cxn modelId="{7A27E4A7-F91C-304B-825F-17F5A44F0437}" srcId="{5D2D2D33-BB61-8241-A197-5D26C46A14BC}" destId="{931538E1-ED54-6F49-A1F9-7381F4898C01}" srcOrd="2" destOrd="0" parTransId="{50F4AEAD-4AC6-9B4C-980F-551E2057EB91}" sibTransId="{D8471B37-87A9-AE43-A95F-FBFDE1EE108D}"/>
    <dgm:cxn modelId="{82730D2F-44EF-7949-9A84-7EBBE0DE1844}" type="presParOf" srcId="{06822A1B-AD09-F74E-A827-5C7ED814A0BC}" destId="{45521A5A-8BF5-6D4F-8820-9F7A7D2AACC9}" srcOrd="0" destOrd="0" presId="urn:microsoft.com/office/officeart/2005/8/layout/arrow2"/>
    <dgm:cxn modelId="{BE725748-B37E-5B4F-913C-F332F637739E}" type="presParOf" srcId="{06822A1B-AD09-F74E-A827-5C7ED814A0BC}" destId="{4F4A8D4C-6494-6A46-B0AE-43C2851407F8}" srcOrd="1" destOrd="0" presId="urn:microsoft.com/office/officeart/2005/8/layout/arrow2"/>
    <dgm:cxn modelId="{5BFB1335-8E3C-D340-8A8F-0E71306E12E6}" type="presParOf" srcId="{4F4A8D4C-6494-6A46-B0AE-43C2851407F8}" destId="{93EAFCAC-773B-E94E-854B-E2F2A383AFC6}" srcOrd="0" destOrd="0" presId="urn:microsoft.com/office/officeart/2005/8/layout/arrow2"/>
    <dgm:cxn modelId="{556A88B8-0FAC-0E41-BC81-C0A144D3819B}" type="presParOf" srcId="{4F4A8D4C-6494-6A46-B0AE-43C2851407F8}" destId="{E4D42CE9-ECF2-5744-AA05-BF91A11852C6}" srcOrd="1" destOrd="0" presId="urn:microsoft.com/office/officeart/2005/8/layout/arrow2"/>
    <dgm:cxn modelId="{BA79B451-49A5-D348-81BC-36EB57C9F62B}" type="presParOf" srcId="{4F4A8D4C-6494-6A46-B0AE-43C2851407F8}" destId="{1036C2CF-90BA-A94C-AD44-42882AF2DD37}" srcOrd="2" destOrd="0" presId="urn:microsoft.com/office/officeart/2005/8/layout/arrow2"/>
    <dgm:cxn modelId="{7BA7F7B6-8929-CB42-B640-45D781DEC6FA}" type="presParOf" srcId="{4F4A8D4C-6494-6A46-B0AE-43C2851407F8}" destId="{A85E126F-226F-CC4E-84E7-84C919015917}" srcOrd="3" destOrd="0" presId="urn:microsoft.com/office/officeart/2005/8/layout/arrow2"/>
    <dgm:cxn modelId="{A1EBC42C-E888-0544-8190-3736F046239C}" type="presParOf" srcId="{4F4A8D4C-6494-6A46-B0AE-43C2851407F8}" destId="{54DF5CF8-7AEE-2A40-9C1E-D941B6A8084B}" srcOrd="4" destOrd="0" presId="urn:microsoft.com/office/officeart/2005/8/layout/arrow2"/>
    <dgm:cxn modelId="{D2FC0263-4B49-A94D-8F2A-C135AF34AAEE}" type="presParOf" srcId="{4F4A8D4C-6494-6A46-B0AE-43C2851407F8}" destId="{FBB2E895-1B5B-4449-B16F-AEA0D14C0847}"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C3E70B6-D8E9-4E4E-AA5E-6DEA0EA8034E}"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4404646-3A28-B54E-A47E-AB5F588C703C}">
      <dgm:prSet/>
      <dgm:spPr/>
      <dgm:t>
        <a:bodyPr/>
        <a:lstStyle/>
        <a:p>
          <a:pPr rtl="0"/>
          <a:r>
            <a:rPr lang="en-US" dirty="0"/>
            <a:t>Processes and services provided by the Windows Kernel are relatively simple and general purpose</a:t>
          </a:r>
        </a:p>
      </dgm:t>
    </dgm:pt>
    <dgm:pt modelId="{7B6CA3CB-B13E-9347-9FE1-B16C28D6F56F}" type="parTrans" cxnId="{53CF94CA-9A96-E249-9F26-5CAE0FE58BE4}">
      <dgm:prSet/>
      <dgm:spPr/>
      <dgm:t>
        <a:bodyPr/>
        <a:lstStyle/>
        <a:p>
          <a:endParaRPr lang="en-US"/>
        </a:p>
      </dgm:t>
    </dgm:pt>
    <dgm:pt modelId="{FB812001-5AAB-C243-9F72-B7DFCDBAAFF0}" type="sibTrans" cxnId="{53CF94CA-9A96-E249-9F26-5CAE0FE58BE4}">
      <dgm:prSet/>
      <dgm:spPr/>
      <dgm:t>
        <a:bodyPr/>
        <a:lstStyle/>
        <a:p>
          <a:endParaRPr lang="en-US"/>
        </a:p>
      </dgm:t>
    </dgm:pt>
    <dgm:pt modelId="{1BEF43FE-7E65-C740-BF5B-DE6E4F4DDCF8}">
      <dgm:prSet custT="1"/>
      <dgm:spPr/>
      <dgm:t>
        <a:bodyPr/>
        <a:lstStyle/>
        <a:p>
          <a:pPr marL="742950" indent="-231775" rtl="0"/>
          <a:r>
            <a:rPr lang="en-US" sz="2100" dirty="0"/>
            <a:t>implemented as objects</a:t>
          </a:r>
        </a:p>
      </dgm:t>
    </dgm:pt>
    <dgm:pt modelId="{A3F45478-3CBF-9441-BF2A-4CBD4EE68F94}" type="parTrans" cxnId="{D5D3ABF1-A7F7-A649-B7C4-13A8ED2D9DE7}">
      <dgm:prSet/>
      <dgm:spPr/>
      <dgm:t>
        <a:bodyPr/>
        <a:lstStyle/>
        <a:p>
          <a:endParaRPr lang="en-US"/>
        </a:p>
      </dgm:t>
    </dgm:pt>
    <dgm:pt modelId="{E33FBC16-B463-A842-B500-D620F42AEA01}" type="sibTrans" cxnId="{D5D3ABF1-A7F7-A649-B7C4-13A8ED2D9DE7}">
      <dgm:prSet/>
      <dgm:spPr/>
      <dgm:t>
        <a:bodyPr/>
        <a:lstStyle/>
        <a:p>
          <a:endParaRPr lang="en-US"/>
        </a:p>
      </dgm:t>
    </dgm:pt>
    <dgm:pt modelId="{8E6A3364-D02C-5C4A-9A47-574F767DEE7D}">
      <dgm:prSet custT="1"/>
      <dgm:spPr/>
      <dgm:t>
        <a:bodyPr/>
        <a:lstStyle/>
        <a:p>
          <a:pPr marL="742950" indent="-231775" rtl="0"/>
          <a:r>
            <a:rPr lang="en-US" sz="2100" dirty="0"/>
            <a:t>created as new process or a copy of an existing</a:t>
          </a:r>
        </a:p>
      </dgm:t>
    </dgm:pt>
    <dgm:pt modelId="{D49D9246-5A33-8C4A-8C0E-1F04E5979101}" type="parTrans" cxnId="{09B12709-B2D7-2C40-931E-05BE7645517A}">
      <dgm:prSet/>
      <dgm:spPr/>
      <dgm:t>
        <a:bodyPr/>
        <a:lstStyle/>
        <a:p>
          <a:endParaRPr lang="en-US"/>
        </a:p>
      </dgm:t>
    </dgm:pt>
    <dgm:pt modelId="{CD7B950C-406E-DD41-A5FF-0F2AAE5A9DFA}" type="sibTrans" cxnId="{09B12709-B2D7-2C40-931E-05BE7645517A}">
      <dgm:prSet/>
      <dgm:spPr/>
      <dgm:t>
        <a:bodyPr/>
        <a:lstStyle/>
        <a:p>
          <a:endParaRPr lang="en-US"/>
        </a:p>
      </dgm:t>
    </dgm:pt>
    <dgm:pt modelId="{782CAA22-E386-7847-AEDC-D4272C872A29}">
      <dgm:prSet custT="1"/>
      <dgm:spPr/>
      <dgm:t>
        <a:bodyPr/>
        <a:lstStyle/>
        <a:p>
          <a:pPr marL="742950" indent="-231775" rtl="0"/>
          <a:r>
            <a:rPr lang="en-US" sz="2100" dirty="0"/>
            <a:t>an executable process may contain one or more threads</a:t>
          </a:r>
        </a:p>
      </dgm:t>
    </dgm:pt>
    <dgm:pt modelId="{B1ED9DAF-F57D-734B-8812-4CD23C6C72B1}" type="parTrans" cxnId="{0BAE411E-BA08-6845-B954-B6246E777653}">
      <dgm:prSet/>
      <dgm:spPr/>
      <dgm:t>
        <a:bodyPr/>
        <a:lstStyle/>
        <a:p>
          <a:endParaRPr lang="en-US"/>
        </a:p>
      </dgm:t>
    </dgm:pt>
    <dgm:pt modelId="{49EAFBEC-EA82-544A-87AF-085008372415}" type="sibTrans" cxnId="{0BAE411E-BA08-6845-B954-B6246E777653}">
      <dgm:prSet/>
      <dgm:spPr/>
      <dgm:t>
        <a:bodyPr/>
        <a:lstStyle/>
        <a:p>
          <a:endParaRPr lang="en-US"/>
        </a:p>
      </dgm:t>
    </dgm:pt>
    <dgm:pt modelId="{70CF0600-F0E6-3144-B0A1-DCD0A1587376}">
      <dgm:prSet custT="1"/>
      <dgm:spPr/>
      <dgm:t>
        <a:bodyPr/>
        <a:lstStyle/>
        <a:p>
          <a:pPr marL="742950" indent="-231775" rtl="0"/>
          <a:r>
            <a:rPr lang="en-US" sz="2100" dirty="0"/>
            <a:t>both processes and thread objects have built-in synchronization capabilities</a:t>
          </a:r>
        </a:p>
      </dgm:t>
    </dgm:pt>
    <dgm:pt modelId="{20CC771B-15B5-7A42-B3C5-DFF8D4276FCD}" type="parTrans" cxnId="{E694D0C2-1701-FA46-84E4-A2DA7278DB0B}">
      <dgm:prSet/>
      <dgm:spPr/>
      <dgm:t>
        <a:bodyPr/>
        <a:lstStyle/>
        <a:p>
          <a:endParaRPr lang="en-US"/>
        </a:p>
      </dgm:t>
    </dgm:pt>
    <dgm:pt modelId="{7DE3337A-42C9-5540-9BC5-F7356DBFA1DC}" type="sibTrans" cxnId="{E694D0C2-1701-FA46-84E4-A2DA7278DB0B}">
      <dgm:prSet/>
      <dgm:spPr/>
      <dgm:t>
        <a:bodyPr/>
        <a:lstStyle/>
        <a:p>
          <a:endParaRPr lang="en-US"/>
        </a:p>
      </dgm:t>
    </dgm:pt>
    <dgm:pt modelId="{EFD60395-5B29-D94E-B865-A4F8CBCD1A83}" type="pres">
      <dgm:prSet presAssocID="{8C3E70B6-D8E9-4E4E-AA5E-6DEA0EA8034E}" presName="linear" presStyleCnt="0">
        <dgm:presLayoutVars>
          <dgm:animLvl val="lvl"/>
          <dgm:resizeHandles val="exact"/>
        </dgm:presLayoutVars>
      </dgm:prSet>
      <dgm:spPr/>
    </dgm:pt>
    <dgm:pt modelId="{1D63B7E9-CC9C-E945-8699-89C930D3BE76}" type="pres">
      <dgm:prSet presAssocID="{44404646-3A28-B54E-A47E-AB5F588C703C}" presName="parentText" presStyleLbl="node1" presStyleIdx="0" presStyleCnt="1" custScaleX="92381" custScaleY="26227" custLinFactNeighborX="952" custLinFactNeighborY="-7264">
        <dgm:presLayoutVars>
          <dgm:chMax val="0"/>
          <dgm:bulletEnabled val="1"/>
        </dgm:presLayoutVars>
      </dgm:prSet>
      <dgm:spPr/>
    </dgm:pt>
    <dgm:pt modelId="{B6EC7E6A-AC9A-DE44-8D6F-1BE175CBE547}" type="pres">
      <dgm:prSet presAssocID="{44404646-3A28-B54E-A47E-AB5F588C703C}" presName="childText" presStyleLbl="revTx" presStyleIdx="0" presStyleCnt="1" custScaleX="84763" custScaleY="119497" custLinFactNeighborX="3810" custLinFactNeighborY="-701">
        <dgm:presLayoutVars>
          <dgm:bulletEnabled val="1"/>
        </dgm:presLayoutVars>
      </dgm:prSet>
      <dgm:spPr/>
    </dgm:pt>
  </dgm:ptLst>
  <dgm:cxnLst>
    <dgm:cxn modelId="{09B12709-B2D7-2C40-931E-05BE7645517A}" srcId="{44404646-3A28-B54E-A47E-AB5F588C703C}" destId="{8E6A3364-D02C-5C4A-9A47-574F767DEE7D}" srcOrd="1" destOrd="0" parTransId="{D49D9246-5A33-8C4A-8C0E-1F04E5979101}" sibTransId="{CD7B950C-406E-DD41-A5FF-0F2AAE5A9DFA}"/>
    <dgm:cxn modelId="{B681FD0C-DB84-7041-B7A2-C8580235B7E2}" type="presOf" srcId="{44404646-3A28-B54E-A47E-AB5F588C703C}" destId="{1D63B7E9-CC9C-E945-8699-89C930D3BE76}" srcOrd="0" destOrd="0" presId="urn:microsoft.com/office/officeart/2005/8/layout/vList2"/>
    <dgm:cxn modelId="{A6EDD20D-CB15-2D45-AD7D-F912D2A5A81A}" type="presOf" srcId="{8E6A3364-D02C-5C4A-9A47-574F767DEE7D}" destId="{B6EC7E6A-AC9A-DE44-8D6F-1BE175CBE547}" srcOrd="0" destOrd="1" presId="urn:microsoft.com/office/officeart/2005/8/layout/vList2"/>
    <dgm:cxn modelId="{5498F419-DD3E-A342-B10C-38B159596357}" type="presOf" srcId="{70CF0600-F0E6-3144-B0A1-DCD0A1587376}" destId="{B6EC7E6A-AC9A-DE44-8D6F-1BE175CBE547}" srcOrd="0" destOrd="3" presId="urn:microsoft.com/office/officeart/2005/8/layout/vList2"/>
    <dgm:cxn modelId="{0BAE411E-BA08-6845-B954-B6246E777653}" srcId="{44404646-3A28-B54E-A47E-AB5F588C703C}" destId="{782CAA22-E386-7847-AEDC-D4272C872A29}" srcOrd="2" destOrd="0" parTransId="{B1ED9DAF-F57D-734B-8812-4CD23C6C72B1}" sibTransId="{49EAFBEC-EA82-544A-87AF-085008372415}"/>
    <dgm:cxn modelId="{DD23663F-22C2-4D4F-AEBC-AA6B159F6100}" type="presOf" srcId="{782CAA22-E386-7847-AEDC-D4272C872A29}" destId="{B6EC7E6A-AC9A-DE44-8D6F-1BE175CBE547}" srcOrd="0" destOrd="2" presId="urn:microsoft.com/office/officeart/2005/8/layout/vList2"/>
    <dgm:cxn modelId="{A9891B64-151E-3E40-9B99-6D4314A546DE}" type="presOf" srcId="{8C3E70B6-D8E9-4E4E-AA5E-6DEA0EA8034E}" destId="{EFD60395-5B29-D94E-B865-A4F8CBCD1A83}" srcOrd="0" destOrd="0" presId="urn:microsoft.com/office/officeart/2005/8/layout/vList2"/>
    <dgm:cxn modelId="{DA02CC4D-2E44-6947-BF58-950EF37F11D2}" type="presOf" srcId="{1BEF43FE-7E65-C740-BF5B-DE6E4F4DDCF8}" destId="{B6EC7E6A-AC9A-DE44-8D6F-1BE175CBE547}" srcOrd="0" destOrd="0" presId="urn:microsoft.com/office/officeart/2005/8/layout/vList2"/>
    <dgm:cxn modelId="{E694D0C2-1701-FA46-84E4-A2DA7278DB0B}" srcId="{44404646-3A28-B54E-A47E-AB5F588C703C}" destId="{70CF0600-F0E6-3144-B0A1-DCD0A1587376}" srcOrd="3" destOrd="0" parTransId="{20CC771B-15B5-7A42-B3C5-DFF8D4276FCD}" sibTransId="{7DE3337A-42C9-5540-9BC5-F7356DBFA1DC}"/>
    <dgm:cxn modelId="{53CF94CA-9A96-E249-9F26-5CAE0FE58BE4}" srcId="{8C3E70B6-D8E9-4E4E-AA5E-6DEA0EA8034E}" destId="{44404646-3A28-B54E-A47E-AB5F588C703C}" srcOrd="0" destOrd="0" parTransId="{7B6CA3CB-B13E-9347-9FE1-B16C28D6F56F}" sibTransId="{FB812001-5AAB-C243-9F72-B7DFCDBAAFF0}"/>
    <dgm:cxn modelId="{D5D3ABF1-A7F7-A649-B7C4-13A8ED2D9DE7}" srcId="{44404646-3A28-B54E-A47E-AB5F588C703C}" destId="{1BEF43FE-7E65-C740-BF5B-DE6E4F4DDCF8}" srcOrd="0" destOrd="0" parTransId="{A3F45478-3CBF-9441-BF2A-4CBD4EE68F94}" sibTransId="{E33FBC16-B463-A842-B500-D620F42AEA01}"/>
    <dgm:cxn modelId="{6567345D-992C-3C4A-BA7B-3420E2595E23}" type="presParOf" srcId="{EFD60395-5B29-D94E-B865-A4F8CBCD1A83}" destId="{1D63B7E9-CC9C-E945-8699-89C930D3BE76}" srcOrd="0" destOrd="0" presId="urn:microsoft.com/office/officeart/2005/8/layout/vList2"/>
    <dgm:cxn modelId="{CC4296A3-F015-334E-872E-4FD21451E71C}" type="presParOf" srcId="{EFD60395-5B29-D94E-B865-A4F8CBCD1A83}" destId="{B6EC7E6A-AC9A-DE44-8D6F-1BE175CBE54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E616B09-0146-3247-8645-E01AE409C047}"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CFABBA0B-D5CE-A148-8921-85F9434E68D2}">
      <dgm:prSet/>
      <dgm:spPr/>
      <dgm:t>
        <a:bodyPr/>
        <a:lstStyle/>
        <a:p>
          <a:pPr rtl="0"/>
          <a:r>
            <a:rPr lang="en-US" dirty="0"/>
            <a:t>Processes</a:t>
          </a:r>
        </a:p>
      </dgm:t>
    </dgm:pt>
    <dgm:pt modelId="{AD0C4DFE-5939-7B4B-B5C1-68ED80957011}" type="parTrans" cxnId="{D89AD941-5074-7548-B990-1975A107357D}">
      <dgm:prSet/>
      <dgm:spPr/>
      <dgm:t>
        <a:bodyPr/>
        <a:lstStyle/>
        <a:p>
          <a:endParaRPr lang="en-US"/>
        </a:p>
      </dgm:t>
    </dgm:pt>
    <dgm:pt modelId="{7CC73111-8411-284F-869E-9D243211EB42}" type="sibTrans" cxnId="{D89AD941-5074-7548-B990-1975A107357D}">
      <dgm:prSet/>
      <dgm:spPr/>
      <dgm:t>
        <a:bodyPr/>
        <a:lstStyle/>
        <a:p>
          <a:endParaRPr lang="en-US"/>
        </a:p>
      </dgm:t>
    </dgm:pt>
    <dgm:pt modelId="{A41F43D6-E0D9-3046-9BC3-C716CBB1EBF2}">
      <dgm:prSet custT="1"/>
      <dgm:spPr>
        <a:solidFill>
          <a:schemeClr val="bg1">
            <a:lumMod val="95000"/>
          </a:schemeClr>
        </a:solidFill>
      </dgm:spPr>
      <dgm:t>
        <a:bodyPr/>
        <a:lstStyle/>
        <a:p>
          <a:pPr rtl="0"/>
          <a:r>
            <a:rPr lang="en-US" sz="2800" dirty="0"/>
            <a:t>an entity corresponding to a user job or application that owns resources</a:t>
          </a:r>
        </a:p>
      </dgm:t>
    </dgm:pt>
    <dgm:pt modelId="{DEC0319F-DC50-2641-9982-832A63EB61D0}" type="parTrans" cxnId="{9BA7721C-1C16-2A48-A948-1FB642894CA8}">
      <dgm:prSet/>
      <dgm:spPr/>
      <dgm:t>
        <a:bodyPr/>
        <a:lstStyle/>
        <a:p>
          <a:endParaRPr lang="en-US"/>
        </a:p>
      </dgm:t>
    </dgm:pt>
    <dgm:pt modelId="{806BAE70-B396-8041-9CAD-9A5D2A555249}" type="sibTrans" cxnId="{9BA7721C-1C16-2A48-A948-1FB642894CA8}">
      <dgm:prSet/>
      <dgm:spPr/>
      <dgm:t>
        <a:bodyPr/>
        <a:lstStyle/>
        <a:p>
          <a:endParaRPr lang="en-US"/>
        </a:p>
      </dgm:t>
    </dgm:pt>
    <dgm:pt modelId="{29231B7C-6CAA-E44F-BEE2-7D1979723317}">
      <dgm:prSet/>
      <dgm:spPr/>
      <dgm:t>
        <a:bodyPr/>
        <a:lstStyle/>
        <a:p>
          <a:pPr rtl="0"/>
          <a:r>
            <a:rPr lang="en-US" dirty="0"/>
            <a:t>Threads</a:t>
          </a:r>
          <a:endParaRPr lang="en-NZ" dirty="0"/>
        </a:p>
      </dgm:t>
    </dgm:pt>
    <dgm:pt modelId="{791DA195-782C-9341-936A-00998A135596}" type="parTrans" cxnId="{00802C4D-4A10-BB4F-B596-A3C427C2E128}">
      <dgm:prSet/>
      <dgm:spPr/>
      <dgm:t>
        <a:bodyPr/>
        <a:lstStyle/>
        <a:p>
          <a:endParaRPr lang="en-US"/>
        </a:p>
      </dgm:t>
    </dgm:pt>
    <dgm:pt modelId="{5B12D936-6AF9-BB49-8AD2-3DD8C760E306}" type="sibTrans" cxnId="{00802C4D-4A10-BB4F-B596-A3C427C2E128}">
      <dgm:prSet/>
      <dgm:spPr/>
      <dgm:t>
        <a:bodyPr/>
        <a:lstStyle/>
        <a:p>
          <a:endParaRPr lang="en-US"/>
        </a:p>
      </dgm:t>
    </dgm:pt>
    <dgm:pt modelId="{897B5FC2-1B6E-3C46-B69F-F795EC5E6D01}">
      <dgm:prSet/>
      <dgm:spPr>
        <a:solidFill>
          <a:schemeClr val="bg1">
            <a:lumMod val="95000"/>
          </a:schemeClr>
        </a:solidFill>
      </dgm:spPr>
      <dgm:t>
        <a:bodyPr/>
        <a:lstStyle/>
        <a:p>
          <a:pPr rtl="0"/>
          <a:r>
            <a:rPr lang="en-US" dirty="0"/>
            <a:t>a dispatchable unit of work that executes sequentially and is interruptible</a:t>
          </a:r>
        </a:p>
      </dgm:t>
    </dgm:pt>
    <dgm:pt modelId="{1B95C39D-CCD0-8641-9D30-0936BBF10AFA}" type="parTrans" cxnId="{1D5B3A88-76DD-B54E-BDF5-C33BDB2745BA}">
      <dgm:prSet/>
      <dgm:spPr/>
      <dgm:t>
        <a:bodyPr/>
        <a:lstStyle/>
        <a:p>
          <a:endParaRPr lang="en-US"/>
        </a:p>
      </dgm:t>
    </dgm:pt>
    <dgm:pt modelId="{2FC5B0E8-BEBB-9541-8647-6A7AB54863B5}" type="sibTrans" cxnId="{1D5B3A88-76DD-B54E-BDF5-C33BDB2745BA}">
      <dgm:prSet/>
      <dgm:spPr/>
      <dgm:t>
        <a:bodyPr/>
        <a:lstStyle/>
        <a:p>
          <a:endParaRPr lang="en-US"/>
        </a:p>
      </dgm:t>
    </dgm:pt>
    <dgm:pt modelId="{5D6CA6F8-45D2-9E4F-982D-0D72F720C2D8}" type="pres">
      <dgm:prSet presAssocID="{3E616B09-0146-3247-8645-E01AE409C047}" presName="Name0" presStyleCnt="0">
        <dgm:presLayoutVars>
          <dgm:dir/>
          <dgm:animLvl val="lvl"/>
          <dgm:resizeHandles val="exact"/>
        </dgm:presLayoutVars>
      </dgm:prSet>
      <dgm:spPr/>
    </dgm:pt>
    <dgm:pt modelId="{CC370B84-A2FB-634C-8748-E75D98A4A69D}" type="pres">
      <dgm:prSet presAssocID="{CFABBA0B-D5CE-A148-8921-85F9434E68D2}" presName="composite" presStyleCnt="0"/>
      <dgm:spPr/>
    </dgm:pt>
    <dgm:pt modelId="{F9161E09-98AA-F646-A320-3D36756674FD}" type="pres">
      <dgm:prSet presAssocID="{CFABBA0B-D5CE-A148-8921-85F9434E68D2}" presName="parTx" presStyleLbl="alignNode1" presStyleIdx="0" presStyleCnt="2">
        <dgm:presLayoutVars>
          <dgm:chMax val="0"/>
          <dgm:chPref val="0"/>
          <dgm:bulletEnabled val="1"/>
        </dgm:presLayoutVars>
      </dgm:prSet>
      <dgm:spPr/>
    </dgm:pt>
    <dgm:pt modelId="{29440C12-8D27-A646-861F-C6CEC0072C12}" type="pres">
      <dgm:prSet presAssocID="{CFABBA0B-D5CE-A148-8921-85F9434E68D2}" presName="desTx" presStyleLbl="alignAccFollowNode1" presStyleIdx="0" presStyleCnt="2" custScaleX="136033" custScaleY="100448">
        <dgm:presLayoutVars>
          <dgm:bulletEnabled val="1"/>
        </dgm:presLayoutVars>
      </dgm:prSet>
      <dgm:spPr/>
    </dgm:pt>
    <dgm:pt modelId="{8F04ED6A-16AB-6C4A-B333-9E830F2A042B}" type="pres">
      <dgm:prSet presAssocID="{7CC73111-8411-284F-869E-9D243211EB42}" presName="space" presStyleCnt="0"/>
      <dgm:spPr/>
    </dgm:pt>
    <dgm:pt modelId="{C1360F11-06E2-C348-B7D7-468C24E36322}" type="pres">
      <dgm:prSet presAssocID="{29231B7C-6CAA-E44F-BEE2-7D1979723317}" presName="composite" presStyleCnt="0"/>
      <dgm:spPr/>
    </dgm:pt>
    <dgm:pt modelId="{06FF1D1F-9CAB-A94F-ABD9-34BF1BE2DC25}" type="pres">
      <dgm:prSet presAssocID="{29231B7C-6CAA-E44F-BEE2-7D1979723317}" presName="parTx" presStyleLbl="alignNode1" presStyleIdx="1" presStyleCnt="2">
        <dgm:presLayoutVars>
          <dgm:chMax val="0"/>
          <dgm:chPref val="0"/>
          <dgm:bulletEnabled val="1"/>
        </dgm:presLayoutVars>
      </dgm:prSet>
      <dgm:spPr/>
    </dgm:pt>
    <dgm:pt modelId="{5291AFC4-0A1D-DF4B-A31F-0D3B8C0F583F}" type="pres">
      <dgm:prSet presAssocID="{29231B7C-6CAA-E44F-BEE2-7D1979723317}" presName="desTx" presStyleLbl="alignAccFollowNode1" presStyleIdx="1" presStyleCnt="2" custScaleX="156002" custScaleY="103824">
        <dgm:presLayoutVars>
          <dgm:bulletEnabled val="1"/>
        </dgm:presLayoutVars>
      </dgm:prSet>
      <dgm:spPr/>
    </dgm:pt>
  </dgm:ptLst>
  <dgm:cxnLst>
    <dgm:cxn modelId="{6E1BB20E-45F9-1543-A3F4-D2DC3575FEC9}" type="presOf" srcId="{3E616B09-0146-3247-8645-E01AE409C047}" destId="{5D6CA6F8-45D2-9E4F-982D-0D72F720C2D8}" srcOrd="0" destOrd="0" presId="urn:microsoft.com/office/officeart/2005/8/layout/hList1"/>
    <dgm:cxn modelId="{9BA7721C-1C16-2A48-A948-1FB642894CA8}" srcId="{CFABBA0B-D5CE-A148-8921-85F9434E68D2}" destId="{A41F43D6-E0D9-3046-9BC3-C716CBB1EBF2}" srcOrd="0" destOrd="0" parTransId="{DEC0319F-DC50-2641-9982-832A63EB61D0}" sibTransId="{806BAE70-B396-8041-9CAD-9A5D2A555249}"/>
    <dgm:cxn modelId="{D89AD941-5074-7548-B990-1975A107357D}" srcId="{3E616B09-0146-3247-8645-E01AE409C047}" destId="{CFABBA0B-D5CE-A148-8921-85F9434E68D2}" srcOrd="0" destOrd="0" parTransId="{AD0C4DFE-5939-7B4B-B5C1-68ED80957011}" sibTransId="{7CC73111-8411-284F-869E-9D243211EB42}"/>
    <dgm:cxn modelId="{00802C4D-4A10-BB4F-B596-A3C427C2E128}" srcId="{3E616B09-0146-3247-8645-E01AE409C047}" destId="{29231B7C-6CAA-E44F-BEE2-7D1979723317}" srcOrd="1" destOrd="0" parTransId="{791DA195-782C-9341-936A-00998A135596}" sibTransId="{5B12D936-6AF9-BB49-8AD2-3DD8C760E306}"/>
    <dgm:cxn modelId="{1D5B3A88-76DD-B54E-BDF5-C33BDB2745BA}" srcId="{29231B7C-6CAA-E44F-BEE2-7D1979723317}" destId="{897B5FC2-1B6E-3C46-B69F-F795EC5E6D01}" srcOrd="0" destOrd="0" parTransId="{1B95C39D-CCD0-8641-9D30-0936BBF10AFA}" sibTransId="{2FC5B0E8-BEBB-9541-8647-6A7AB54863B5}"/>
    <dgm:cxn modelId="{0356E5A2-EE38-CA49-883C-4F352ED9BA10}" type="presOf" srcId="{A41F43D6-E0D9-3046-9BC3-C716CBB1EBF2}" destId="{29440C12-8D27-A646-861F-C6CEC0072C12}" srcOrd="0" destOrd="0" presId="urn:microsoft.com/office/officeart/2005/8/layout/hList1"/>
    <dgm:cxn modelId="{DFCBF6CA-5253-444A-B946-6BDF804301E4}" type="presOf" srcId="{CFABBA0B-D5CE-A148-8921-85F9434E68D2}" destId="{F9161E09-98AA-F646-A320-3D36756674FD}" srcOrd="0" destOrd="0" presId="urn:microsoft.com/office/officeart/2005/8/layout/hList1"/>
    <dgm:cxn modelId="{D9773ED0-EF06-B042-BE0E-E55B3CD5843D}" type="presOf" srcId="{29231B7C-6CAA-E44F-BEE2-7D1979723317}" destId="{06FF1D1F-9CAB-A94F-ABD9-34BF1BE2DC25}" srcOrd="0" destOrd="0" presId="urn:microsoft.com/office/officeart/2005/8/layout/hList1"/>
    <dgm:cxn modelId="{A96964F5-3F41-A640-B555-AB3B980A8714}" type="presOf" srcId="{897B5FC2-1B6E-3C46-B69F-F795EC5E6D01}" destId="{5291AFC4-0A1D-DF4B-A31F-0D3B8C0F583F}" srcOrd="0" destOrd="0" presId="urn:microsoft.com/office/officeart/2005/8/layout/hList1"/>
    <dgm:cxn modelId="{F6F3FB3D-29ED-0B42-A3C8-84790CB2D35C}" type="presParOf" srcId="{5D6CA6F8-45D2-9E4F-982D-0D72F720C2D8}" destId="{CC370B84-A2FB-634C-8748-E75D98A4A69D}" srcOrd="0" destOrd="0" presId="urn:microsoft.com/office/officeart/2005/8/layout/hList1"/>
    <dgm:cxn modelId="{BACCB37E-807D-F64D-8B0E-616007D67FBF}" type="presParOf" srcId="{CC370B84-A2FB-634C-8748-E75D98A4A69D}" destId="{F9161E09-98AA-F646-A320-3D36756674FD}" srcOrd="0" destOrd="0" presId="urn:microsoft.com/office/officeart/2005/8/layout/hList1"/>
    <dgm:cxn modelId="{0B56F3CB-F85D-D240-A184-84A9EDDA01A1}" type="presParOf" srcId="{CC370B84-A2FB-634C-8748-E75D98A4A69D}" destId="{29440C12-8D27-A646-861F-C6CEC0072C12}" srcOrd="1" destOrd="0" presId="urn:microsoft.com/office/officeart/2005/8/layout/hList1"/>
    <dgm:cxn modelId="{4E69E30E-409D-594D-B2E6-03E564DC489F}" type="presParOf" srcId="{5D6CA6F8-45D2-9E4F-982D-0D72F720C2D8}" destId="{8F04ED6A-16AB-6C4A-B333-9E830F2A042B}" srcOrd="1" destOrd="0" presId="urn:microsoft.com/office/officeart/2005/8/layout/hList1"/>
    <dgm:cxn modelId="{FB618D0B-58A9-034E-A480-03C069CDE875}" type="presParOf" srcId="{5D6CA6F8-45D2-9E4F-982D-0D72F720C2D8}" destId="{C1360F11-06E2-C348-B7D7-468C24E36322}" srcOrd="2" destOrd="0" presId="urn:microsoft.com/office/officeart/2005/8/layout/hList1"/>
    <dgm:cxn modelId="{697710A8-7F99-4548-BBD0-CD17D13946EF}" type="presParOf" srcId="{C1360F11-06E2-C348-B7D7-468C24E36322}" destId="{06FF1D1F-9CAB-A94F-ABD9-34BF1BE2DC25}" srcOrd="0" destOrd="0" presId="urn:microsoft.com/office/officeart/2005/8/layout/hList1"/>
    <dgm:cxn modelId="{BCF63C71-49C6-B04B-A831-D9A3CF8CDDC3}" type="presParOf" srcId="{C1360F11-06E2-C348-B7D7-468C24E36322}" destId="{5291AFC4-0A1D-DF4B-A31F-0D3B8C0F583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52FF333-55C4-EF4E-A5FC-9291870878AC}"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B91E23AE-1798-E641-AAA7-BD50B810DC6D}">
      <dgm:prSet custT="1"/>
      <dgm:spPr/>
      <dgm:t>
        <a:bodyPr/>
        <a:lstStyle/>
        <a:p>
          <a:pPr rtl="0"/>
          <a:r>
            <a:rPr lang="en-US" sz="2400" dirty="0"/>
            <a:t>Achieves concurrency without the overhead of using multiple processes</a:t>
          </a:r>
        </a:p>
      </dgm:t>
    </dgm:pt>
    <dgm:pt modelId="{3650D7D9-C168-7C42-ABBB-80E1014D3E92}" type="parTrans" cxnId="{97A1171C-DDCE-054F-BB76-36DD28477506}">
      <dgm:prSet/>
      <dgm:spPr/>
      <dgm:t>
        <a:bodyPr/>
        <a:lstStyle/>
        <a:p>
          <a:endParaRPr lang="en-US"/>
        </a:p>
      </dgm:t>
    </dgm:pt>
    <dgm:pt modelId="{634B9178-5E38-5F4F-87AA-5D3BF6F98AAE}" type="sibTrans" cxnId="{97A1171C-DDCE-054F-BB76-36DD28477506}">
      <dgm:prSet/>
      <dgm:spPr/>
      <dgm:t>
        <a:bodyPr/>
        <a:lstStyle/>
        <a:p>
          <a:endParaRPr lang="en-US"/>
        </a:p>
      </dgm:t>
    </dgm:pt>
    <dgm:pt modelId="{3EC19890-21C9-F849-9243-435B55B30C7B}">
      <dgm:prSet/>
      <dgm:spPr/>
      <dgm:t>
        <a:bodyPr/>
        <a:lstStyle/>
        <a:p>
          <a:pPr rtl="0"/>
          <a:r>
            <a:rPr lang="en-US" dirty="0"/>
            <a:t>Threads within the same process can exchange information through their common address space and have access to the shared resources of the process</a:t>
          </a:r>
        </a:p>
      </dgm:t>
    </dgm:pt>
    <dgm:pt modelId="{923BA256-3A2E-8D4C-958F-2102BE05815C}" type="parTrans" cxnId="{E9E4C924-67EF-C74C-A9D3-841EF834B654}">
      <dgm:prSet/>
      <dgm:spPr/>
      <dgm:t>
        <a:bodyPr/>
        <a:lstStyle/>
        <a:p>
          <a:endParaRPr lang="en-US" dirty="0"/>
        </a:p>
      </dgm:t>
    </dgm:pt>
    <dgm:pt modelId="{06254B42-A821-C04A-B97F-C866AC5F6BD6}" type="sibTrans" cxnId="{E9E4C924-67EF-C74C-A9D3-841EF834B654}">
      <dgm:prSet/>
      <dgm:spPr/>
      <dgm:t>
        <a:bodyPr/>
        <a:lstStyle/>
        <a:p>
          <a:endParaRPr lang="en-US"/>
        </a:p>
      </dgm:t>
    </dgm:pt>
    <dgm:pt modelId="{014C9136-51F1-794F-8863-E974346214EE}">
      <dgm:prSet custT="1"/>
      <dgm:spPr/>
      <dgm:t>
        <a:bodyPr/>
        <a:lstStyle/>
        <a:p>
          <a:pPr rtl="0"/>
          <a:r>
            <a:rPr lang="en-US" sz="2400" dirty="0"/>
            <a:t>Threads in different processes can exchange information through shared memory that has been set up between the two processes</a:t>
          </a:r>
        </a:p>
      </dgm:t>
    </dgm:pt>
    <dgm:pt modelId="{A120185E-3EA0-9E4E-905E-5DDA34033F76}" type="parTrans" cxnId="{2B68B9F9-24E8-A640-B9E6-EE4FFDD14EA9}">
      <dgm:prSet/>
      <dgm:spPr/>
      <dgm:t>
        <a:bodyPr/>
        <a:lstStyle/>
        <a:p>
          <a:endParaRPr lang="en-US" dirty="0"/>
        </a:p>
      </dgm:t>
    </dgm:pt>
    <dgm:pt modelId="{1DEAD59E-0558-794B-AB89-3AB2801E2242}" type="sibTrans" cxnId="{2B68B9F9-24E8-A640-B9E6-EE4FFDD14EA9}">
      <dgm:prSet/>
      <dgm:spPr/>
      <dgm:t>
        <a:bodyPr/>
        <a:lstStyle/>
        <a:p>
          <a:endParaRPr lang="en-US"/>
        </a:p>
      </dgm:t>
    </dgm:pt>
    <dgm:pt modelId="{932F9D0B-9575-FE40-BCB1-15559B06EDCA}" type="pres">
      <dgm:prSet presAssocID="{052FF333-55C4-EF4E-A5FC-9291870878AC}" presName="hierChild1" presStyleCnt="0">
        <dgm:presLayoutVars>
          <dgm:chPref val="1"/>
          <dgm:dir/>
          <dgm:animOne val="branch"/>
          <dgm:animLvl val="lvl"/>
          <dgm:resizeHandles/>
        </dgm:presLayoutVars>
      </dgm:prSet>
      <dgm:spPr/>
    </dgm:pt>
    <dgm:pt modelId="{DBDB2F38-F52B-E64E-AB96-F3C6C69639E4}" type="pres">
      <dgm:prSet presAssocID="{B91E23AE-1798-E641-AAA7-BD50B810DC6D}" presName="hierRoot1" presStyleCnt="0"/>
      <dgm:spPr/>
    </dgm:pt>
    <dgm:pt modelId="{5F7DED4C-009C-BE40-85FC-EF6E248042AD}" type="pres">
      <dgm:prSet presAssocID="{B91E23AE-1798-E641-AAA7-BD50B810DC6D}" presName="composite" presStyleCnt="0"/>
      <dgm:spPr/>
    </dgm:pt>
    <dgm:pt modelId="{9C2BBFA4-FD11-C64F-B385-87F44DFD6E9D}" type="pres">
      <dgm:prSet presAssocID="{B91E23AE-1798-E641-AAA7-BD50B810DC6D}" presName="background" presStyleLbl="node0" presStyleIdx="0" presStyleCnt="1"/>
      <dgm:spPr/>
    </dgm:pt>
    <dgm:pt modelId="{5A90B169-569D-6845-82FD-D850FD4F7ECB}" type="pres">
      <dgm:prSet presAssocID="{B91E23AE-1798-E641-AAA7-BD50B810DC6D}" presName="text" presStyleLbl="fgAcc0" presStyleIdx="0" presStyleCnt="1" custScaleX="136271" custScaleY="115072">
        <dgm:presLayoutVars>
          <dgm:chPref val="3"/>
        </dgm:presLayoutVars>
      </dgm:prSet>
      <dgm:spPr/>
    </dgm:pt>
    <dgm:pt modelId="{C7649021-CC19-7A4B-B1F7-B805DB00D2CA}" type="pres">
      <dgm:prSet presAssocID="{B91E23AE-1798-E641-AAA7-BD50B810DC6D}" presName="hierChild2" presStyleCnt="0"/>
      <dgm:spPr/>
    </dgm:pt>
    <dgm:pt modelId="{01A5A7D6-9600-4A4B-83FE-D0AA84497058}" type="pres">
      <dgm:prSet presAssocID="{923BA256-3A2E-8D4C-958F-2102BE05815C}" presName="Name10" presStyleLbl="parChTrans1D2" presStyleIdx="0" presStyleCnt="2"/>
      <dgm:spPr/>
    </dgm:pt>
    <dgm:pt modelId="{F862061D-D4AF-3149-A6BE-4FABA805C9F1}" type="pres">
      <dgm:prSet presAssocID="{3EC19890-21C9-F849-9243-435B55B30C7B}" presName="hierRoot2" presStyleCnt="0"/>
      <dgm:spPr/>
    </dgm:pt>
    <dgm:pt modelId="{D3AFF624-A4CC-6C47-B018-D0845C7512D0}" type="pres">
      <dgm:prSet presAssocID="{3EC19890-21C9-F849-9243-435B55B30C7B}" presName="composite2" presStyleCnt="0"/>
      <dgm:spPr/>
    </dgm:pt>
    <dgm:pt modelId="{45D751CF-0371-5B43-A54C-0760DB33DED9}" type="pres">
      <dgm:prSet presAssocID="{3EC19890-21C9-F849-9243-435B55B30C7B}" presName="background2" presStyleLbl="node2" presStyleIdx="0" presStyleCnt="2"/>
      <dgm:spPr/>
    </dgm:pt>
    <dgm:pt modelId="{E693F0F0-A635-2641-8FE6-FF7DAA91A813}" type="pres">
      <dgm:prSet presAssocID="{3EC19890-21C9-F849-9243-435B55B30C7B}" presName="text2" presStyleLbl="fgAcc2" presStyleIdx="0" presStyleCnt="2" custScaleX="197296" custScaleY="118995">
        <dgm:presLayoutVars>
          <dgm:chPref val="3"/>
        </dgm:presLayoutVars>
      </dgm:prSet>
      <dgm:spPr/>
    </dgm:pt>
    <dgm:pt modelId="{CA5141C6-A094-044F-9526-65B9578828EC}" type="pres">
      <dgm:prSet presAssocID="{3EC19890-21C9-F849-9243-435B55B30C7B}" presName="hierChild3" presStyleCnt="0"/>
      <dgm:spPr/>
    </dgm:pt>
    <dgm:pt modelId="{500E5926-21BC-DA4C-8718-E096140F6721}" type="pres">
      <dgm:prSet presAssocID="{A120185E-3EA0-9E4E-905E-5DDA34033F76}" presName="Name10" presStyleLbl="parChTrans1D2" presStyleIdx="1" presStyleCnt="2"/>
      <dgm:spPr/>
    </dgm:pt>
    <dgm:pt modelId="{741FF84D-49F2-DA4C-9577-E818F784792F}" type="pres">
      <dgm:prSet presAssocID="{014C9136-51F1-794F-8863-E974346214EE}" presName="hierRoot2" presStyleCnt="0"/>
      <dgm:spPr/>
    </dgm:pt>
    <dgm:pt modelId="{8CE69FA0-6EA2-E048-AA33-1B0F6728430D}" type="pres">
      <dgm:prSet presAssocID="{014C9136-51F1-794F-8863-E974346214EE}" presName="composite2" presStyleCnt="0"/>
      <dgm:spPr/>
    </dgm:pt>
    <dgm:pt modelId="{D95F1863-BED8-D940-A1BF-C1E6F6EA23EF}" type="pres">
      <dgm:prSet presAssocID="{014C9136-51F1-794F-8863-E974346214EE}" presName="background2" presStyleLbl="node2" presStyleIdx="1" presStyleCnt="2"/>
      <dgm:spPr/>
    </dgm:pt>
    <dgm:pt modelId="{4BD8E55B-4838-D147-9405-F6502952C1F9}" type="pres">
      <dgm:prSet presAssocID="{014C9136-51F1-794F-8863-E974346214EE}" presName="text2" presStyleLbl="fgAcc2" presStyleIdx="1" presStyleCnt="2" custScaleX="177471" custScaleY="113970">
        <dgm:presLayoutVars>
          <dgm:chPref val="3"/>
        </dgm:presLayoutVars>
      </dgm:prSet>
      <dgm:spPr/>
    </dgm:pt>
    <dgm:pt modelId="{FACFA3D1-1126-C94E-B7BC-998AFAED1CD0}" type="pres">
      <dgm:prSet presAssocID="{014C9136-51F1-794F-8863-E974346214EE}" presName="hierChild3" presStyleCnt="0"/>
      <dgm:spPr/>
    </dgm:pt>
  </dgm:ptLst>
  <dgm:cxnLst>
    <dgm:cxn modelId="{6C35770B-9D6E-0648-9279-C4562B676571}" type="presOf" srcId="{A120185E-3EA0-9E4E-905E-5DDA34033F76}" destId="{500E5926-21BC-DA4C-8718-E096140F6721}" srcOrd="0" destOrd="0" presId="urn:microsoft.com/office/officeart/2005/8/layout/hierarchy1"/>
    <dgm:cxn modelId="{97A1171C-DDCE-054F-BB76-36DD28477506}" srcId="{052FF333-55C4-EF4E-A5FC-9291870878AC}" destId="{B91E23AE-1798-E641-AAA7-BD50B810DC6D}" srcOrd="0" destOrd="0" parTransId="{3650D7D9-C168-7C42-ABBB-80E1014D3E92}" sibTransId="{634B9178-5E38-5F4F-87AA-5D3BF6F98AAE}"/>
    <dgm:cxn modelId="{E9E4C924-67EF-C74C-A9D3-841EF834B654}" srcId="{B91E23AE-1798-E641-AAA7-BD50B810DC6D}" destId="{3EC19890-21C9-F849-9243-435B55B30C7B}" srcOrd="0" destOrd="0" parTransId="{923BA256-3A2E-8D4C-958F-2102BE05815C}" sibTransId="{06254B42-A821-C04A-B97F-C866AC5F6BD6}"/>
    <dgm:cxn modelId="{4BD39035-9785-974A-ACEA-A0572E6D97FE}" type="presOf" srcId="{3EC19890-21C9-F849-9243-435B55B30C7B}" destId="{E693F0F0-A635-2641-8FE6-FF7DAA91A813}" srcOrd="0" destOrd="0" presId="urn:microsoft.com/office/officeart/2005/8/layout/hierarchy1"/>
    <dgm:cxn modelId="{D124F060-B05C-A24E-9251-C26916F29618}" type="presOf" srcId="{923BA256-3A2E-8D4C-958F-2102BE05815C}" destId="{01A5A7D6-9600-4A4B-83FE-D0AA84497058}" srcOrd="0" destOrd="0" presId="urn:microsoft.com/office/officeart/2005/8/layout/hierarchy1"/>
    <dgm:cxn modelId="{C6FBBB45-DB44-8E43-8008-ACC36958A3A1}" type="presOf" srcId="{014C9136-51F1-794F-8863-E974346214EE}" destId="{4BD8E55B-4838-D147-9405-F6502952C1F9}" srcOrd="0" destOrd="0" presId="urn:microsoft.com/office/officeart/2005/8/layout/hierarchy1"/>
    <dgm:cxn modelId="{C48F9AA1-797F-DD40-9D79-5E7BC9E9D936}" type="presOf" srcId="{052FF333-55C4-EF4E-A5FC-9291870878AC}" destId="{932F9D0B-9575-FE40-BCB1-15559B06EDCA}" srcOrd="0" destOrd="0" presId="urn:microsoft.com/office/officeart/2005/8/layout/hierarchy1"/>
    <dgm:cxn modelId="{67A49EA2-8E07-A248-93EE-40A261727856}" type="presOf" srcId="{B91E23AE-1798-E641-AAA7-BD50B810DC6D}" destId="{5A90B169-569D-6845-82FD-D850FD4F7ECB}" srcOrd="0" destOrd="0" presId="urn:microsoft.com/office/officeart/2005/8/layout/hierarchy1"/>
    <dgm:cxn modelId="{2B68B9F9-24E8-A640-B9E6-EE4FFDD14EA9}" srcId="{B91E23AE-1798-E641-AAA7-BD50B810DC6D}" destId="{014C9136-51F1-794F-8863-E974346214EE}" srcOrd="1" destOrd="0" parTransId="{A120185E-3EA0-9E4E-905E-5DDA34033F76}" sibTransId="{1DEAD59E-0558-794B-AB89-3AB2801E2242}"/>
    <dgm:cxn modelId="{38DE10DB-4022-0441-B8EE-6612F919942B}" type="presParOf" srcId="{932F9D0B-9575-FE40-BCB1-15559B06EDCA}" destId="{DBDB2F38-F52B-E64E-AB96-F3C6C69639E4}" srcOrd="0" destOrd="0" presId="urn:microsoft.com/office/officeart/2005/8/layout/hierarchy1"/>
    <dgm:cxn modelId="{2ADC8212-D234-6A4F-80BF-85AA6F34BE4E}" type="presParOf" srcId="{DBDB2F38-F52B-E64E-AB96-F3C6C69639E4}" destId="{5F7DED4C-009C-BE40-85FC-EF6E248042AD}" srcOrd="0" destOrd="0" presId="urn:microsoft.com/office/officeart/2005/8/layout/hierarchy1"/>
    <dgm:cxn modelId="{AA40186F-E784-8345-8ADF-8EE4328D669C}" type="presParOf" srcId="{5F7DED4C-009C-BE40-85FC-EF6E248042AD}" destId="{9C2BBFA4-FD11-C64F-B385-87F44DFD6E9D}" srcOrd="0" destOrd="0" presId="urn:microsoft.com/office/officeart/2005/8/layout/hierarchy1"/>
    <dgm:cxn modelId="{F631F5F7-98BD-E24C-8FE7-9CC5253A1582}" type="presParOf" srcId="{5F7DED4C-009C-BE40-85FC-EF6E248042AD}" destId="{5A90B169-569D-6845-82FD-D850FD4F7ECB}" srcOrd="1" destOrd="0" presId="urn:microsoft.com/office/officeart/2005/8/layout/hierarchy1"/>
    <dgm:cxn modelId="{162461F7-15C1-7E49-8198-86BA96FC42DA}" type="presParOf" srcId="{DBDB2F38-F52B-E64E-AB96-F3C6C69639E4}" destId="{C7649021-CC19-7A4B-B1F7-B805DB00D2CA}" srcOrd="1" destOrd="0" presId="urn:microsoft.com/office/officeart/2005/8/layout/hierarchy1"/>
    <dgm:cxn modelId="{82D8BAA9-C5B6-7A43-812A-F73937DE879F}" type="presParOf" srcId="{C7649021-CC19-7A4B-B1F7-B805DB00D2CA}" destId="{01A5A7D6-9600-4A4B-83FE-D0AA84497058}" srcOrd="0" destOrd="0" presId="urn:microsoft.com/office/officeart/2005/8/layout/hierarchy1"/>
    <dgm:cxn modelId="{645A8BF9-A0E5-4E45-8179-ED6CD4A25A7A}" type="presParOf" srcId="{C7649021-CC19-7A4B-B1F7-B805DB00D2CA}" destId="{F862061D-D4AF-3149-A6BE-4FABA805C9F1}" srcOrd="1" destOrd="0" presId="urn:microsoft.com/office/officeart/2005/8/layout/hierarchy1"/>
    <dgm:cxn modelId="{20EC9845-B159-F644-8C81-D0398CADD20C}" type="presParOf" srcId="{F862061D-D4AF-3149-A6BE-4FABA805C9F1}" destId="{D3AFF624-A4CC-6C47-B018-D0845C7512D0}" srcOrd="0" destOrd="0" presId="urn:microsoft.com/office/officeart/2005/8/layout/hierarchy1"/>
    <dgm:cxn modelId="{4545CF14-24C6-6F4C-AF4D-1C9C52A64825}" type="presParOf" srcId="{D3AFF624-A4CC-6C47-B018-D0845C7512D0}" destId="{45D751CF-0371-5B43-A54C-0760DB33DED9}" srcOrd="0" destOrd="0" presId="urn:microsoft.com/office/officeart/2005/8/layout/hierarchy1"/>
    <dgm:cxn modelId="{A246DF3F-8EE4-5945-A8D6-0195A1DDBCE8}" type="presParOf" srcId="{D3AFF624-A4CC-6C47-B018-D0845C7512D0}" destId="{E693F0F0-A635-2641-8FE6-FF7DAA91A813}" srcOrd="1" destOrd="0" presId="urn:microsoft.com/office/officeart/2005/8/layout/hierarchy1"/>
    <dgm:cxn modelId="{086EDEF5-EDC1-534E-996C-37F31D4097FF}" type="presParOf" srcId="{F862061D-D4AF-3149-A6BE-4FABA805C9F1}" destId="{CA5141C6-A094-044F-9526-65B9578828EC}" srcOrd="1" destOrd="0" presId="urn:microsoft.com/office/officeart/2005/8/layout/hierarchy1"/>
    <dgm:cxn modelId="{7BCB4079-06FE-F244-B16B-C00D18A06DFC}" type="presParOf" srcId="{C7649021-CC19-7A4B-B1F7-B805DB00D2CA}" destId="{500E5926-21BC-DA4C-8718-E096140F6721}" srcOrd="2" destOrd="0" presId="urn:microsoft.com/office/officeart/2005/8/layout/hierarchy1"/>
    <dgm:cxn modelId="{1E38796D-03F7-414F-934E-DDE025671C5E}" type="presParOf" srcId="{C7649021-CC19-7A4B-B1F7-B805DB00D2CA}" destId="{741FF84D-49F2-DA4C-9577-E818F784792F}" srcOrd="3" destOrd="0" presId="urn:microsoft.com/office/officeart/2005/8/layout/hierarchy1"/>
    <dgm:cxn modelId="{333DCD70-0A43-6443-8EC1-FC36B44004E0}" type="presParOf" srcId="{741FF84D-49F2-DA4C-9577-E818F784792F}" destId="{8CE69FA0-6EA2-E048-AA33-1B0F6728430D}" srcOrd="0" destOrd="0" presId="urn:microsoft.com/office/officeart/2005/8/layout/hierarchy1"/>
    <dgm:cxn modelId="{C295833B-16C4-D042-BCFE-A756AF08285C}" type="presParOf" srcId="{8CE69FA0-6EA2-E048-AA33-1B0F6728430D}" destId="{D95F1863-BED8-D940-A1BF-C1E6F6EA23EF}" srcOrd="0" destOrd="0" presId="urn:microsoft.com/office/officeart/2005/8/layout/hierarchy1"/>
    <dgm:cxn modelId="{87A4BDAE-AA63-944D-AD6A-5E4390731DE7}" type="presParOf" srcId="{8CE69FA0-6EA2-E048-AA33-1B0F6728430D}" destId="{4BD8E55B-4838-D147-9405-F6502952C1F9}" srcOrd="1" destOrd="0" presId="urn:microsoft.com/office/officeart/2005/8/layout/hierarchy1"/>
    <dgm:cxn modelId="{391374F0-370A-984E-A651-88E0973878BD}" type="presParOf" srcId="{741FF84D-49F2-DA4C-9577-E818F784792F}" destId="{FACFA3D1-1126-C94E-B7BC-998AFAED1CD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C0F125E-DBA3-404A-A387-7AA865B70F73}"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0FAEC055-E24C-784D-8042-DCAA7EB1B932}">
      <dgm:prSet custT="1"/>
      <dgm:spPr/>
      <dgm:t>
        <a:bodyPr/>
        <a:lstStyle/>
        <a:p>
          <a:r>
            <a:rPr lang="en-US" sz="2700" b="1" dirty="0"/>
            <a:t>Interrupts</a:t>
          </a:r>
        </a:p>
      </dgm:t>
    </dgm:pt>
    <dgm:pt modelId="{5E06EF93-C9CA-1E42-8A08-EE30A89FB53B}" type="parTrans" cxnId="{5E84CB6C-9F61-1F4E-A85F-D94B943F1ADD}">
      <dgm:prSet/>
      <dgm:spPr/>
      <dgm:t>
        <a:bodyPr/>
        <a:lstStyle/>
        <a:p>
          <a:endParaRPr lang="en-US"/>
        </a:p>
      </dgm:t>
    </dgm:pt>
    <dgm:pt modelId="{248D4B19-B790-5B4B-9AF2-1DF4886A2336}" type="sibTrans" cxnId="{5E84CB6C-9F61-1F4E-A85F-D94B943F1ADD}">
      <dgm:prSet/>
      <dgm:spPr/>
      <dgm:t>
        <a:bodyPr/>
        <a:lstStyle/>
        <a:p>
          <a:endParaRPr lang="en-US"/>
        </a:p>
      </dgm:t>
    </dgm:pt>
    <dgm:pt modelId="{34440324-2A3E-EC44-8A00-3E05C9ADC31B}">
      <dgm:prSet custT="1"/>
      <dgm:spPr/>
      <dgm:t>
        <a:bodyPr/>
        <a:lstStyle/>
        <a:p>
          <a:r>
            <a:rPr lang="en-US" sz="2400" dirty="0"/>
            <a:t>synchronized by preventing their handling for a period of time.</a:t>
          </a:r>
          <a:r>
            <a:rPr lang="en-GB" sz="2400" dirty="0"/>
            <a:t> </a:t>
          </a:r>
          <a:r>
            <a:rPr lang="en-GB" sz="2400" i="1" dirty="0"/>
            <a:t>That means if any thread is in sleeping or waiting for a state then using the interrupt method, we can interrupt the execution of that thread by showing Interrupted Exception</a:t>
          </a:r>
          <a:endParaRPr lang="en-US" sz="2400" i="1" dirty="0"/>
        </a:p>
      </dgm:t>
    </dgm:pt>
    <dgm:pt modelId="{A17B8D27-0EC7-604D-93E2-8DC7D25B33D0}" type="parTrans" cxnId="{A4E00F47-7DC1-5843-87D4-4A7C0D22BB69}">
      <dgm:prSet/>
      <dgm:spPr/>
      <dgm:t>
        <a:bodyPr/>
        <a:lstStyle/>
        <a:p>
          <a:endParaRPr lang="en-US"/>
        </a:p>
      </dgm:t>
    </dgm:pt>
    <dgm:pt modelId="{9D65B186-9DBD-5548-9628-649519E0D07A}" type="sibTrans" cxnId="{A4E00F47-7DC1-5843-87D4-4A7C0D22BB69}">
      <dgm:prSet/>
      <dgm:spPr/>
      <dgm:t>
        <a:bodyPr/>
        <a:lstStyle/>
        <a:p>
          <a:endParaRPr lang="en-US"/>
        </a:p>
      </dgm:t>
    </dgm:pt>
    <dgm:pt modelId="{9C4AC180-9988-2B48-8784-4F13A14B4EE3}">
      <dgm:prSet custT="1"/>
      <dgm:spPr/>
      <dgm:t>
        <a:bodyPr/>
        <a:lstStyle/>
        <a:p>
          <a:r>
            <a:rPr lang="en-US" sz="2400" dirty="0"/>
            <a:t>cooperate with each other and manage the use of shared data structures by primitives that enforce mutual exclusion and synchronize their execution</a:t>
          </a:r>
        </a:p>
      </dgm:t>
    </dgm:pt>
    <dgm:pt modelId="{3FEBB468-8C04-3D4D-9F49-CF5AB6B01DE1}">
      <dgm:prSet phldrT="[Text]" custT="1"/>
      <dgm:spPr/>
      <dgm:t>
        <a:bodyPr/>
        <a:lstStyle/>
        <a:p>
          <a:r>
            <a:rPr lang="en-US" sz="2700" b="1" dirty="0"/>
            <a:t>Processes (threads)</a:t>
          </a:r>
        </a:p>
      </dgm:t>
    </dgm:pt>
    <dgm:pt modelId="{7927C5E6-ED9E-C340-A1AA-6EB0872296DB}" type="sibTrans" cxnId="{457AC1D2-56FE-1E46-A2D5-6257DD2F5C3A}">
      <dgm:prSet/>
      <dgm:spPr/>
      <dgm:t>
        <a:bodyPr/>
        <a:lstStyle/>
        <a:p>
          <a:endParaRPr lang="en-US"/>
        </a:p>
      </dgm:t>
    </dgm:pt>
    <dgm:pt modelId="{B0720642-24E1-214F-9EA2-6C8B29D7596B}" type="parTrans" cxnId="{457AC1D2-56FE-1E46-A2D5-6257DD2F5C3A}">
      <dgm:prSet/>
      <dgm:spPr/>
      <dgm:t>
        <a:bodyPr/>
        <a:lstStyle/>
        <a:p>
          <a:endParaRPr lang="en-US"/>
        </a:p>
      </dgm:t>
    </dgm:pt>
    <dgm:pt modelId="{7A47CDED-1785-F945-A050-24F1C4525D13}" type="sibTrans" cxnId="{F32AF32B-9DF8-064D-99A5-DD508E5F801A}">
      <dgm:prSet/>
      <dgm:spPr/>
      <dgm:t>
        <a:bodyPr/>
        <a:lstStyle/>
        <a:p>
          <a:endParaRPr lang="en-US"/>
        </a:p>
      </dgm:t>
    </dgm:pt>
    <dgm:pt modelId="{273FD3FF-E8E7-014A-9784-5EB8EEE13397}" type="parTrans" cxnId="{F32AF32B-9DF8-064D-99A5-DD508E5F801A}">
      <dgm:prSet/>
      <dgm:spPr/>
      <dgm:t>
        <a:bodyPr/>
        <a:lstStyle/>
        <a:p>
          <a:endParaRPr lang="en-US"/>
        </a:p>
      </dgm:t>
    </dgm:pt>
    <dgm:pt modelId="{93C246D5-7303-C249-A9DD-AB705B9473D2}" type="pres">
      <dgm:prSet presAssocID="{EC0F125E-DBA3-404A-A387-7AA865B70F73}" presName="vert0" presStyleCnt="0">
        <dgm:presLayoutVars>
          <dgm:dir/>
          <dgm:animOne val="branch"/>
          <dgm:animLvl val="lvl"/>
        </dgm:presLayoutVars>
      </dgm:prSet>
      <dgm:spPr/>
    </dgm:pt>
    <dgm:pt modelId="{49064325-F871-1445-AD04-4E175EF1365E}" type="pres">
      <dgm:prSet presAssocID="{3FEBB468-8C04-3D4D-9F49-CF5AB6B01DE1}" presName="thickLine" presStyleLbl="alignNode1" presStyleIdx="0" presStyleCnt="2"/>
      <dgm:spPr/>
    </dgm:pt>
    <dgm:pt modelId="{D0190E46-A216-4748-AA4A-BF9D3C64D281}" type="pres">
      <dgm:prSet presAssocID="{3FEBB468-8C04-3D4D-9F49-CF5AB6B01DE1}" presName="horz1" presStyleCnt="0"/>
      <dgm:spPr/>
    </dgm:pt>
    <dgm:pt modelId="{5308B19D-3226-7F43-90A7-076E34833999}" type="pres">
      <dgm:prSet presAssocID="{3FEBB468-8C04-3D4D-9F49-CF5AB6B01DE1}" presName="tx1" presStyleLbl="revTx" presStyleIdx="0" presStyleCnt="4"/>
      <dgm:spPr/>
    </dgm:pt>
    <dgm:pt modelId="{963D6094-EA4C-1B42-BCD4-4F10A8C244B9}" type="pres">
      <dgm:prSet presAssocID="{3FEBB468-8C04-3D4D-9F49-CF5AB6B01DE1}" presName="vert1" presStyleCnt="0"/>
      <dgm:spPr/>
    </dgm:pt>
    <dgm:pt modelId="{A080AE69-75DF-F648-896C-48641745A31E}" type="pres">
      <dgm:prSet presAssocID="{9C4AC180-9988-2B48-8784-4F13A14B4EE3}" presName="vertSpace2a" presStyleCnt="0"/>
      <dgm:spPr/>
    </dgm:pt>
    <dgm:pt modelId="{F79F41D7-96D8-994B-90BB-FD5462D98DCE}" type="pres">
      <dgm:prSet presAssocID="{9C4AC180-9988-2B48-8784-4F13A14B4EE3}" presName="horz2" presStyleCnt="0"/>
      <dgm:spPr/>
    </dgm:pt>
    <dgm:pt modelId="{2AF22AFB-28A3-9B46-B04D-7F6F29309214}" type="pres">
      <dgm:prSet presAssocID="{9C4AC180-9988-2B48-8784-4F13A14B4EE3}" presName="horzSpace2" presStyleCnt="0"/>
      <dgm:spPr/>
    </dgm:pt>
    <dgm:pt modelId="{5A890009-52E7-D04B-83B6-E421AA5B9F18}" type="pres">
      <dgm:prSet presAssocID="{9C4AC180-9988-2B48-8784-4F13A14B4EE3}" presName="tx2" presStyleLbl="revTx" presStyleIdx="1" presStyleCnt="4"/>
      <dgm:spPr/>
    </dgm:pt>
    <dgm:pt modelId="{5C6FBD28-2DA7-3F48-AD02-E9AE689D1CD3}" type="pres">
      <dgm:prSet presAssocID="{9C4AC180-9988-2B48-8784-4F13A14B4EE3}" presName="vert2" presStyleCnt="0"/>
      <dgm:spPr/>
    </dgm:pt>
    <dgm:pt modelId="{25CBDD50-B0DB-4E4F-85BD-EFF7B7241204}" type="pres">
      <dgm:prSet presAssocID="{9C4AC180-9988-2B48-8784-4F13A14B4EE3}" presName="thinLine2b" presStyleLbl="callout" presStyleIdx="0" presStyleCnt="2" custLinFactNeighborX="-2707" custLinFactNeighborY="-32601"/>
      <dgm:spPr/>
    </dgm:pt>
    <dgm:pt modelId="{2EE0DB58-750B-7D4D-A8F9-B19DCAD00F2A}" type="pres">
      <dgm:prSet presAssocID="{9C4AC180-9988-2B48-8784-4F13A14B4EE3}" presName="vertSpace2b" presStyleCnt="0"/>
      <dgm:spPr/>
    </dgm:pt>
    <dgm:pt modelId="{B1D9BB74-11EB-5446-9A70-9E4A968739EF}" type="pres">
      <dgm:prSet presAssocID="{0FAEC055-E24C-784D-8042-DCAA7EB1B932}" presName="thickLine" presStyleLbl="alignNode1" presStyleIdx="1" presStyleCnt="2"/>
      <dgm:spPr/>
    </dgm:pt>
    <dgm:pt modelId="{F9440E25-A48D-E442-B3CE-2025710D3FCB}" type="pres">
      <dgm:prSet presAssocID="{0FAEC055-E24C-784D-8042-DCAA7EB1B932}" presName="horz1" presStyleCnt="0"/>
      <dgm:spPr/>
    </dgm:pt>
    <dgm:pt modelId="{3CEF4735-D4B5-974D-B9BF-54ACF1BEFBF9}" type="pres">
      <dgm:prSet presAssocID="{0FAEC055-E24C-784D-8042-DCAA7EB1B932}" presName="tx1" presStyleLbl="revTx" presStyleIdx="2" presStyleCnt="4"/>
      <dgm:spPr/>
    </dgm:pt>
    <dgm:pt modelId="{61830790-4776-874D-A2DF-5A5BEC691721}" type="pres">
      <dgm:prSet presAssocID="{0FAEC055-E24C-784D-8042-DCAA7EB1B932}" presName="vert1" presStyleCnt="0"/>
      <dgm:spPr/>
    </dgm:pt>
    <dgm:pt modelId="{21A50DA7-D7FD-8F48-A142-B33A70F668BD}" type="pres">
      <dgm:prSet presAssocID="{34440324-2A3E-EC44-8A00-3E05C9ADC31B}" presName="vertSpace2a" presStyleCnt="0"/>
      <dgm:spPr/>
    </dgm:pt>
    <dgm:pt modelId="{7BA82E4F-F410-9547-8189-2D5C2CA7D4B1}" type="pres">
      <dgm:prSet presAssocID="{34440324-2A3E-EC44-8A00-3E05C9ADC31B}" presName="horz2" presStyleCnt="0"/>
      <dgm:spPr/>
    </dgm:pt>
    <dgm:pt modelId="{A37AF7C1-A047-2C4F-A77E-1E81CD548BAA}" type="pres">
      <dgm:prSet presAssocID="{34440324-2A3E-EC44-8A00-3E05C9ADC31B}" presName="horzSpace2" presStyleCnt="0"/>
      <dgm:spPr/>
    </dgm:pt>
    <dgm:pt modelId="{55E25350-D609-0E4C-AF06-74901F766641}" type="pres">
      <dgm:prSet presAssocID="{34440324-2A3E-EC44-8A00-3E05C9ADC31B}" presName="tx2" presStyleLbl="revTx" presStyleIdx="3" presStyleCnt="4" custScaleY="52272" custLinFactNeighborX="-2215" custLinFactNeighborY="-6569"/>
      <dgm:spPr/>
    </dgm:pt>
    <dgm:pt modelId="{F1C8B7F9-67C6-8148-B021-57DE2339D0A7}" type="pres">
      <dgm:prSet presAssocID="{34440324-2A3E-EC44-8A00-3E05C9ADC31B}" presName="vert2" presStyleCnt="0"/>
      <dgm:spPr/>
    </dgm:pt>
    <dgm:pt modelId="{3E291C2B-B993-824E-9D25-B57FA36470B9}" type="pres">
      <dgm:prSet presAssocID="{34440324-2A3E-EC44-8A00-3E05C9ADC31B}" presName="thinLine2b" presStyleLbl="callout" presStyleIdx="1" presStyleCnt="2" custLinFactY="900000" custLinFactNeighborX="-363" custLinFactNeighborY="947870"/>
      <dgm:spPr/>
    </dgm:pt>
    <dgm:pt modelId="{10EFC0AC-C661-954C-911E-A1FDF917420A}" type="pres">
      <dgm:prSet presAssocID="{34440324-2A3E-EC44-8A00-3E05C9ADC31B}" presName="vertSpace2b" presStyleCnt="0"/>
      <dgm:spPr/>
    </dgm:pt>
  </dgm:ptLst>
  <dgm:cxnLst>
    <dgm:cxn modelId="{F32AF32B-9DF8-064D-99A5-DD508E5F801A}" srcId="{3FEBB468-8C04-3D4D-9F49-CF5AB6B01DE1}" destId="{9C4AC180-9988-2B48-8784-4F13A14B4EE3}" srcOrd="0" destOrd="0" parTransId="{273FD3FF-E8E7-014A-9784-5EB8EEE13397}" sibTransId="{7A47CDED-1785-F945-A050-24F1C4525D13}"/>
    <dgm:cxn modelId="{B72D3F3C-92BA-824A-A10D-9A2CC6019DEE}" type="presOf" srcId="{3FEBB468-8C04-3D4D-9F49-CF5AB6B01DE1}" destId="{5308B19D-3226-7F43-90A7-076E34833999}" srcOrd="0" destOrd="0" presId="urn:microsoft.com/office/officeart/2008/layout/LinedList"/>
    <dgm:cxn modelId="{3FA3FB5D-8D90-B14F-B974-687462832B26}" type="presOf" srcId="{EC0F125E-DBA3-404A-A387-7AA865B70F73}" destId="{93C246D5-7303-C249-A9DD-AB705B9473D2}" srcOrd="0" destOrd="0" presId="urn:microsoft.com/office/officeart/2008/layout/LinedList"/>
    <dgm:cxn modelId="{A4E00F47-7DC1-5843-87D4-4A7C0D22BB69}" srcId="{0FAEC055-E24C-784D-8042-DCAA7EB1B932}" destId="{34440324-2A3E-EC44-8A00-3E05C9ADC31B}" srcOrd="0" destOrd="0" parTransId="{A17B8D27-0EC7-604D-93E2-8DC7D25B33D0}" sibTransId="{9D65B186-9DBD-5548-9628-649519E0D07A}"/>
    <dgm:cxn modelId="{5E84CB6C-9F61-1F4E-A85F-D94B943F1ADD}" srcId="{EC0F125E-DBA3-404A-A387-7AA865B70F73}" destId="{0FAEC055-E24C-784D-8042-DCAA7EB1B932}" srcOrd="1" destOrd="0" parTransId="{5E06EF93-C9CA-1E42-8A08-EE30A89FB53B}" sibTransId="{248D4B19-B790-5B4B-9AF2-1DF4886A2336}"/>
    <dgm:cxn modelId="{457AC1D2-56FE-1E46-A2D5-6257DD2F5C3A}" srcId="{EC0F125E-DBA3-404A-A387-7AA865B70F73}" destId="{3FEBB468-8C04-3D4D-9F49-CF5AB6B01DE1}" srcOrd="0" destOrd="0" parTransId="{B0720642-24E1-214F-9EA2-6C8B29D7596B}" sibTransId="{7927C5E6-ED9E-C340-A1AA-6EB0872296DB}"/>
    <dgm:cxn modelId="{5B1DD1D7-3C50-9343-B60A-CC296F26704B}" type="presOf" srcId="{9C4AC180-9988-2B48-8784-4F13A14B4EE3}" destId="{5A890009-52E7-D04B-83B6-E421AA5B9F18}" srcOrd="0" destOrd="0" presId="urn:microsoft.com/office/officeart/2008/layout/LinedList"/>
    <dgm:cxn modelId="{6434E2DA-EAAC-E449-9F4C-46D396518DC1}" type="presOf" srcId="{34440324-2A3E-EC44-8A00-3E05C9ADC31B}" destId="{55E25350-D609-0E4C-AF06-74901F766641}" srcOrd="0" destOrd="0" presId="urn:microsoft.com/office/officeart/2008/layout/LinedList"/>
    <dgm:cxn modelId="{1A0D58E9-251C-0846-B159-5CA71FF25135}" type="presOf" srcId="{0FAEC055-E24C-784D-8042-DCAA7EB1B932}" destId="{3CEF4735-D4B5-974D-B9BF-54ACF1BEFBF9}" srcOrd="0" destOrd="0" presId="urn:microsoft.com/office/officeart/2008/layout/LinedList"/>
    <dgm:cxn modelId="{B4A3B9C1-C374-5348-B013-BF66FCA6BB2C}" type="presParOf" srcId="{93C246D5-7303-C249-A9DD-AB705B9473D2}" destId="{49064325-F871-1445-AD04-4E175EF1365E}" srcOrd="0" destOrd="0" presId="urn:microsoft.com/office/officeart/2008/layout/LinedList"/>
    <dgm:cxn modelId="{F71D42BA-38BE-A345-8E97-300984D7A452}" type="presParOf" srcId="{93C246D5-7303-C249-A9DD-AB705B9473D2}" destId="{D0190E46-A216-4748-AA4A-BF9D3C64D281}" srcOrd="1" destOrd="0" presId="urn:microsoft.com/office/officeart/2008/layout/LinedList"/>
    <dgm:cxn modelId="{A8DDAA57-1D0E-3B4E-9E0B-91400EAF0AAD}" type="presParOf" srcId="{D0190E46-A216-4748-AA4A-BF9D3C64D281}" destId="{5308B19D-3226-7F43-90A7-076E34833999}" srcOrd="0" destOrd="0" presId="urn:microsoft.com/office/officeart/2008/layout/LinedList"/>
    <dgm:cxn modelId="{3F0AE5A0-14B6-C449-8F5F-98BC7A19A32C}" type="presParOf" srcId="{D0190E46-A216-4748-AA4A-BF9D3C64D281}" destId="{963D6094-EA4C-1B42-BCD4-4F10A8C244B9}" srcOrd="1" destOrd="0" presId="urn:microsoft.com/office/officeart/2008/layout/LinedList"/>
    <dgm:cxn modelId="{E98D72A0-CC27-1546-9165-8C2F436D28C4}" type="presParOf" srcId="{963D6094-EA4C-1B42-BCD4-4F10A8C244B9}" destId="{A080AE69-75DF-F648-896C-48641745A31E}" srcOrd="0" destOrd="0" presId="urn:microsoft.com/office/officeart/2008/layout/LinedList"/>
    <dgm:cxn modelId="{EEBADB88-3ADD-3C47-947A-6A51F08D54D4}" type="presParOf" srcId="{963D6094-EA4C-1B42-BCD4-4F10A8C244B9}" destId="{F79F41D7-96D8-994B-90BB-FD5462D98DCE}" srcOrd="1" destOrd="0" presId="urn:microsoft.com/office/officeart/2008/layout/LinedList"/>
    <dgm:cxn modelId="{B5B1137D-2BB5-7041-9255-D261E84D8D7A}" type="presParOf" srcId="{F79F41D7-96D8-994B-90BB-FD5462D98DCE}" destId="{2AF22AFB-28A3-9B46-B04D-7F6F29309214}" srcOrd="0" destOrd="0" presId="urn:microsoft.com/office/officeart/2008/layout/LinedList"/>
    <dgm:cxn modelId="{704FD50A-4DB0-284F-B2E1-5CE79257C7FF}" type="presParOf" srcId="{F79F41D7-96D8-994B-90BB-FD5462D98DCE}" destId="{5A890009-52E7-D04B-83B6-E421AA5B9F18}" srcOrd="1" destOrd="0" presId="urn:microsoft.com/office/officeart/2008/layout/LinedList"/>
    <dgm:cxn modelId="{6952F613-986B-B344-B065-D6DCA99FA331}" type="presParOf" srcId="{F79F41D7-96D8-994B-90BB-FD5462D98DCE}" destId="{5C6FBD28-2DA7-3F48-AD02-E9AE689D1CD3}" srcOrd="2" destOrd="0" presId="urn:microsoft.com/office/officeart/2008/layout/LinedList"/>
    <dgm:cxn modelId="{1B3D6069-CC52-5A45-BBF1-84D4C0B44397}" type="presParOf" srcId="{963D6094-EA4C-1B42-BCD4-4F10A8C244B9}" destId="{25CBDD50-B0DB-4E4F-85BD-EFF7B7241204}" srcOrd="2" destOrd="0" presId="urn:microsoft.com/office/officeart/2008/layout/LinedList"/>
    <dgm:cxn modelId="{B78A8587-BFEF-9B4F-AD5A-7026286B7B99}" type="presParOf" srcId="{963D6094-EA4C-1B42-BCD4-4F10A8C244B9}" destId="{2EE0DB58-750B-7D4D-A8F9-B19DCAD00F2A}" srcOrd="3" destOrd="0" presId="urn:microsoft.com/office/officeart/2008/layout/LinedList"/>
    <dgm:cxn modelId="{6B0CE6C8-F44E-4B47-8C10-D8E0974C9E54}" type="presParOf" srcId="{93C246D5-7303-C249-A9DD-AB705B9473D2}" destId="{B1D9BB74-11EB-5446-9A70-9E4A968739EF}" srcOrd="2" destOrd="0" presId="urn:microsoft.com/office/officeart/2008/layout/LinedList"/>
    <dgm:cxn modelId="{16B81272-7EF8-9C47-8DE7-13DC6CC0047E}" type="presParOf" srcId="{93C246D5-7303-C249-A9DD-AB705B9473D2}" destId="{F9440E25-A48D-E442-B3CE-2025710D3FCB}" srcOrd="3" destOrd="0" presId="urn:microsoft.com/office/officeart/2008/layout/LinedList"/>
    <dgm:cxn modelId="{3B1D6651-EDD5-4D4C-9AE8-EA83F8E7EB19}" type="presParOf" srcId="{F9440E25-A48D-E442-B3CE-2025710D3FCB}" destId="{3CEF4735-D4B5-974D-B9BF-54ACF1BEFBF9}" srcOrd="0" destOrd="0" presId="urn:microsoft.com/office/officeart/2008/layout/LinedList"/>
    <dgm:cxn modelId="{47FF0F59-49BD-8C49-8B95-FD890177F81B}" type="presParOf" srcId="{F9440E25-A48D-E442-B3CE-2025710D3FCB}" destId="{61830790-4776-874D-A2DF-5A5BEC691721}" srcOrd="1" destOrd="0" presId="urn:microsoft.com/office/officeart/2008/layout/LinedList"/>
    <dgm:cxn modelId="{17A4C9F8-4F7A-234A-BD22-DBD987C7C3AB}" type="presParOf" srcId="{61830790-4776-874D-A2DF-5A5BEC691721}" destId="{21A50DA7-D7FD-8F48-A142-B33A70F668BD}" srcOrd="0" destOrd="0" presId="urn:microsoft.com/office/officeart/2008/layout/LinedList"/>
    <dgm:cxn modelId="{885DA727-07E2-9441-BD84-9DC530F281A5}" type="presParOf" srcId="{61830790-4776-874D-A2DF-5A5BEC691721}" destId="{7BA82E4F-F410-9547-8189-2D5C2CA7D4B1}" srcOrd="1" destOrd="0" presId="urn:microsoft.com/office/officeart/2008/layout/LinedList"/>
    <dgm:cxn modelId="{9AAB106F-8904-BD48-AACF-0F2227A1E1B2}" type="presParOf" srcId="{7BA82E4F-F410-9547-8189-2D5C2CA7D4B1}" destId="{A37AF7C1-A047-2C4F-A77E-1E81CD548BAA}" srcOrd="0" destOrd="0" presId="urn:microsoft.com/office/officeart/2008/layout/LinedList"/>
    <dgm:cxn modelId="{16651143-F3FE-E641-BC34-35951D7980DF}" type="presParOf" srcId="{7BA82E4F-F410-9547-8189-2D5C2CA7D4B1}" destId="{55E25350-D609-0E4C-AF06-74901F766641}" srcOrd="1" destOrd="0" presId="urn:microsoft.com/office/officeart/2008/layout/LinedList"/>
    <dgm:cxn modelId="{BE192FA0-AE50-0D42-A935-4ABE4FE5EAF4}" type="presParOf" srcId="{7BA82E4F-F410-9547-8189-2D5C2CA7D4B1}" destId="{F1C8B7F9-67C6-8148-B021-57DE2339D0A7}" srcOrd="2" destOrd="0" presId="urn:microsoft.com/office/officeart/2008/layout/LinedList"/>
    <dgm:cxn modelId="{0EFA4DA9-4933-254F-AF15-C9CD860E5A28}" type="presParOf" srcId="{61830790-4776-874D-A2DF-5A5BEC691721}" destId="{3E291C2B-B993-824E-9D25-B57FA36470B9}" srcOrd="2" destOrd="0" presId="urn:microsoft.com/office/officeart/2008/layout/LinedList"/>
    <dgm:cxn modelId="{4D1A97D1-CF28-8F49-87BB-2BE591A388A4}" type="presParOf" srcId="{61830790-4776-874D-A2DF-5A5BEC691721}" destId="{10EFC0AC-C661-954C-911E-A1FDF917420A}"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58A1956-4C05-3840-B633-B9B9C3BBB93B}" type="doc">
      <dgm:prSet loTypeId="urn:microsoft.com/office/officeart/2005/8/layout/pyramid2" loCatId="list" qsTypeId="urn:microsoft.com/office/officeart/2005/8/quickstyle/simple4" qsCatId="simple" csTypeId="urn:microsoft.com/office/officeart/2005/8/colors/accent1_2" csCatId="accent1" phldr="1"/>
      <dgm:spPr/>
    </dgm:pt>
    <dgm:pt modelId="{2A7E0A70-7517-C54F-992E-058788DBB8C1}">
      <dgm:prSet phldrT="[Text]"/>
      <dgm:spPr/>
      <dgm:t>
        <a:bodyPr/>
        <a:lstStyle/>
        <a:p>
          <a:r>
            <a:rPr lang="en-US"/>
            <a:t>Foreground process</a:t>
          </a:r>
        </a:p>
      </dgm:t>
    </dgm:pt>
    <dgm:pt modelId="{6F27DD3E-C098-2F47-B38E-9B5D2430E6BD}" type="parTrans" cxnId="{2832D4D4-E908-4443-8F8F-84CACA04B934}">
      <dgm:prSet/>
      <dgm:spPr/>
      <dgm:t>
        <a:bodyPr/>
        <a:lstStyle/>
        <a:p>
          <a:endParaRPr lang="en-US"/>
        </a:p>
      </dgm:t>
    </dgm:pt>
    <dgm:pt modelId="{7840926E-853F-CF42-9A8A-00A56E79A025}" type="sibTrans" cxnId="{2832D4D4-E908-4443-8F8F-84CACA04B934}">
      <dgm:prSet/>
      <dgm:spPr/>
      <dgm:t>
        <a:bodyPr/>
        <a:lstStyle/>
        <a:p>
          <a:endParaRPr lang="en-US"/>
        </a:p>
      </dgm:t>
    </dgm:pt>
    <dgm:pt modelId="{6525CCC1-8A2A-6D46-852E-4C6B2B3C1FA6}">
      <dgm:prSet/>
      <dgm:spPr/>
      <dgm:t>
        <a:bodyPr/>
        <a:lstStyle/>
        <a:p>
          <a:r>
            <a:rPr lang="en-US"/>
            <a:t>Visible process</a:t>
          </a:r>
          <a:endParaRPr lang="en-US" dirty="0"/>
        </a:p>
      </dgm:t>
    </dgm:pt>
    <dgm:pt modelId="{956F9B27-200E-B64B-AB18-4F3832F5640B}" type="parTrans" cxnId="{D31A3265-68AA-BA4C-BFE1-161CE11E3D27}">
      <dgm:prSet/>
      <dgm:spPr/>
      <dgm:t>
        <a:bodyPr/>
        <a:lstStyle/>
        <a:p>
          <a:endParaRPr lang="en-US"/>
        </a:p>
      </dgm:t>
    </dgm:pt>
    <dgm:pt modelId="{A22951EF-E270-6E48-9AA5-C1A41B9E825E}" type="sibTrans" cxnId="{D31A3265-68AA-BA4C-BFE1-161CE11E3D27}">
      <dgm:prSet/>
      <dgm:spPr/>
      <dgm:t>
        <a:bodyPr/>
        <a:lstStyle/>
        <a:p>
          <a:endParaRPr lang="en-US"/>
        </a:p>
      </dgm:t>
    </dgm:pt>
    <dgm:pt modelId="{E9B74022-B45C-4D49-AD5F-09C9BA4A370B}">
      <dgm:prSet/>
      <dgm:spPr/>
      <dgm:t>
        <a:bodyPr/>
        <a:lstStyle/>
        <a:p>
          <a:r>
            <a:rPr lang="en-US"/>
            <a:t>Service process</a:t>
          </a:r>
          <a:endParaRPr lang="en-US" dirty="0"/>
        </a:p>
      </dgm:t>
    </dgm:pt>
    <dgm:pt modelId="{65110151-DF81-384D-82CB-005A1E532032}" type="parTrans" cxnId="{59B38F26-B889-ED46-8C63-D2B620ED82CD}">
      <dgm:prSet/>
      <dgm:spPr/>
      <dgm:t>
        <a:bodyPr/>
        <a:lstStyle/>
        <a:p>
          <a:endParaRPr lang="en-US"/>
        </a:p>
      </dgm:t>
    </dgm:pt>
    <dgm:pt modelId="{6245189E-0CB1-5E43-9AA1-4D4718E6BFAA}" type="sibTrans" cxnId="{59B38F26-B889-ED46-8C63-D2B620ED82CD}">
      <dgm:prSet/>
      <dgm:spPr/>
      <dgm:t>
        <a:bodyPr/>
        <a:lstStyle/>
        <a:p>
          <a:endParaRPr lang="en-US"/>
        </a:p>
      </dgm:t>
    </dgm:pt>
    <dgm:pt modelId="{5094971A-CC5A-F843-A092-61E28811F2F6}">
      <dgm:prSet/>
      <dgm:spPr/>
      <dgm:t>
        <a:bodyPr/>
        <a:lstStyle/>
        <a:p>
          <a:r>
            <a:rPr lang="en-US"/>
            <a:t>Background process</a:t>
          </a:r>
          <a:endParaRPr lang="en-US" dirty="0"/>
        </a:p>
      </dgm:t>
    </dgm:pt>
    <dgm:pt modelId="{7C445866-2715-F847-82DD-51C8534D5880}" type="parTrans" cxnId="{74F292BA-4A3A-494E-AFAE-D5E759617499}">
      <dgm:prSet/>
      <dgm:spPr/>
      <dgm:t>
        <a:bodyPr/>
        <a:lstStyle/>
        <a:p>
          <a:endParaRPr lang="en-US"/>
        </a:p>
      </dgm:t>
    </dgm:pt>
    <dgm:pt modelId="{61098769-9EB2-6643-844A-911CC4E7AF4A}" type="sibTrans" cxnId="{74F292BA-4A3A-494E-AFAE-D5E759617499}">
      <dgm:prSet/>
      <dgm:spPr/>
      <dgm:t>
        <a:bodyPr/>
        <a:lstStyle/>
        <a:p>
          <a:endParaRPr lang="en-US"/>
        </a:p>
      </dgm:t>
    </dgm:pt>
    <dgm:pt modelId="{B4ECEAA0-8F58-9B42-9C4E-D97BDAA6B67A}">
      <dgm:prSet/>
      <dgm:spPr/>
      <dgm:t>
        <a:bodyPr/>
        <a:lstStyle/>
        <a:p>
          <a:r>
            <a:rPr lang="en-US" dirty="0"/>
            <a:t>Empty process</a:t>
          </a:r>
        </a:p>
      </dgm:t>
    </dgm:pt>
    <dgm:pt modelId="{21789603-A659-D641-998C-11DC26BF358D}" type="parTrans" cxnId="{92FC9CF8-4B85-2746-9F7E-4BBA64F8EB57}">
      <dgm:prSet/>
      <dgm:spPr/>
      <dgm:t>
        <a:bodyPr/>
        <a:lstStyle/>
        <a:p>
          <a:endParaRPr lang="en-US"/>
        </a:p>
      </dgm:t>
    </dgm:pt>
    <dgm:pt modelId="{DC8A5F1B-85FA-B64B-99C5-5E76A2DC20BD}" type="sibTrans" cxnId="{92FC9CF8-4B85-2746-9F7E-4BBA64F8EB57}">
      <dgm:prSet/>
      <dgm:spPr/>
      <dgm:t>
        <a:bodyPr/>
        <a:lstStyle/>
        <a:p>
          <a:endParaRPr lang="en-US"/>
        </a:p>
      </dgm:t>
    </dgm:pt>
    <dgm:pt modelId="{3792B750-9A60-F84C-87EB-9044A4FD5D47}" type="pres">
      <dgm:prSet presAssocID="{A58A1956-4C05-3840-B633-B9B9C3BBB93B}" presName="compositeShape" presStyleCnt="0">
        <dgm:presLayoutVars>
          <dgm:dir/>
          <dgm:resizeHandles/>
        </dgm:presLayoutVars>
      </dgm:prSet>
      <dgm:spPr/>
    </dgm:pt>
    <dgm:pt modelId="{F26ADAFC-8F77-0A4B-8EBC-CE98AEB27895}" type="pres">
      <dgm:prSet presAssocID="{A58A1956-4C05-3840-B633-B9B9C3BBB93B}" presName="pyramid" presStyleLbl="node1" presStyleIdx="0" presStyleCnt="1" custLinFactNeighborX="709" custLinFactNeighborY="-1791"/>
      <dgm:spPr/>
    </dgm:pt>
    <dgm:pt modelId="{D571795D-1CF7-CD44-B67B-3F8B10E53225}" type="pres">
      <dgm:prSet presAssocID="{A58A1956-4C05-3840-B633-B9B9C3BBB93B}" presName="theList" presStyleCnt="0"/>
      <dgm:spPr/>
    </dgm:pt>
    <dgm:pt modelId="{D7F236B6-343E-6D4F-B3F6-E91247AE0537}" type="pres">
      <dgm:prSet presAssocID="{2A7E0A70-7517-C54F-992E-058788DBB8C1}" presName="aNode" presStyleLbl="fgAcc1" presStyleIdx="0" presStyleCnt="5">
        <dgm:presLayoutVars>
          <dgm:bulletEnabled val="1"/>
        </dgm:presLayoutVars>
      </dgm:prSet>
      <dgm:spPr/>
    </dgm:pt>
    <dgm:pt modelId="{602BF3DB-B5F3-664F-8CA4-6B2303F1808E}" type="pres">
      <dgm:prSet presAssocID="{2A7E0A70-7517-C54F-992E-058788DBB8C1}" presName="aSpace" presStyleCnt="0"/>
      <dgm:spPr/>
    </dgm:pt>
    <dgm:pt modelId="{D3733D29-E208-EF4A-9AEF-65F84BCE6E23}" type="pres">
      <dgm:prSet presAssocID="{6525CCC1-8A2A-6D46-852E-4C6B2B3C1FA6}" presName="aNode" presStyleLbl="fgAcc1" presStyleIdx="1" presStyleCnt="5">
        <dgm:presLayoutVars>
          <dgm:bulletEnabled val="1"/>
        </dgm:presLayoutVars>
      </dgm:prSet>
      <dgm:spPr/>
    </dgm:pt>
    <dgm:pt modelId="{070055A0-6F91-AA4F-9323-F543E77EE22B}" type="pres">
      <dgm:prSet presAssocID="{6525CCC1-8A2A-6D46-852E-4C6B2B3C1FA6}" presName="aSpace" presStyleCnt="0"/>
      <dgm:spPr/>
    </dgm:pt>
    <dgm:pt modelId="{18B59D32-1887-2E44-BF45-4BE4E74A7629}" type="pres">
      <dgm:prSet presAssocID="{E9B74022-B45C-4D49-AD5F-09C9BA4A370B}" presName="aNode" presStyleLbl="fgAcc1" presStyleIdx="2" presStyleCnt="5">
        <dgm:presLayoutVars>
          <dgm:bulletEnabled val="1"/>
        </dgm:presLayoutVars>
      </dgm:prSet>
      <dgm:spPr/>
    </dgm:pt>
    <dgm:pt modelId="{B8AC2C98-B58A-5B42-AF37-6C98D99C8645}" type="pres">
      <dgm:prSet presAssocID="{E9B74022-B45C-4D49-AD5F-09C9BA4A370B}" presName="aSpace" presStyleCnt="0"/>
      <dgm:spPr/>
    </dgm:pt>
    <dgm:pt modelId="{47D5B74A-039D-3D40-8FCA-1558254F17B2}" type="pres">
      <dgm:prSet presAssocID="{5094971A-CC5A-F843-A092-61E28811F2F6}" presName="aNode" presStyleLbl="fgAcc1" presStyleIdx="3" presStyleCnt="5">
        <dgm:presLayoutVars>
          <dgm:bulletEnabled val="1"/>
        </dgm:presLayoutVars>
      </dgm:prSet>
      <dgm:spPr/>
    </dgm:pt>
    <dgm:pt modelId="{5617B59D-BD4D-9D42-859D-841F9C49A71F}" type="pres">
      <dgm:prSet presAssocID="{5094971A-CC5A-F843-A092-61E28811F2F6}" presName="aSpace" presStyleCnt="0"/>
      <dgm:spPr/>
    </dgm:pt>
    <dgm:pt modelId="{BF037080-3959-DE49-B667-1EFD3F32EFD5}" type="pres">
      <dgm:prSet presAssocID="{B4ECEAA0-8F58-9B42-9C4E-D97BDAA6B67A}" presName="aNode" presStyleLbl="fgAcc1" presStyleIdx="4" presStyleCnt="5">
        <dgm:presLayoutVars>
          <dgm:bulletEnabled val="1"/>
        </dgm:presLayoutVars>
      </dgm:prSet>
      <dgm:spPr/>
    </dgm:pt>
    <dgm:pt modelId="{845BD1E6-26B2-CC48-8CB6-322CCB99CD3D}" type="pres">
      <dgm:prSet presAssocID="{B4ECEAA0-8F58-9B42-9C4E-D97BDAA6B67A}" presName="aSpace" presStyleCnt="0"/>
      <dgm:spPr/>
    </dgm:pt>
  </dgm:ptLst>
  <dgm:cxnLst>
    <dgm:cxn modelId="{59B38F26-B889-ED46-8C63-D2B620ED82CD}" srcId="{A58A1956-4C05-3840-B633-B9B9C3BBB93B}" destId="{E9B74022-B45C-4D49-AD5F-09C9BA4A370B}" srcOrd="2" destOrd="0" parTransId="{65110151-DF81-384D-82CB-005A1E532032}" sibTransId="{6245189E-0CB1-5E43-9AA1-4D4718E6BFAA}"/>
    <dgm:cxn modelId="{BC4A3831-B1A9-D547-BC0D-05E688E9C5F6}" type="presOf" srcId="{5094971A-CC5A-F843-A092-61E28811F2F6}" destId="{47D5B74A-039D-3D40-8FCA-1558254F17B2}" srcOrd="0" destOrd="0" presId="urn:microsoft.com/office/officeart/2005/8/layout/pyramid2"/>
    <dgm:cxn modelId="{DBDC8A3D-5362-554B-824E-4DF44B5E7C6A}" type="presOf" srcId="{E9B74022-B45C-4D49-AD5F-09C9BA4A370B}" destId="{18B59D32-1887-2E44-BF45-4BE4E74A7629}" srcOrd="0" destOrd="0" presId="urn:microsoft.com/office/officeart/2005/8/layout/pyramid2"/>
    <dgm:cxn modelId="{D31A3265-68AA-BA4C-BFE1-161CE11E3D27}" srcId="{A58A1956-4C05-3840-B633-B9B9C3BBB93B}" destId="{6525CCC1-8A2A-6D46-852E-4C6B2B3C1FA6}" srcOrd="1" destOrd="0" parTransId="{956F9B27-200E-B64B-AB18-4F3832F5640B}" sibTransId="{A22951EF-E270-6E48-9AA5-C1A41B9E825E}"/>
    <dgm:cxn modelId="{4234E447-F2E3-D240-A108-71510E67A0E4}" type="presOf" srcId="{2A7E0A70-7517-C54F-992E-058788DBB8C1}" destId="{D7F236B6-343E-6D4F-B3F6-E91247AE0537}" srcOrd="0" destOrd="0" presId="urn:microsoft.com/office/officeart/2005/8/layout/pyramid2"/>
    <dgm:cxn modelId="{FEA3A27C-B4A3-E64F-B29C-6E8C86707107}" type="presOf" srcId="{6525CCC1-8A2A-6D46-852E-4C6B2B3C1FA6}" destId="{D3733D29-E208-EF4A-9AEF-65F84BCE6E23}" srcOrd="0" destOrd="0" presId="urn:microsoft.com/office/officeart/2005/8/layout/pyramid2"/>
    <dgm:cxn modelId="{671BF78D-3607-2145-B364-FE28594A1037}" type="presOf" srcId="{A58A1956-4C05-3840-B633-B9B9C3BBB93B}" destId="{3792B750-9A60-F84C-87EB-9044A4FD5D47}" srcOrd="0" destOrd="0" presId="urn:microsoft.com/office/officeart/2005/8/layout/pyramid2"/>
    <dgm:cxn modelId="{5B520692-0019-5A44-ADCC-25617AFC8CD8}" type="presOf" srcId="{B4ECEAA0-8F58-9B42-9C4E-D97BDAA6B67A}" destId="{BF037080-3959-DE49-B667-1EFD3F32EFD5}" srcOrd="0" destOrd="0" presId="urn:microsoft.com/office/officeart/2005/8/layout/pyramid2"/>
    <dgm:cxn modelId="{74F292BA-4A3A-494E-AFAE-D5E759617499}" srcId="{A58A1956-4C05-3840-B633-B9B9C3BBB93B}" destId="{5094971A-CC5A-F843-A092-61E28811F2F6}" srcOrd="3" destOrd="0" parTransId="{7C445866-2715-F847-82DD-51C8534D5880}" sibTransId="{61098769-9EB2-6643-844A-911CC4E7AF4A}"/>
    <dgm:cxn modelId="{2832D4D4-E908-4443-8F8F-84CACA04B934}" srcId="{A58A1956-4C05-3840-B633-B9B9C3BBB93B}" destId="{2A7E0A70-7517-C54F-992E-058788DBB8C1}" srcOrd="0" destOrd="0" parTransId="{6F27DD3E-C098-2F47-B38E-9B5D2430E6BD}" sibTransId="{7840926E-853F-CF42-9A8A-00A56E79A025}"/>
    <dgm:cxn modelId="{92FC9CF8-4B85-2746-9F7E-4BBA64F8EB57}" srcId="{A58A1956-4C05-3840-B633-B9B9C3BBB93B}" destId="{B4ECEAA0-8F58-9B42-9C4E-D97BDAA6B67A}" srcOrd="4" destOrd="0" parTransId="{21789603-A659-D641-998C-11DC26BF358D}" sibTransId="{DC8A5F1B-85FA-B64B-99C5-5E76A2DC20BD}"/>
    <dgm:cxn modelId="{E8A780BE-79E3-1147-BB1D-E98BB15DD631}" type="presParOf" srcId="{3792B750-9A60-F84C-87EB-9044A4FD5D47}" destId="{F26ADAFC-8F77-0A4B-8EBC-CE98AEB27895}" srcOrd="0" destOrd="0" presId="urn:microsoft.com/office/officeart/2005/8/layout/pyramid2"/>
    <dgm:cxn modelId="{BC1616A4-399A-254C-8BC1-C808AA2B725F}" type="presParOf" srcId="{3792B750-9A60-F84C-87EB-9044A4FD5D47}" destId="{D571795D-1CF7-CD44-B67B-3F8B10E53225}" srcOrd="1" destOrd="0" presId="urn:microsoft.com/office/officeart/2005/8/layout/pyramid2"/>
    <dgm:cxn modelId="{ED1B2609-089D-C242-9C22-9B94EE7B376D}" type="presParOf" srcId="{D571795D-1CF7-CD44-B67B-3F8B10E53225}" destId="{D7F236B6-343E-6D4F-B3F6-E91247AE0537}" srcOrd="0" destOrd="0" presId="urn:microsoft.com/office/officeart/2005/8/layout/pyramid2"/>
    <dgm:cxn modelId="{E8E46B55-9A5F-894E-B328-99C57F8E8E20}" type="presParOf" srcId="{D571795D-1CF7-CD44-B67B-3F8B10E53225}" destId="{602BF3DB-B5F3-664F-8CA4-6B2303F1808E}" srcOrd="1" destOrd="0" presId="urn:microsoft.com/office/officeart/2005/8/layout/pyramid2"/>
    <dgm:cxn modelId="{FC8EC818-F029-6849-BF2F-58289DC90A49}" type="presParOf" srcId="{D571795D-1CF7-CD44-B67B-3F8B10E53225}" destId="{D3733D29-E208-EF4A-9AEF-65F84BCE6E23}" srcOrd="2" destOrd="0" presId="urn:microsoft.com/office/officeart/2005/8/layout/pyramid2"/>
    <dgm:cxn modelId="{9E81B988-DB37-5A48-82B9-66D08B6FA0BE}" type="presParOf" srcId="{D571795D-1CF7-CD44-B67B-3F8B10E53225}" destId="{070055A0-6F91-AA4F-9323-F543E77EE22B}" srcOrd="3" destOrd="0" presId="urn:microsoft.com/office/officeart/2005/8/layout/pyramid2"/>
    <dgm:cxn modelId="{2E61E725-317C-494B-BB02-613DD1FA80B3}" type="presParOf" srcId="{D571795D-1CF7-CD44-B67B-3F8B10E53225}" destId="{18B59D32-1887-2E44-BF45-4BE4E74A7629}" srcOrd="4" destOrd="0" presId="urn:microsoft.com/office/officeart/2005/8/layout/pyramid2"/>
    <dgm:cxn modelId="{BDCB39BA-C2CB-6B4F-AB2C-F7DF91197CCB}" type="presParOf" srcId="{D571795D-1CF7-CD44-B67B-3F8B10E53225}" destId="{B8AC2C98-B58A-5B42-AF37-6C98D99C8645}" srcOrd="5" destOrd="0" presId="urn:microsoft.com/office/officeart/2005/8/layout/pyramid2"/>
    <dgm:cxn modelId="{9863E522-94AD-3541-BD42-D33FBEB86982}" type="presParOf" srcId="{D571795D-1CF7-CD44-B67B-3F8B10E53225}" destId="{47D5B74A-039D-3D40-8FCA-1558254F17B2}" srcOrd="6" destOrd="0" presId="urn:microsoft.com/office/officeart/2005/8/layout/pyramid2"/>
    <dgm:cxn modelId="{CC54DBE6-F472-AB40-91CE-A92A2B42E208}" type="presParOf" srcId="{D571795D-1CF7-CD44-B67B-3F8B10E53225}" destId="{5617B59D-BD4D-9D42-859D-841F9C49A71F}" srcOrd="7" destOrd="0" presId="urn:microsoft.com/office/officeart/2005/8/layout/pyramid2"/>
    <dgm:cxn modelId="{9DBE26B9-AAF1-674D-9080-D5F07B5FE4BE}" type="presParOf" srcId="{D571795D-1CF7-CD44-B67B-3F8B10E53225}" destId="{BF037080-3959-DE49-B667-1EFD3F32EFD5}" srcOrd="8" destOrd="0" presId="urn:microsoft.com/office/officeart/2005/8/layout/pyramid2"/>
    <dgm:cxn modelId="{1349E223-CAFD-3347-AB22-106AD3DB72CE}" type="presParOf" srcId="{D571795D-1CF7-CD44-B67B-3F8B10E53225}" destId="{845BD1E6-26B2-CC48-8CB6-322CCB99CD3D}" srcOrd="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24D38-E902-DF4A-817F-AECD509B69DC}">
      <dsp:nvSpPr>
        <dsp:cNvPr id="0" name=""/>
        <dsp:cNvSpPr/>
      </dsp:nvSpPr>
      <dsp:spPr>
        <a:xfrm>
          <a:off x="0" y="579870"/>
          <a:ext cx="11353800" cy="4312812"/>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1181" tIns="104140" rIns="881181" bIns="199136" numCol="1" spcCol="1270" anchor="t" anchorCtr="0">
          <a:noAutofit/>
        </a:bodyPr>
        <a:lstStyle/>
        <a:p>
          <a:pPr marL="285750" lvl="1" indent="-285750" algn="l" defTabSz="1244600" rtl="0">
            <a:lnSpc>
              <a:spcPct val="150000"/>
            </a:lnSpc>
            <a:spcBef>
              <a:spcPct val="0"/>
            </a:spcBef>
            <a:spcAft>
              <a:spcPct val="15000"/>
            </a:spcAft>
            <a:buFont typeface="Wingdings" panose="05000000000000000000" pitchFamily="2" charset="2"/>
            <a:buChar char="v"/>
          </a:pPr>
          <a:r>
            <a:rPr lang="en-US" sz="2800" kern="1200" dirty="0"/>
            <a:t>an execution state (Ready, Running, etc.)</a:t>
          </a:r>
        </a:p>
        <a:p>
          <a:pPr marL="285750" lvl="1" indent="-285750" algn="l" defTabSz="1244600" rtl="0">
            <a:lnSpc>
              <a:spcPct val="150000"/>
            </a:lnSpc>
            <a:spcBef>
              <a:spcPct val="0"/>
            </a:spcBef>
            <a:spcAft>
              <a:spcPct val="15000"/>
            </a:spcAft>
            <a:buFont typeface="Wingdings" panose="05000000000000000000" pitchFamily="2" charset="2"/>
            <a:buChar char="v"/>
          </a:pPr>
          <a:r>
            <a:rPr lang="en-US" sz="2800" kern="1200" dirty="0"/>
            <a:t>saved thread context when not running</a:t>
          </a:r>
        </a:p>
        <a:p>
          <a:pPr marL="285750" lvl="1" indent="-285750" algn="l" defTabSz="1244600" rtl="0">
            <a:lnSpc>
              <a:spcPct val="150000"/>
            </a:lnSpc>
            <a:spcBef>
              <a:spcPct val="0"/>
            </a:spcBef>
            <a:spcAft>
              <a:spcPct val="15000"/>
            </a:spcAft>
            <a:buFont typeface="Wingdings" panose="05000000000000000000" pitchFamily="2" charset="2"/>
            <a:buChar char="v"/>
          </a:pPr>
          <a:r>
            <a:rPr lang="en-US" sz="2800" kern="1200" dirty="0"/>
            <a:t>an execution stack</a:t>
          </a:r>
        </a:p>
        <a:p>
          <a:pPr marL="285750" lvl="1" indent="-285750" algn="l" defTabSz="1244600" rtl="0">
            <a:lnSpc>
              <a:spcPct val="150000"/>
            </a:lnSpc>
            <a:spcBef>
              <a:spcPct val="0"/>
            </a:spcBef>
            <a:spcAft>
              <a:spcPct val="15000"/>
            </a:spcAft>
            <a:buFont typeface="Wingdings" panose="05000000000000000000" pitchFamily="2" charset="2"/>
            <a:buChar char="v"/>
          </a:pPr>
          <a:r>
            <a:rPr lang="en-US" sz="2800" kern="1200" dirty="0"/>
            <a:t>some per-thread static storage for local variables</a:t>
          </a:r>
        </a:p>
        <a:p>
          <a:pPr marL="285750" lvl="1" indent="-285750" algn="l" defTabSz="1244600" rtl="0">
            <a:lnSpc>
              <a:spcPct val="150000"/>
            </a:lnSpc>
            <a:spcBef>
              <a:spcPct val="0"/>
            </a:spcBef>
            <a:spcAft>
              <a:spcPct val="15000"/>
            </a:spcAft>
            <a:buFont typeface="Wingdings" panose="05000000000000000000" pitchFamily="2" charset="2"/>
            <a:buChar char="v"/>
          </a:pPr>
          <a:r>
            <a:rPr lang="en-US" sz="2800" kern="1200" dirty="0"/>
            <a:t>access to the memory and resources of its process (all threads of a process share this)</a:t>
          </a:r>
        </a:p>
      </dsp:txBody>
      <dsp:txXfrm>
        <a:off x="0" y="579870"/>
        <a:ext cx="11353800" cy="4312812"/>
      </dsp:txXfrm>
    </dsp:sp>
    <dsp:sp modelId="{5E289D48-2C1F-DB42-885C-FA72D3EFD61D}">
      <dsp:nvSpPr>
        <dsp:cNvPr id="0" name=""/>
        <dsp:cNvSpPr/>
      </dsp:nvSpPr>
      <dsp:spPr>
        <a:xfrm>
          <a:off x="586259" y="0"/>
          <a:ext cx="7939898" cy="807721"/>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0403" tIns="0" rIns="300403" bIns="0" numCol="1" spcCol="1270" anchor="ctr" anchorCtr="0">
          <a:noAutofit/>
        </a:bodyPr>
        <a:lstStyle/>
        <a:p>
          <a:pPr marL="0" lvl="0" indent="0" algn="l" defTabSz="1422400" rtl="0">
            <a:lnSpc>
              <a:spcPct val="90000"/>
            </a:lnSpc>
            <a:spcBef>
              <a:spcPct val="0"/>
            </a:spcBef>
            <a:spcAft>
              <a:spcPct val="35000"/>
            </a:spcAft>
            <a:buNone/>
          </a:pPr>
          <a:r>
            <a:rPr lang="en-US" sz="3200" kern="1200" dirty="0"/>
            <a:t>Each thread has</a:t>
          </a:r>
          <a:r>
            <a:rPr lang="en-US" sz="500" kern="1200" dirty="0"/>
            <a:t>:</a:t>
          </a:r>
        </a:p>
      </dsp:txBody>
      <dsp:txXfrm>
        <a:off x="625689" y="39430"/>
        <a:ext cx="7861038" cy="728861"/>
      </dsp:txXfrm>
    </dsp:sp>
    <dsp:sp modelId="{C26DFD75-1C9B-4AC3-A5B2-FDF0319E95B3}">
      <dsp:nvSpPr>
        <dsp:cNvPr id="0" name=""/>
        <dsp:cNvSpPr/>
      </dsp:nvSpPr>
      <dsp:spPr>
        <a:xfrm>
          <a:off x="0" y="5144189"/>
          <a:ext cx="11353800" cy="109634"/>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BDAB3A8D-EA04-4DE6-80A6-E239BDD6E95E}">
      <dsp:nvSpPr>
        <dsp:cNvPr id="0" name=""/>
        <dsp:cNvSpPr/>
      </dsp:nvSpPr>
      <dsp:spPr>
        <a:xfrm>
          <a:off x="567690" y="5079974"/>
          <a:ext cx="7947660" cy="128429"/>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0403" tIns="0" rIns="300403" bIns="0" numCol="1" spcCol="1270" anchor="ctr" anchorCtr="0">
          <a:noAutofit/>
        </a:bodyPr>
        <a:lstStyle/>
        <a:p>
          <a:pPr marL="0" lvl="0" indent="0" algn="l" defTabSz="222250" rtl="0">
            <a:lnSpc>
              <a:spcPct val="90000"/>
            </a:lnSpc>
            <a:spcBef>
              <a:spcPct val="0"/>
            </a:spcBef>
            <a:spcAft>
              <a:spcPct val="35000"/>
            </a:spcAft>
            <a:buNone/>
          </a:pPr>
          <a:r>
            <a:rPr lang="en-US" sz="500" kern="1200" baseline="0" dirty="0">
              <a:solidFill>
                <a:schemeClr val="tx1"/>
              </a:solidFill>
              <a:latin typeface="+mn-lt"/>
              <a:ea typeface="+mn-ea"/>
              <a:cs typeface="+mn-cs"/>
            </a:rPr>
            <a:t>Within a process, there may be one or more threads, each with the following:</a:t>
          </a:r>
        </a:p>
      </dsp:txBody>
      <dsp:txXfrm>
        <a:off x="573959" y="5086243"/>
        <a:ext cx="7935122" cy="1158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25B061-28CD-1A44-A68C-27DC3598CC6C}">
      <dsp:nvSpPr>
        <dsp:cNvPr id="0" name=""/>
        <dsp:cNvSpPr/>
      </dsp:nvSpPr>
      <dsp:spPr>
        <a:xfrm>
          <a:off x="155591" y="1793856"/>
          <a:ext cx="2015553" cy="166240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51E1238-A39B-B149-8297-AA72CE9A22C8}">
      <dsp:nvSpPr>
        <dsp:cNvPr id="0" name=""/>
        <dsp:cNvSpPr/>
      </dsp:nvSpPr>
      <dsp:spPr>
        <a:xfrm>
          <a:off x="2574092" y="2063310"/>
          <a:ext cx="2941979" cy="2941979"/>
        </a:xfrm>
        <a:prstGeom prst="leftCircularArrow">
          <a:avLst>
            <a:gd name="adj1" fmla="val 2516"/>
            <a:gd name="adj2" fmla="val 305097"/>
            <a:gd name="adj3" fmla="val 1985924"/>
            <a:gd name="adj4" fmla="val 8929806"/>
            <a:gd name="adj5" fmla="val 2936"/>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4D7556E-CD4B-0F43-B97B-025926CE55A9}">
      <dsp:nvSpPr>
        <dsp:cNvPr id="0" name=""/>
        <dsp:cNvSpPr/>
      </dsp:nvSpPr>
      <dsp:spPr>
        <a:xfrm>
          <a:off x="5070" y="2190411"/>
          <a:ext cx="2988447" cy="253171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Takes less time to create a new thread than a process</a:t>
          </a:r>
        </a:p>
      </dsp:txBody>
      <dsp:txXfrm>
        <a:off x="79221" y="2264562"/>
        <a:ext cx="2840145" cy="2383408"/>
      </dsp:txXfrm>
    </dsp:sp>
    <dsp:sp modelId="{5FF00021-0035-EC44-9F54-1581344B5540}">
      <dsp:nvSpPr>
        <dsp:cNvPr id="0" name=""/>
        <dsp:cNvSpPr/>
      </dsp:nvSpPr>
      <dsp:spPr>
        <a:xfrm>
          <a:off x="3346061" y="2636870"/>
          <a:ext cx="2015553" cy="166240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7A16B1F-811E-5249-9C4A-E45362F95CB1}">
      <dsp:nvSpPr>
        <dsp:cNvPr id="0" name=""/>
        <dsp:cNvSpPr/>
      </dsp:nvSpPr>
      <dsp:spPr>
        <a:xfrm>
          <a:off x="4910905" y="1066002"/>
          <a:ext cx="3245187" cy="3245187"/>
        </a:xfrm>
        <a:prstGeom prst="circularArrow">
          <a:avLst>
            <a:gd name="adj1" fmla="val 2281"/>
            <a:gd name="adj2" fmla="val 275091"/>
            <a:gd name="adj3" fmla="val 19486378"/>
            <a:gd name="adj4" fmla="val 12512491"/>
            <a:gd name="adj5" fmla="val 2662"/>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F8DEE456-5D02-F24A-9584-7CB10AA1B0B3}">
      <dsp:nvSpPr>
        <dsp:cNvPr id="0" name=""/>
        <dsp:cNvSpPr/>
      </dsp:nvSpPr>
      <dsp:spPr>
        <a:xfrm>
          <a:off x="3453817" y="1504235"/>
          <a:ext cx="2471892" cy="226527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Less time to terminate a thread than a process</a:t>
          </a:r>
        </a:p>
      </dsp:txBody>
      <dsp:txXfrm>
        <a:off x="3520164" y="1570582"/>
        <a:ext cx="2339198" cy="2132576"/>
      </dsp:txXfrm>
    </dsp:sp>
    <dsp:sp modelId="{2401F2B1-4C8C-3B40-BFC1-E2B42A50EB44}">
      <dsp:nvSpPr>
        <dsp:cNvPr id="0" name=""/>
        <dsp:cNvSpPr/>
      </dsp:nvSpPr>
      <dsp:spPr>
        <a:xfrm>
          <a:off x="6278253" y="1811295"/>
          <a:ext cx="2612459" cy="166240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9B61966-62BD-9A4E-B31E-31C32831A504}">
      <dsp:nvSpPr>
        <dsp:cNvPr id="0" name=""/>
        <dsp:cNvSpPr/>
      </dsp:nvSpPr>
      <dsp:spPr>
        <a:xfrm>
          <a:off x="9117683" y="1163208"/>
          <a:ext cx="3725951" cy="3725951"/>
        </a:xfrm>
        <a:prstGeom prst="leftCircularArrow">
          <a:avLst>
            <a:gd name="adj1" fmla="val 1987"/>
            <a:gd name="adj2" fmla="val 237983"/>
            <a:gd name="adj3" fmla="val 2712579"/>
            <a:gd name="adj4" fmla="val 9723575"/>
            <a:gd name="adj5" fmla="val 2318"/>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877379AA-74FD-3B4E-B4C4-F6D60C04083B}">
      <dsp:nvSpPr>
        <dsp:cNvPr id="0" name=""/>
        <dsp:cNvSpPr/>
      </dsp:nvSpPr>
      <dsp:spPr>
        <a:xfrm>
          <a:off x="6324601" y="2120164"/>
          <a:ext cx="2767112" cy="246195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Switching between two threads takes less time than switching between processes</a:t>
          </a:r>
        </a:p>
      </dsp:txBody>
      <dsp:txXfrm>
        <a:off x="6396709" y="2192272"/>
        <a:ext cx="2622896" cy="2317736"/>
      </dsp:txXfrm>
    </dsp:sp>
    <dsp:sp modelId="{E1E1BC13-FC71-954D-A46E-211E173FDACF}">
      <dsp:nvSpPr>
        <dsp:cNvPr id="0" name=""/>
        <dsp:cNvSpPr/>
      </dsp:nvSpPr>
      <dsp:spPr>
        <a:xfrm>
          <a:off x="9810759" y="3619305"/>
          <a:ext cx="2741374" cy="81517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FCD161A-46FB-A047-ABDE-85957AB23A74}">
      <dsp:nvSpPr>
        <dsp:cNvPr id="0" name=""/>
        <dsp:cNvSpPr/>
      </dsp:nvSpPr>
      <dsp:spPr>
        <a:xfrm>
          <a:off x="9929714" y="1130358"/>
          <a:ext cx="2866815" cy="376077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Threads enhance efficiency in communication </a:t>
          </a:r>
          <a:r>
            <a:rPr lang="en-US" sz="2400" kern="1200" dirty="0">
              <a:solidFill>
                <a:schemeClr val="bg1"/>
              </a:solidFill>
            </a:rPr>
            <a:t>between programs</a:t>
          </a:r>
          <a:r>
            <a:rPr lang="en-US" sz="2400" kern="1200" dirty="0">
              <a:solidFill>
                <a:srgbClr val="38FF24"/>
              </a:solidFill>
            </a:rPr>
            <a:t> </a:t>
          </a:r>
          <a:r>
            <a:rPr lang="en-US" sz="2400" i="1" kern="1200" baseline="0" dirty="0">
              <a:solidFill>
                <a:srgbClr val="38FF24"/>
              </a:solidFill>
              <a:latin typeface="+mn-lt"/>
              <a:ea typeface="+mn-ea"/>
              <a:cs typeface="+mn-cs"/>
            </a:rPr>
            <a:t>because threads within the same process share memory and files. Hence, they can communicate with each other without invoking the kernel</a:t>
          </a:r>
          <a:r>
            <a:rPr lang="en-US" sz="2400" kern="1200" baseline="0" dirty="0">
              <a:solidFill>
                <a:schemeClr val="tx1"/>
              </a:solidFill>
              <a:latin typeface="+mn-lt"/>
              <a:ea typeface="+mn-ea"/>
              <a:cs typeface="+mn-cs"/>
            </a:rPr>
            <a:t>.</a:t>
          </a:r>
          <a:endParaRPr lang="en-US" sz="2400" kern="1200" dirty="0"/>
        </a:p>
      </dsp:txBody>
      <dsp:txXfrm>
        <a:off x="10013680" y="1214324"/>
        <a:ext cx="2698883" cy="35928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68DFA-8A2E-204D-89CB-B704450A70C8}">
      <dsp:nvSpPr>
        <dsp:cNvPr id="0" name=""/>
        <dsp:cNvSpPr/>
      </dsp:nvSpPr>
      <dsp:spPr>
        <a:xfrm>
          <a:off x="0" y="472496"/>
          <a:ext cx="8697859" cy="2643316"/>
        </a:xfrm>
        <a:prstGeom prst="roundRect">
          <a:avLst>
            <a:gd name="adj" fmla="val 10000"/>
          </a:avLst>
        </a:prstGeom>
        <a:no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282575" lvl="0" indent="-282575" algn="l" defTabSz="266700" rtl="0" fontAlgn="base">
            <a:lnSpc>
              <a:spcPct val="90000"/>
            </a:lnSpc>
            <a:spcBef>
              <a:spcPct val="0"/>
            </a:spcBef>
            <a:spcAft>
              <a:spcPct val="35000"/>
            </a:spcAft>
            <a:buClr>
              <a:schemeClr val="accent1"/>
            </a:buClr>
            <a:buSzPct val="75000"/>
            <a:buFont typeface="Wingdings" pitchFamily="2" charset="2"/>
            <a:buNone/>
          </a:pPr>
          <a:r>
            <a:rPr lang="en-US" sz="2800" b="1" kern="1200" dirty="0">
              <a:solidFill>
                <a:schemeClr val="tx1">
                  <a:lumMod val="85000"/>
                  <a:lumOff val="15000"/>
                </a:schemeClr>
              </a:solidFill>
              <a:latin typeface="+mn-lt"/>
              <a:ea typeface="+mn-ea"/>
              <a:cs typeface="+mn-cs"/>
            </a:rPr>
            <a:t> </a:t>
          </a:r>
          <a:r>
            <a:rPr lang="en-US" sz="2800" b="0" kern="1200" dirty="0">
              <a:solidFill>
                <a:schemeClr val="tx1">
                  <a:lumMod val="85000"/>
                  <a:lumOff val="15000"/>
                </a:schemeClr>
              </a:solidFill>
              <a:latin typeface="+mn-lt"/>
              <a:ea typeface="+mn-ea"/>
              <a:cs typeface="+mn-cs"/>
            </a:rPr>
            <a:t>Most of the state information dealing with execution is maintained in thread-level data structures</a:t>
          </a:r>
        </a:p>
      </dsp:txBody>
      <dsp:txXfrm>
        <a:off x="77420" y="549916"/>
        <a:ext cx="8543019" cy="24884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085AC-6150-B14A-A83D-67F237B285BA}">
      <dsp:nvSpPr>
        <dsp:cNvPr id="0" name=""/>
        <dsp:cNvSpPr/>
      </dsp:nvSpPr>
      <dsp:spPr>
        <a:xfrm>
          <a:off x="0" y="834749"/>
          <a:ext cx="8426242" cy="3370496"/>
        </a:xfrm>
        <a:prstGeom prst="leftRightRibb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14344616-8A66-5441-84C7-1DA3555BB89A}">
      <dsp:nvSpPr>
        <dsp:cNvPr id="0" name=""/>
        <dsp:cNvSpPr/>
      </dsp:nvSpPr>
      <dsp:spPr>
        <a:xfrm>
          <a:off x="1011149" y="1424586"/>
          <a:ext cx="2780659" cy="1651543"/>
        </a:xfrm>
        <a:prstGeom prst="rect">
          <a:avLst/>
        </a:prstGeom>
        <a:noFill/>
        <a:ln>
          <a:noFill/>
        </a:ln>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117348" rIns="0" bIns="125730" numCol="1" spcCol="1270" anchor="ctr" anchorCtr="0">
          <a:noAutofit/>
        </a:bodyPr>
        <a:lstStyle/>
        <a:p>
          <a:pPr marL="0" lvl="0" indent="0" algn="l" defTabSz="1466850" rtl="0">
            <a:lnSpc>
              <a:spcPct val="90000"/>
            </a:lnSpc>
            <a:spcBef>
              <a:spcPct val="0"/>
            </a:spcBef>
            <a:spcAft>
              <a:spcPct val="35000"/>
            </a:spcAft>
            <a:buNone/>
          </a:pPr>
          <a:r>
            <a:rPr lang="en-US" sz="3300" kern="1200" dirty="0"/>
            <a:t>User Level Thread (ULT)</a:t>
          </a:r>
        </a:p>
        <a:p>
          <a:pPr marL="228600" lvl="1" indent="-228600" algn="l" defTabSz="1155700" rtl="0">
            <a:lnSpc>
              <a:spcPct val="90000"/>
            </a:lnSpc>
            <a:spcBef>
              <a:spcPct val="0"/>
            </a:spcBef>
            <a:spcAft>
              <a:spcPct val="15000"/>
            </a:spcAft>
            <a:buChar char="•"/>
          </a:pPr>
          <a:endParaRPr lang="en-NZ" sz="2600" kern="1200" dirty="0"/>
        </a:p>
      </dsp:txBody>
      <dsp:txXfrm>
        <a:off x="1011149" y="1424586"/>
        <a:ext cx="2780659" cy="1651543"/>
      </dsp:txXfrm>
    </dsp:sp>
    <dsp:sp modelId="{E8D499D1-31A4-DF4A-800E-FEE8DE3CF070}">
      <dsp:nvSpPr>
        <dsp:cNvPr id="0" name=""/>
        <dsp:cNvSpPr/>
      </dsp:nvSpPr>
      <dsp:spPr>
        <a:xfrm>
          <a:off x="4213121" y="1963865"/>
          <a:ext cx="3286234" cy="1651543"/>
        </a:xfrm>
        <a:prstGeom prst="rect">
          <a:avLst/>
        </a:prstGeom>
        <a:noFill/>
        <a:ln>
          <a:noFill/>
        </a:ln>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117348" rIns="0" bIns="125730" numCol="1" spcCol="1270" anchor="ctr" anchorCtr="0">
          <a:noAutofit/>
        </a:bodyPr>
        <a:lstStyle/>
        <a:p>
          <a:pPr marL="0" lvl="0" indent="0" algn="ctr" defTabSz="1466850" rtl="0">
            <a:lnSpc>
              <a:spcPct val="90000"/>
            </a:lnSpc>
            <a:spcBef>
              <a:spcPct val="0"/>
            </a:spcBef>
            <a:spcAft>
              <a:spcPct val="35000"/>
            </a:spcAft>
            <a:buNone/>
          </a:pPr>
          <a:r>
            <a:rPr lang="en-NZ" sz="3300" kern="1200" dirty="0"/>
            <a:t>Kernel level Thread (KLT) </a:t>
          </a:r>
        </a:p>
      </dsp:txBody>
      <dsp:txXfrm>
        <a:off x="4213121" y="1963865"/>
        <a:ext cx="3286234" cy="16515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21A5A-8BF5-6D4F-8820-9F7A7D2AACC9}">
      <dsp:nvSpPr>
        <dsp:cNvPr id="0" name=""/>
        <dsp:cNvSpPr/>
      </dsp:nvSpPr>
      <dsp:spPr>
        <a:xfrm>
          <a:off x="185913" y="0"/>
          <a:ext cx="8717996" cy="5274388"/>
        </a:xfrm>
        <a:prstGeom prst="swooshArrow">
          <a:avLst>
            <a:gd name="adj1" fmla="val 25000"/>
            <a:gd name="adj2" fmla="val 25000"/>
          </a:avLst>
        </a:prstGeom>
        <a:solidFill>
          <a:schemeClr val="accent6">
            <a:lumMod val="75000"/>
          </a:schemeClr>
        </a:solidFill>
        <a:ln>
          <a:noFill/>
        </a:ln>
        <a:effectLst/>
      </dsp:spPr>
      <dsp:style>
        <a:lnRef idx="0">
          <a:scrgbClr r="0" g="0" b="0"/>
        </a:lnRef>
        <a:fillRef idx="1">
          <a:scrgbClr r="0" g="0" b="0"/>
        </a:fillRef>
        <a:effectRef idx="2">
          <a:scrgbClr r="0" g="0" b="0"/>
        </a:effectRef>
        <a:fontRef idx="minor"/>
      </dsp:style>
    </dsp:sp>
    <dsp:sp modelId="{93EAFCAC-773B-E94E-854B-E2F2A383AFC6}">
      <dsp:nvSpPr>
        <dsp:cNvPr id="0" name=""/>
        <dsp:cNvSpPr/>
      </dsp:nvSpPr>
      <dsp:spPr>
        <a:xfrm>
          <a:off x="1694207" y="3196830"/>
          <a:ext cx="226667" cy="226667"/>
        </a:xfrm>
        <a:prstGeom prst="ellipse">
          <a:avLst/>
        </a:prstGeom>
        <a:blipFill rotWithShape="0">
          <a:blip xmlns:r="http://schemas.openxmlformats.org/officeDocument/2006/relationships" r:embed="rId1"/>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E4D42CE9-ECF2-5744-AA05-BF91A11852C6}">
      <dsp:nvSpPr>
        <dsp:cNvPr id="0" name=""/>
        <dsp:cNvSpPr/>
      </dsp:nvSpPr>
      <dsp:spPr>
        <a:xfrm>
          <a:off x="1929509" y="3901301"/>
          <a:ext cx="3426222" cy="866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07" tIns="0" rIns="0" bIns="0" numCol="1" spcCol="1270" anchor="t" anchorCtr="0">
          <a:noAutofit/>
        </a:bodyPr>
        <a:lstStyle/>
        <a:p>
          <a:pPr marL="0" lvl="0" indent="0" algn="l" defTabSz="844550" rtl="0">
            <a:lnSpc>
              <a:spcPct val="90000"/>
            </a:lnSpc>
            <a:spcBef>
              <a:spcPct val="0"/>
            </a:spcBef>
            <a:spcAft>
              <a:spcPct val="35000"/>
            </a:spcAft>
            <a:buNone/>
          </a:pPr>
          <a:r>
            <a:rPr lang="en-US" sz="1900" b="1" kern="1200" dirty="0"/>
            <a:t>Thread switching does not require kernel mode privileges</a:t>
          </a:r>
        </a:p>
      </dsp:txBody>
      <dsp:txXfrm>
        <a:off x="1929509" y="3901301"/>
        <a:ext cx="3426222" cy="866361"/>
      </dsp:txXfrm>
    </dsp:sp>
    <dsp:sp modelId="{1036C2CF-90BA-A94C-AD44-42882AF2DD37}">
      <dsp:nvSpPr>
        <dsp:cNvPr id="0" name=""/>
        <dsp:cNvSpPr/>
      </dsp:nvSpPr>
      <dsp:spPr>
        <a:xfrm>
          <a:off x="4021830" y="2070523"/>
          <a:ext cx="409745" cy="409745"/>
        </a:xfrm>
        <a:prstGeom prst="ellipse">
          <a:avLst/>
        </a:prstGeom>
        <a:blipFill rotWithShape="0">
          <a:blip xmlns:r="http://schemas.openxmlformats.org/officeDocument/2006/relationships" r:embed="rId1"/>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A85E126F-226F-CC4E-84E7-84C919015917}">
      <dsp:nvSpPr>
        <dsp:cNvPr id="0" name=""/>
        <dsp:cNvSpPr/>
      </dsp:nvSpPr>
      <dsp:spPr>
        <a:xfrm>
          <a:off x="3847482" y="2767969"/>
          <a:ext cx="2964125" cy="87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116" tIns="0" rIns="0" bIns="0" numCol="1" spcCol="1270" anchor="t" anchorCtr="0">
          <a:noAutofit/>
        </a:bodyPr>
        <a:lstStyle/>
        <a:p>
          <a:pPr marL="0" lvl="0" indent="0" algn="l" defTabSz="844550" rtl="0">
            <a:lnSpc>
              <a:spcPct val="90000"/>
            </a:lnSpc>
            <a:spcBef>
              <a:spcPct val="0"/>
            </a:spcBef>
            <a:spcAft>
              <a:spcPct val="35000"/>
            </a:spcAft>
            <a:buNone/>
          </a:pPr>
          <a:r>
            <a:rPr lang="en-US" sz="1900" b="1" kern="1200" dirty="0">
              <a:solidFill>
                <a:srgbClr val="E145ED"/>
              </a:solidFill>
            </a:rPr>
            <a:t>Scheduling can be application specific</a:t>
          </a:r>
        </a:p>
      </dsp:txBody>
      <dsp:txXfrm>
        <a:off x="3847482" y="2767969"/>
        <a:ext cx="2964125" cy="871806"/>
      </dsp:txXfrm>
    </dsp:sp>
    <dsp:sp modelId="{54DF5CF8-7AEE-2A40-9C1E-D941B6A8084B}">
      <dsp:nvSpPr>
        <dsp:cNvPr id="0" name=""/>
        <dsp:cNvSpPr/>
      </dsp:nvSpPr>
      <dsp:spPr>
        <a:xfrm>
          <a:off x="6500344" y="1038208"/>
          <a:ext cx="566669" cy="566669"/>
        </a:xfrm>
        <a:prstGeom prst="ellipse">
          <a:avLst/>
        </a:prstGeom>
        <a:blipFill rotWithShape="0">
          <a:blip xmlns:r="http://schemas.openxmlformats.org/officeDocument/2006/relationships" r:embed="rId1"/>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FBB2E895-1B5B-4449-B16F-AEA0D14C0847}">
      <dsp:nvSpPr>
        <dsp:cNvPr id="0" name=""/>
        <dsp:cNvSpPr/>
      </dsp:nvSpPr>
      <dsp:spPr>
        <a:xfrm>
          <a:off x="7109941" y="1123108"/>
          <a:ext cx="1394823" cy="1563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0267" tIns="0" rIns="0" bIns="0" numCol="1" spcCol="1270" anchor="t" anchorCtr="0">
          <a:noAutofit/>
        </a:bodyPr>
        <a:lstStyle/>
        <a:p>
          <a:pPr marL="0" lvl="0" indent="0" algn="l" defTabSz="844550" rtl="0">
            <a:lnSpc>
              <a:spcPct val="90000"/>
            </a:lnSpc>
            <a:spcBef>
              <a:spcPct val="0"/>
            </a:spcBef>
            <a:spcAft>
              <a:spcPct val="35000"/>
            </a:spcAft>
            <a:buNone/>
          </a:pPr>
          <a:r>
            <a:rPr lang="en-US" sz="1900" b="1" kern="1200" dirty="0">
              <a:solidFill>
                <a:schemeClr val="bg1"/>
              </a:solidFill>
            </a:rPr>
            <a:t>ULTs can run on any OS</a:t>
          </a:r>
        </a:p>
      </dsp:txBody>
      <dsp:txXfrm>
        <a:off x="7109941" y="1123108"/>
        <a:ext cx="1394823" cy="15637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3B7E9-CC9C-E945-8699-89C930D3BE76}">
      <dsp:nvSpPr>
        <dsp:cNvPr id="0" name=""/>
        <dsp:cNvSpPr/>
      </dsp:nvSpPr>
      <dsp:spPr>
        <a:xfrm>
          <a:off x="393716" y="486663"/>
          <a:ext cx="7638746" cy="137471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dirty="0"/>
            <a:t>Processes and services provided by the Windows Kernel are relatively simple and general purpose</a:t>
          </a:r>
        </a:p>
      </dsp:txBody>
      <dsp:txXfrm>
        <a:off x="460824" y="553771"/>
        <a:ext cx="7504530" cy="1240498"/>
      </dsp:txXfrm>
    </dsp:sp>
    <dsp:sp modelId="{B6EC7E6A-AC9A-DE44-8D6F-1BE175CBE547}">
      <dsp:nvSpPr>
        <dsp:cNvPr id="0" name=""/>
        <dsp:cNvSpPr/>
      </dsp:nvSpPr>
      <dsp:spPr>
        <a:xfrm>
          <a:off x="944993" y="1944925"/>
          <a:ext cx="7008833" cy="1978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533" tIns="26670" rIns="149352" bIns="26670" numCol="1" spcCol="1270" anchor="t" anchorCtr="0">
          <a:noAutofit/>
        </a:bodyPr>
        <a:lstStyle/>
        <a:p>
          <a:pPr marL="742950" lvl="1" indent="-231775" algn="l" defTabSz="933450" rtl="0">
            <a:lnSpc>
              <a:spcPct val="90000"/>
            </a:lnSpc>
            <a:spcBef>
              <a:spcPct val="0"/>
            </a:spcBef>
            <a:spcAft>
              <a:spcPct val="20000"/>
            </a:spcAft>
            <a:buChar char="•"/>
          </a:pPr>
          <a:r>
            <a:rPr lang="en-US" sz="2100" kern="1200" dirty="0"/>
            <a:t>implemented as objects</a:t>
          </a:r>
        </a:p>
        <a:p>
          <a:pPr marL="742950" lvl="1" indent="-231775" algn="l" defTabSz="933450" rtl="0">
            <a:lnSpc>
              <a:spcPct val="90000"/>
            </a:lnSpc>
            <a:spcBef>
              <a:spcPct val="0"/>
            </a:spcBef>
            <a:spcAft>
              <a:spcPct val="20000"/>
            </a:spcAft>
            <a:buChar char="•"/>
          </a:pPr>
          <a:r>
            <a:rPr lang="en-US" sz="2100" kern="1200" dirty="0"/>
            <a:t>created as new process or a copy of an existing</a:t>
          </a:r>
        </a:p>
        <a:p>
          <a:pPr marL="742950" lvl="1" indent="-231775" algn="l" defTabSz="933450" rtl="0">
            <a:lnSpc>
              <a:spcPct val="90000"/>
            </a:lnSpc>
            <a:spcBef>
              <a:spcPct val="0"/>
            </a:spcBef>
            <a:spcAft>
              <a:spcPct val="20000"/>
            </a:spcAft>
            <a:buChar char="•"/>
          </a:pPr>
          <a:r>
            <a:rPr lang="en-US" sz="2100" kern="1200" dirty="0"/>
            <a:t>an executable process may contain one or more threads</a:t>
          </a:r>
        </a:p>
        <a:p>
          <a:pPr marL="742950" lvl="1" indent="-231775" algn="l" defTabSz="933450" rtl="0">
            <a:lnSpc>
              <a:spcPct val="90000"/>
            </a:lnSpc>
            <a:spcBef>
              <a:spcPct val="0"/>
            </a:spcBef>
            <a:spcAft>
              <a:spcPct val="20000"/>
            </a:spcAft>
            <a:buChar char="•"/>
          </a:pPr>
          <a:r>
            <a:rPr lang="en-US" sz="2100" kern="1200" dirty="0"/>
            <a:t>both processes and thread objects have built-in synchronization capabilities</a:t>
          </a:r>
        </a:p>
      </dsp:txBody>
      <dsp:txXfrm>
        <a:off x="944993" y="1944925"/>
        <a:ext cx="7008833" cy="19788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161E09-98AA-F646-A320-3D36756674FD}">
      <dsp:nvSpPr>
        <dsp:cNvPr id="0" name=""/>
        <dsp:cNvSpPr/>
      </dsp:nvSpPr>
      <dsp:spPr>
        <a:xfrm>
          <a:off x="514994" y="106627"/>
          <a:ext cx="2851055" cy="8064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rtl="0">
            <a:lnSpc>
              <a:spcPct val="90000"/>
            </a:lnSpc>
            <a:spcBef>
              <a:spcPct val="0"/>
            </a:spcBef>
            <a:spcAft>
              <a:spcPct val="35000"/>
            </a:spcAft>
            <a:buNone/>
          </a:pPr>
          <a:r>
            <a:rPr lang="en-US" sz="2800" kern="1200" dirty="0"/>
            <a:t>Processes</a:t>
          </a:r>
        </a:p>
      </dsp:txBody>
      <dsp:txXfrm>
        <a:off x="514994" y="106627"/>
        <a:ext cx="2851055" cy="806400"/>
      </dsp:txXfrm>
    </dsp:sp>
    <dsp:sp modelId="{29440C12-8D27-A646-861F-C6CEC0072C12}">
      <dsp:nvSpPr>
        <dsp:cNvPr id="0" name=""/>
        <dsp:cNvSpPr/>
      </dsp:nvSpPr>
      <dsp:spPr>
        <a:xfrm>
          <a:off x="1333" y="907210"/>
          <a:ext cx="3878376" cy="2608657"/>
        </a:xfrm>
        <a:prstGeom prst="rect">
          <a:avLst/>
        </a:prstGeom>
        <a:solidFill>
          <a:schemeClr val="bg1">
            <a:lumMod val="95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kern="1200" dirty="0"/>
            <a:t>an entity corresponding to a user job or application that owns resources</a:t>
          </a:r>
        </a:p>
      </dsp:txBody>
      <dsp:txXfrm>
        <a:off x="1333" y="907210"/>
        <a:ext cx="3878376" cy="2608657"/>
      </dsp:txXfrm>
    </dsp:sp>
    <dsp:sp modelId="{06FF1D1F-9CAB-A94F-ABD9-34BF1BE2DC25}">
      <dsp:nvSpPr>
        <dsp:cNvPr id="0" name=""/>
        <dsp:cNvSpPr/>
      </dsp:nvSpPr>
      <dsp:spPr>
        <a:xfrm>
          <a:off x="5077182" y="84709"/>
          <a:ext cx="2851055" cy="8064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rtl="0">
            <a:lnSpc>
              <a:spcPct val="90000"/>
            </a:lnSpc>
            <a:spcBef>
              <a:spcPct val="0"/>
            </a:spcBef>
            <a:spcAft>
              <a:spcPct val="35000"/>
            </a:spcAft>
            <a:buNone/>
          </a:pPr>
          <a:r>
            <a:rPr lang="en-US" sz="2800" kern="1200" dirty="0"/>
            <a:t>Threads</a:t>
          </a:r>
          <a:endParaRPr lang="en-NZ" sz="2800" kern="1200" dirty="0"/>
        </a:p>
      </dsp:txBody>
      <dsp:txXfrm>
        <a:off x="5077182" y="84709"/>
        <a:ext cx="2851055" cy="806400"/>
      </dsp:txXfrm>
    </dsp:sp>
    <dsp:sp modelId="{5291AFC4-0A1D-DF4B-A31F-0D3B8C0F583F}">
      <dsp:nvSpPr>
        <dsp:cNvPr id="0" name=""/>
        <dsp:cNvSpPr/>
      </dsp:nvSpPr>
      <dsp:spPr>
        <a:xfrm>
          <a:off x="4278858" y="841453"/>
          <a:ext cx="4447704" cy="2696332"/>
        </a:xfrm>
        <a:prstGeom prst="rect">
          <a:avLst/>
        </a:prstGeom>
        <a:solidFill>
          <a:schemeClr val="bg1">
            <a:lumMod val="95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kern="1200" dirty="0"/>
            <a:t>a dispatchable unit of work that executes sequentially and is interruptible</a:t>
          </a:r>
        </a:p>
      </dsp:txBody>
      <dsp:txXfrm>
        <a:off x="4278858" y="841453"/>
        <a:ext cx="4447704" cy="269633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0E5926-21BC-DA4C-8718-E096140F6721}">
      <dsp:nvSpPr>
        <dsp:cNvPr id="0" name=""/>
        <dsp:cNvSpPr/>
      </dsp:nvSpPr>
      <dsp:spPr>
        <a:xfrm>
          <a:off x="4929483" y="2051814"/>
          <a:ext cx="2722795" cy="721470"/>
        </a:xfrm>
        <a:custGeom>
          <a:avLst/>
          <a:gdLst/>
          <a:ahLst/>
          <a:cxnLst/>
          <a:rect l="0" t="0" r="0" b="0"/>
          <a:pathLst>
            <a:path>
              <a:moveTo>
                <a:pt x="0" y="0"/>
              </a:moveTo>
              <a:lnTo>
                <a:pt x="0" y="491661"/>
              </a:lnTo>
              <a:lnTo>
                <a:pt x="2722795" y="491661"/>
              </a:lnTo>
              <a:lnTo>
                <a:pt x="2722795" y="72147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1A5A7D6-9600-4A4B-83FE-D0AA84497058}">
      <dsp:nvSpPr>
        <dsp:cNvPr id="0" name=""/>
        <dsp:cNvSpPr/>
      </dsp:nvSpPr>
      <dsp:spPr>
        <a:xfrm>
          <a:off x="2452587" y="2051814"/>
          <a:ext cx="2476895" cy="721470"/>
        </a:xfrm>
        <a:custGeom>
          <a:avLst/>
          <a:gdLst/>
          <a:ahLst/>
          <a:cxnLst/>
          <a:rect l="0" t="0" r="0" b="0"/>
          <a:pathLst>
            <a:path>
              <a:moveTo>
                <a:pt x="2476895" y="0"/>
              </a:moveTo>
              <a:lnTo>
                <a:pt x="2476895" y="491661"/>
              </a:lnTo>
              <a:lnTo>
                <a:pt x="0" y="491661"/>
              </a:lnTo>
              <a:lnTo>
                <a:pt x="0" y="72147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C2BBFA4-FD11-C64F-B385-87F44DFD6E9D}">
      <dsp:nvSpPr>
        <dsp:cNvPr id="0" name=""/>
        <dsp:cNvSpPr/>
      </dsp:nvSpPr>
      <dsp:spPr>
        <a:xfrm>
          <a:off x="3239245" y="239149"/>
          <a:ext cx="3380475" cy="181266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5A90B169-569D-6845-82FD-D850FD4F7ECB}">
      <dsp:nvSpPr>
        <dsp:cNvPr id="0" name=""/>
        <dsp:cNvSpPr/>
      </dsp:nvSpPr>
      <dsp:spPr>
        <a:xfrm>
          <a:off x="3514878" y="501000"/>
          <a:ext cx="3380475" cy="181266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t>Achieves concurrency without the overhead of using multiple processes</a:t>
          </a:r>
        </a:p>
      </dsp:txBody>
      <dsp:txXfrm>
        <a:off x="3567969" y="554091"/>
        <a:ext cx="3274293" cy="1706483"/>
      </dsp:txXfrm>
    </dsp:sp>
    <dsp:sp modelId="{45D751CF-0371-5B43-A54C-0760DB33DED9}">
      <dsp:nvSpPr>
        <dsp:cNvPr id="0" name=""/>
        <dsp:cNvSpPr/>
      </dsp:nvSpPr>
      <dsp:spPr>
        <a:xfrm>
          <a:off x="5426" y="2773285"/>
          <a:ext cx="4894323" cy="187446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E693F0F0-A635-2641-8FE6-FF7DAA91A813}">
      <dsp:nvSpPr>
        <dsp:cNvPr id="0" name=""/>
        <dsp:cNvSpPr/>
      </dsp:nvSpPr>
      <dsp:spPr>
        <a:xfrm>
          <a:off x="281059" y="3035137"/>
          <a:ext cx="4894323" cy="18744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Threads within the same process can exchange information through their common address space and have access to the shared resources of the process</a:t>
          </a:r>
        </a:p>
      </dsp:txBody>
      <dsp:txXfrm>
        <a:off x="335960" y="3090038"/>
        <a:ext cx="4784521" cy="1764660"/>
      </dsp:txXfrm>
    </dsp:sp>
    <dsp:sp modelId="{D95F1863-BED8-D940-A1BF-C1E6F6EA23EF}">
      <dsp:nvSpPr>
        <dsp:cNvPr id="0" name=""/>
        <dsp:cNvSpPr/>
      </dsp:nvSpPr>
      <dsp:spPr>
        <a:xfrm>
          <a:off x="5451016" y="2773285"/>
          <a:ext cx="4402524" cy="179530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BD8E55B-4838-D147-9405-F6502952C1F9}">
      <dsp:nvSpPr>
        <dsp:cNvPr id="0" name=""/>
        <dsp:cNvSpPr/>
      </dsp:nvSpPr>
      <dsp:spPr>
        <a:xfrm>
          <a:off x="5726649" y="3035137"/>
          <a:ext cx="4402524" cy="179530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t>Threads in different processes can exchange information through shared memory that has been set up between the two processes</a:t>
          </a:r>
        </a:p>
      </dsp:txBody>
      <dsp:txXfrm>
        <a:off x="5779232" y="3087720"/>
        <a:ext cx="4297358" cy="16901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64325-F871-1445-AD04-4E175EF1365E}">
      <dsp:nvSpPr>
        <dsp:cNvPr id="0" name=""/>
        <dsp:cNvSpPr/>
      </dsp:nvSpPr>
      <dsp:spPr>
        <a:xfrm>
          <a:off x="0" y="0"/>
          <a:ext cx="10215898"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308B19D-3226-7F43-90A7-076E34833999}">
      <dsp:nvSpPr>
        <dsp:cNvPr id="0" name=""/>
        <dsp:cNvSpPr/>
      </dsp:nvSpPr>
      <dsp:spPr>
        <a:xfrm>
          <a:off x="0" y="0"/>
          <a:ext cx="2043179" cy="137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dirty="0"/>
            <a:t>Processes (threads)</a:t>
          </a:r>
        </a:p>
      </dsp:txBody>
      <dsp:txXfrm>
        <a:off x="0" y="0"/>
        <a:ext cx="2043179" cy="1374149"/>
      </dsp:txXfrm>
    </dsp:sp>
    <dsp:sp modelId="{5A890009-52E7-D04B-83B6-E421AA5B9F18}">
      <dsp:nvSpPr>
        <dsp:cNvPr id="0" name=""/>
        <dsp:cNvSpPr/>
      </dsp:nvSpPr>
      <dsp:spPr>
        <a:xfrm>
          <a:off x="2196418" y="62400"/>
          <a:ext cx="8019479" cy="124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cooperate with each other and manage the use of shared data structures by primitives that enforce mutual exclusion and synchronize their execution</a:t>
          </a:r>
        </a:p>
      </dsp:txBody>
      <dsp:txXfrm>
        <a:off x="2196418" y="62400"/>
        <a:ext cx="8019479" cy="1248006"/>
      </dsp:txXfrm>
    </dsp:sp>
    <dsp:sp modelId="{25CBDD50-B0DB-4E4F-85BD-EFF7B7241204}">
      <dsp:nvSpPr>
        <dsp:cNvPr id="0" name=""/>
        <dsp:cNvSpPr/>
      </dsp:nvSpPr>
      <dsp:spPr>
        <a:xfrm>
          <a:off x="1821944" y="1290064"/>
          <a:ext cx="8172718"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B1D9BB74-11EB-5446-9A70-9E4A968739EF}">
      <dsp:nvSpPr>
        <dsp:cNvPr id="0" name=""/>
        <dsp:cNvSpPr/>
      </dsp:nvSpPr>
      <dsp:spPr>
        <a:xfrm>
          <a:off x="0" y="1374149"/>
          <a:ext cx="10215898"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3CEF4735-D4B5-974D-B9BF-54ACF1BEFBF9}">
      <dsp:nvSpPr>
        <dsp:cNvPr id="0" name=""/>
        <dsp:cNvSpPr/>
      </dsp:nvSpPr>
      <dsp:spPr>
        <a:xfrm>
          <a:off x="0" y="1374149"/>
          <a:ext cx="2043179" cy="137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dirty="0"/>
            <a:t>Interrupts</a:t>
          </a:r>
        </a:p>
      </dsp:txBody>
      <dsp:txXfrm>
        <a:off x="0" y="1374149"/>
        <a:ext cx="2043179" cy="1374149"/>
      </dsp:txXfrm>
    </dsp:sp>
    <dsp:sp modelId="{55E25350-D609-0E4C-AF06-74901F766641}">
      <dsp:nvSpPr>
        <dsp:cNvPr id="0" name=""/>
        <dsp:cNvSpPr/>
      </dsp:nvSpPr>
      <dsp:spPr>
        <a:xfrm>
          <a:off x="2018786" y="1352589"/>
          <a:ext cx="8019479" cy="718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synchronized by preventing their handling for a period of time.</a:t>
          </a:r>
          <a:r>
            <a:rPr lang="en-GB" sz="2400" kern="1200" dirty="0"/>
            <a:t> </a:t>
          </a:r>
          <a:r>
            <a:rPr lang="en-GB" sz="2400" i="1" kern="1200" dirty="0"/>
            <a:t>That means if any thread is in sleeping or waiting for a state then using the interrupt method, we can interrupt the execution of that thread by showing Interrupted Exception</a:t>
          </a:r>
          <a:endParaRPr lang="en-US" sz="2400" i="1" kern="1200" dirty="0"/>
        </a:p>
      </dsp:txBody>
      <dsp:txXfrm>
        <a:off x="2018786" y="1352589"/>
        <a:ext cx="8019479" cy="718295"/>
      </dsp:txXfrm>
    </dsp:sp>
    <dsp:sp modelId="{3E291C2B-B993-824E-9D25-B57FA36470B9}">
      <dsp:nvSpPr>
        <dsp:cNvPr id="0" name=""/>
        <dsp:cNvSpPr/>
      </dsp:nvSpPr>
      <dsp:spPr>
        <a:xfrm>
          <a:off x="2013512" y="2748299"/>
          <a:ext cx="8172718"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6ADAFC-8F77-0A4B-8EBC-CE98AEB27895}">
      <dsp:nvSpPr>
        <dsp:cNvPr id="0" name=""/>
        <dsp:cNvSpPr/>
      </dsp:nvSpPr>
      <dsp:spPr>
        <a:xfrm>
          <a:off x="652969" y="0"/>
          <a:ext cx="4396871" cy="4396871"/>
        </a:xfrm>
        <a:prstGeom prst="triangl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7F236B6-343E-6D4F-B3F6-E91247AE0537}">
      <dsp:nvSpPr>
        <dsp:cNvPr id="0" name=""/>
        <dsp:cNvSpPr/>
      </dsp:nvSpPr>
      <dsp:spPr>
        <a:xfrm>
          <a:off x="2820231" y="440116"/>
          <a:ext cx="2857966" cy="625180"/>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Foreground process</a:t>
          </a:r>
        </a:p>
      </dsp:txBody>
      <dsp:txXfrm>
        <a:off x="2850750" y="470635"/>
        <a:ext cx="2796928" cy="564142"/>
      </dsp:txXfrm>
    </dsp:sp>
    <dsp:sp modelId="{D3733D29-E208-EF4A-9AEF-65F84BCE6E23}">
      <dsp:nvSpPr>
        <dsp:cNvPr id="0" name=""/>
        <dsp:cNvSpPr/>
      </dsp:nvSpPr>
      <dsp:spPr>
        <a:xfrm>
          <a:off x="2820231" y="1143444"/>
          <a:ext cx="2857966" cy="625180"/>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Visible process</a:t>
          </a:r>
          <a:endParaRPr lang="en-US" sz="2400" kern="1200" dirty="0"/>
        </a:p>
      </dsp:txBody>
      <dsp:txXfrm>
        <a:off x="2850750" y="1173963"/>
        <a:ext cx="2796928" cy="564142"/>
      </dsp:txXfrm>
    </dsp:sp>
    <dsp:sp modelId="{18B59D32-1887-2E44-BF45-4BE4E74A7629}">
      <dsp:nvSpPr>
        <dsp:cNvPr id="0" name=""/>
        <dsp:cNvSpPr/>
      </dsp:nvSpPr>
      <dsp:spPr>
        <a:xfrm>
          <a:off x="2820231" y="1846771"/>
          <a:ext cx="2857966" cy="625180"/>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Service process</a:t>
          </a:r>
          <a:endParaRPr lang="en-US" sz="2400" kern="1200" dirty="0"/>
        </a:p>
      </dsp:txBody>
      <dsp:txXfrm>
        <a:off x="2850750" y="1877290"/>
        <a:ext cx="2796928" cy="564142"/>
      </dsp:txXfrm>
    </dsp:sp>
    <dsp:sp modelId="{47D5B74A-039D-3D40-8FCA-1558254F17B2}">
      <dsp:nvSpPr>
        <dsp:cNvPr id="0" name=""/>
        <dsp:cNvSpPr/>
      </dsp:nvSpPr>
      <dsp:spPr>
        <a:xfrm>
          <a:off x="2820231" y="2550099"/>
          <a:ext cx="2857966" cy="625180"/>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Background process</a:t>
          </a:r>
          <a:endParaRPr lang="en-US" sz="2400" kern="1200" dirty="0"/>
        </a:p>
      </dsp:txBody>
      <dsp:txXfrm>
        <a:off x="2850750" y="2580618"/>
        <a:ext cx="2796928" cy="564142"/>
      </dsp:txXfrm>
    </dsp:sp>
    <dsp:sp modelId="{BF037080-3959-DE49-B667-1EFD3F32EFD5}">
      <dsp:nvSpPr>
        <dsp:cNvPr id="0" name=""/>
        <dsp:cNvSpPr/>
      </dsp:nvSpPr>
      <dsp:spPr>
        <a:xfrm>
          <a:off x="2820231" y="3253426"/>
          <a:ext cx="2857966" cy="625180"/>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Empty process</a:t>
          </a:r>
        </a:p>
      </dsp:txBody>
      <dsp:txXfrm>
        <a:off x="2850750" y="3283945"/>
        <a:ext cx="2796928" cy="56414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492D845-85BE-2A4F-9791-7C9347D46643}" type="datetimeFigureOut">
              <a:rPr lang="en-US" smtClean="0"/>
              <a:t>1/31/2024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469BFBB-95AD-8549-9E60-F2B5B5520DEB}" type="slidenum">
              <a:rPr lang="en-US" smtClean="0"/>
              <a:t>‹#›</a:t>
            </a:fld>
            <a:endParaRPr lang="en-US"/>
          </a:p>
        </p:txBody>
      </p:sp>
    </p:spTree>
    <p:extLst>
      <p:ext uri="{BB962C8B-B14F-4D97-AF65-F5344CB8AC3E}">
        <p14:creationId xmlns:p14="http://schemas.microsoft.com/office/powerpoint/2010/main" val="128883915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1/31/2024</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65378943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302" kern="1200">
        <a:solidFill>
          <a:schemeClr val="tx1"/>
        </a:solidFill>
        <a:latin typeface="+mn-lt"/>
        <a:ea typeface="+mn-ea"/>
        <a:cs typeface="+mn-cs"/>
      </a:defRPr>
    </a:lvl1pPr>
    <a:lvl2pPr marL="495925" algn="l" rtl="0" eaLnBrk="0" fontAlgn="base" hangingPunct="0">
      <a:spcBef>
        <a:spcPct val="30000"/>
      </a:spcBef>
      <a:spcAft>
        <a:spcPct val="0"/>
      </a:spcAft>
      <a:defRPr sz="1302" kern="1200">
        <a:solidFill>
          <a:schemeClr val="tx1"/>
        </a:solidFill>
        <a:latin typeface="+mn-lt"/>
        <a:ea typeface="+mn-ea"/>
        <a:cs typeface="+mn-cs"/>
      </a:defRPr>
    </a:lvl2pPr>
    <a:lvl3pPr marL="991850" algn="l" rtl="0" eaLnBrk="0" fontAlgn="base" hangingPunct="0">
      <a:spcBef>
        <a:spcPct val="30000"/>
      </a:spcBef>
      <a:spcAft>
        <a:spcPct val="0"/>
      </a:spcAft>
      <a:defRPr sz="1302" kern="1200">
        <a:solidFill>
          <a:schemeClr val="tx1"/>
        </a:solidFill>
        <a:latin typeface="+mn-lt"/>
        <a:ea typeface="+mn-ea"/>
        <a:cs typeface="+mn-cs"/>
      </a:defRPr>
    </a:lvl3pPr>
    <a:lvl4pPr marL="1487775" algn="l" rtl="0" eaLnBrk="0" fontAlgn="base" hangingPunct="0">
      <a:spcBef>
        <a:spcPct val="30000"/>
      </a:spcBef>
      <a:spcAft>
        <a:spcPct val="0"/>
      </a:spcAft>
      <a:defRPr sz="1302" kern="1200">
        <a:solidFill>
          <a:schemeClr val="tx1"/>
        </a:solidFill>
        <a:latin typeface="+mn-lt"/>
        <a:ea typeface="+mn-ea"/>
        <a:cs typeface="+mn-cs"/>
      </a:defRPr>
    </a:lvl4pPr>
    <a:lvl5pPr marL="1983699" algn="l" rtl="0" eaLnBrk="0" fontAlgn="base" hangingPunct="0">
      <a:spcBef>
        <a:spcPct val="30000"/>
      </a:spcBef>
      <a:spcAft>
        <a:spcPct val="0"/>
      </a:spcAft>
      <a:defRPr sz="1302" kern="1200">
        <a:solidFill>
          <a:schemeClr val="tx1"/>
        </a:solidFill>
        <a:latin typeface="+mn-lt"/>
        <a:ea typeface="+mn-ea"/>
        <a:cs typeface="+mn-cs"/>
      </a:defRPr>
    </a:lvl5pPr>
    <a:lvl6pPr marL="2479624" algn="l" defTabSz="991850" rtl="0" eaLnBrk="1" latinLnBrk="0" hangingPunct="1">
      <a:defRPr sz="1302" kern="1200">
        <a:solidFill>
          <a:schemeClr val="tx1"/>
        </a:solidFill>
        <a:latin typeface="+mn-lt"/>
        <a:ea typeface="+mn-ea"/>
        <a:cs typeface="+mn-cs"/>
      </a:defRPr>
    </a:lvl6pPr>
    <a:lvl7pPr marL="2975549" algn="l" defTabSz="991850" rtl="0" eaLnBrk="1" latinLnBrk="0" hangingPunct="1">
      <a:defRPr sz="1302" kern="1200">
        <a:solidFill>
          <a:schemeClr val="tx1"/>
        </a:solidFill>
        <a:latin typeface="+mn-lt"/>
        <a:ea typeface="+mn-ea"/>
        <a:cs typeface="+mn-cs"/>
      </a:defRPr>
    </a:lvl7pPr>
    <a:lvl8pPr marL="3471474" algn="l" defTabSz="991850" rtl="0" eaLnBrk="1" latinLnBrk="0" hangingPunct="1">
      <a:defRPr sz="1302" kern="1200">
        <a:solidFill>
          <a:schemeClr val="tx1"/>
        </a:solidFill>
        <a:latin typeface="+mn-lt"/>
        <a:ea typeface="+mn-ea"/>
        <a:cs typeface="+mn-cs"/>
      </a:defRPr>
    </a:lvl8pPr>
    <a:lvl9pPr marL="3967399" algn="l" defTabSz="991850" rtl="0" eaLnBrk="1" latinLnBrk="0" hangingPunct="1">
      <a:defRPr sz="130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en.wikipedia.org/w/index.php?title=Research_operating_system&amp;action=edit&amp;redlink=1"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en.wikipedia.org/wiki/Steve_Ward_(computer_scientist)" TargetMode="External"/><Relationship Id="rId5" Type="http://schemas.openxmlformats.org/officeDocument/2006/relationships/hyperlink" Target="https://en.wikipedia.org/wiki/Laboratory_for_Computer_Science" TargetMode="External"/><Relationship Id="rId4" Type="http://schemas.openxmlformats.org/officeDocument/2006/relationships/hyperlink" Target="https://en.wikipedia.org/wiki/Massachusetts_Institute_of_Technology"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8/e, by William Stallings, Chapter 4 “</a:t>
            </a:r>
            <a:r>
              <a:rPr kumimoji="1" lang="en-GB" dirty="0">
                <a:latin typeface="Times New Roman" pitchFamily="-106" charset="0"/>
                <a:ea typeface="ＭＳ Ｐゴシック" pitchFamily="-106" charset="-128"/>
                <a:cs typeface="ＭＳ Ｐゴシック" pitchFamily="-106" charset="-128"/>
              </a:rPr>
              <a:t>Threads</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fontScale="47500" lnSpcReduction="20000"/>
          </a:bodyPr>
          <a:lstStyle/>
          <a:p>
            <a:r>
              <a:rPr lang="en-US" sz="1200" b="0" kern="1200" baseline="0" dirty="0">
                <a:solidFill>
                  <a:schemeClr val="tx1"/>
                </a:solidFill>
                <a:latin typeface="+mn-lt"/>
                <a:ea typeface="+mn-ea"/>
                <a:cs typeface="+mn-cs"/>
              </a:rPr>
              <a:t>Before defining the term </a:t>
            </a:r>
            <a:r>
              <a:rPr lang="en-US" sz="1200" b="0" i="1" kern="1200" baseline="0" dirty="0">
                <a:solidFill>
                  <a:schemeClr val="tx1"/>
                </a:solidFill>
                <a:latin typeface="+mn-lt"/>
                <a:ea typeface="+mn-ea"/>
                <a:cs typeface="+mn-cs"/>
              </a:rPr>
              <a:t>process , it is useful to summarize some of the concepts</a:t>
            </a:r>
          </a:p>
          <a:p>
            <a:r>
              <a:rPr lang="en-US" sz="1200" b="0" kern="1200" baseline="0" dirty="0">
                <a:solidFill>
                  <a:schemeClr val="tx1"/>
                </a:solidFill>
                <a:latin typeface="+mn-lt"/>
                <a:ea typeface="+mn-ea"/>
                <a:cs typeface="+mn-cs"/>
              </a:rPr>
              <a:t>introduced in Chapters 1 and 2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 computer platform consists of a collection of hardware resources, such as</a:t>
            </a:r>
          </a:p>
          <a:p>
            <a:r>
              <a:rPr lang="en-US" sz="1200" b="0" kern="1200" baseline="0" dirty="0">
                <a:solidFill>
                  <a:schemeClr val="tx1"/>
                </a:solidFill>
                <a:latin typeface="+mn-lt"/>
                <a:ea typeface="+mn-ea"/>
                <a:cs typeface="+mn-cs"/>
              </a:rPr>
              <a:t>the processor, main memory, I/O modules, timers, disk drives, and so 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Computer applications are developed to perform some task. Typically, they</a:t>
            </a:r>
          </a:p>
          <a:p>
            <a:r>
              <a:rPr lang="en-US" sz="1200" b="0" kern="1200" baseline="0" dirty="0">
                <a:solidFill>
                  <a:schemeClr val="tx1"/>
                </a:solidFill>
                <a:latin typeface="+mn-lt"/>
                <a:ea typeface="+mn-ea"/>
                <a:cs typeface="+mn-cs"/>
              </a:rPr>
              <a:t>accept input from the outside world, perform some processing, and generate</a:t>
            </a:r>
          </a:p>
          <a:p>
            <a:r>
              <a:rPr lang="en-US" sz="1200" b="0" kern="1200" baseline="0" dirty="0">
                <a:solidFill>
                  <a:schemeClr val="tx1"/>
                </a:solidFill>
                <a:latin typeface="+mn-lt"/>
                <a:ea typeface="+mn-ea"/>
                <a:cs typeface="+mn-cs"/>
              </a:rPr>
              <a:t>output.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It is inefficient for applications to be written directly for a given hardware</a:t>
            </a:r>
          </a:p>
          <a:p>
            <a:r>
              <a:rPr lang="en-US" sz="1200" b="0" kern="1200" baseline="0" dirty="0">
                <a:solidFill>
                  <a:schemeClr val="tx1"/>
                </a:solidFill>
                <a:latin typeface="+mn-lt"/>
                <a:ea typeface="+mn-ea"/>
                <a:cs typeface="+mn-cs"/>
              </a:rPr>
              <a:t>platform. The principal reasons for this are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 Numerous applications can be developed for the same platform. Thus, it</a:t>
            </a:r>
          </a:p>
          <a:p>
            <a:r>
              <a:rPr lang="en-US" sz="1200" b="0" kern="1200" baseline="0" dirty="0">
                <a:solidFill>
                  <a:schemeClr val="tx1"/>
                </a:solidFill>
                <a:latin typeface="+mn-lt"/>
                <a:ea typeface="+mn-ea"/>
                <a:cs typeface="+mn-cs"/>
              </a:rPr>
              <a:t>makes sense to develop common routines for accessing the computer’s</a:t>
            </a:r>
          </a:p>
          <a:p>
            <a:r>
              <a:rPr lang="en-US" sz="1200" b="0" kern="1200" baseline="0" dirty="0">
                <a:solidFill>
                  <a:schemeClr val="tx1"/>
                </a:solidFill>
                <a:latin typeface="+mn-lt"/>
                <a:ea typeface="+mn-ea"/>
                <a:cs typeface="+mn-cs"/>
              </a:rPr>
              <a:t>resources.</a:t>
            </a:r>
          </a:p>
          <a:p>
            <a:endParaRPr lang="en-US" sz="1200" b="0" kern="1200" baseline="0" dirty="0">
              <a:solidFill>
                <a:schemeClr val="tx1"/>
              </a:solidFill>
              <a:latin typeface="+mn-lt"/>
              <a:ea typeface="+mn-ea"/>
              <a:cs typeface="+mn-cs"/>
            </a:endParaRPr>
          </a:p>
          <a:p>
            <a:r>
              <a:rPr lang="en-US" sz="1200" b="0" kern="1200" baseline="0" dirty="0" err="1">
                <a:solidFill>
                  <a:schemeClr val="tx1"/>
                </a:solidFill>
                <a:latin typeface="+mn-lt"/>
                <a:ea typeface="+mn-ea"/>
                <a:cs typeface="+mn-cs"/>
              </a:rPr>
              <a:t>b</a:t>
            </a:r>
            <a:r>
              <a:rPr lang="en-US" sz="1200" b="0" kern="1200" baseline="0" dirty="0">
                <a:solidFill>
                  <a:schemeClr val="tx1"/>
                </a:solidFill>
                <a:latin typeface="+mn-lt"/>
                <a:ea typeface="+mn-ea"/>
                <a:cs typeface="+mn-cs"/>
              </a:rPr>
              <a:t>. The processor itself provides only limited support for multiprogramming.</a:t>
            </a:r>
          </a:p>
          <a:p>
            <a:r>
              <a:rPr lang="en-US" sz="1200" b="0" kern="1200" baseline="0" dirty="0">
                <a:solidFill>
                  <a:schemeClr val="tx1"/>
                </a:solidFill>
                <a:latin typeface="+mn-lt"/>
                <a:ea typeface="+mn-ea"/>
                <a:cs typeface="+mn-cs"/>
              </a:rPr>
              <a:t>Software is needed to manage the sharing of the processor and other</a:t>
            </a:r>
          </a:p>
          <a:p>
            <a:r>
              <a:rPr lang="en-US" sz="1200" b="0" kern="1200" baseline="0" dirty="0">
                <a:solidFill>
                  <a:schemeClr val="tx1"/>
                </a:solidFill>
                <a:latin typeface="+mn-lt"/>
                <a:ea typeface="+mn-ea"/>
                <a:cs typeface="+mn-cs"/>
              </a:rPr>
              <a:t>resources by multiple applications at the same time.</a:t>
            </a:r>
          </a:p>
          <a:p>
            <a:endParaRPr lang="en-US" sz="1200" b="0" kern="1200" baseline="0" dirty="0">
              <a:solidFill>
                <a:schemeClr val="tx1"/>
              </a:solidFill>
              <a:latin typeface="+mn-lt"/>
              <a:ea typeface="+mn-ea"/>
              <a:cs typeface="+mn-cs"/>
            </a:endParaRPr>
          </a:p>
          <a:p>
            <a:r>
              <a:rPr lang="en-US" sz="1200" b="0" kern="1200" baseline="0" dirty="0" err="1">
                <a:solidFill>
                  <a:schemeClr val="tx1"/>
                </a:solidFill>
                <a:latin typeface="+mn-lt"/>
                <a:ea typeface="+mn-ea"/>
                <a:cs typeface="+mn-cs"/>
              </a:rPr>
              <a:t>c</a:t>
            </a:r>
            <a:r>
              <a:rPr lang="en-US" sz="1200" b="0" kern="1200" baseline="0" dirty="0">
                <a:solidFill>
                  <a:schemeClr val="tx1"/>
                </a:solidFill>
                <a:latin typeface="+mn-lt"/>
                <a:ea typeface="+mn-ea"/>
                <a:cs typeface="+mn-cs"/>
              </a:rPr>
              <a:t>. When multiple applications are active at the same time, it is necessary to</a:t>
            </a:r>
          </a:p>
          <a:p>
            <a:r>
              <a:rPr lang="en-US" sz="1200" b="0" kern="1200" baseline="0" dirty="0">
                <a:solidFill>
                  <a:schemeClr val="tx1"/>
                </a:solidFill>
                <a:latin typeface="+mn-lt"/>
                <a:ea typeface="+mn-ea"/>
                <a:cs typeface="+mn-cs"/>
              </a:rPr>
              <a:t>protect the data, I/O use, and other resource use of each application from</a:t>
            </a:r>
          </a:p>
          <a:p>
            <a:r>
              <a:rPr lang="en-US" sz="1200" b="0" kern="1200" baseline="0" dirty="0">
                <a:solidFill>
                  <a:schemeClr val="tx1"/>
                </a:solidFill>
                <a:latin typeface="+mn-lt"/>
                <a:ea typeface="+mn-ea"/>
                <a:cs typeface="+mn-cs"/>
              </a:rPr>
              <a:t>the others.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The OS was developed to provide a convenient, feature-rich, secure, and consistent</a:t>
            </a:r>
          </a:p>
          <a:p>
            <a:r>
              <a:rPr lang="en-US" sz="1200" b="0" kern="1200" baseline="0" dirty="0">
                <a:solidFill>
                  <a:schemeClr val="tx1"/>
                </a:solidFill>
                <a:latin typeface="+mn-lt"/>
                <a:ea typeface="+mn-ea"/>
                <a:cs typeface="+mn-cs"/>
              </a:rPr>
              <a:t>interface for applications to use. The OS is a layer of software between</a:t>
            </a:r>
          </a:p>
          <a:p>
            <a:r>
              <a:rPr lang="en-US" sz="1200" b="0" kern="1200" baseline="0" dirty="0">
                <a:solidFill>
                  <a:schemeClr val="tx1"/>
                </a:solidFill>
                <a:latin typeface="+mn-lt"/>
                <a:ea typeface="+mn-ea"/>
                <a:cs typeface="+mn-cs"/>
              </a:rPr>
              <a:t>the applications and the computer hardware ( Figure 2.1 ) that supports applications</a:t>
            </a:r>
          </a:p>
          <a:p>
            <a:r>
              <a:rPr lang="en-US" sz="1200" b="0" kern="1200" baseline="0" dirty="0">
                <a:solidFill>
                  <a:schemeClr val="tx1"/>
                </a:solidFill>
                <a:latin typeface="+mn-lt"/>
                <a:ea typeface="+mn-ea"/>
                <a:cs typeface="+mn-cs"/>
              </a:rPr>
              <a:t>and utilities.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We can think of the OS as providing a uniform, abstract representation of</a:t>
            </a:r>
          </a:p>
          <a:p>
            <a:r>
              <a:rPr lang="en-US" sz="1200" b="0" kern="1200" baseline="0" dirty="0">
                <a:solidFill>
                  <a:schemeClr val="tx1"/>
                </a:solidFill>
                <a:latin typeface="+mn-lt"/>
                <a:ea typeface="+mn-ea"/>
                <a:cs typeface="+mn-cs"/>
              </a:rPr>
              <a:t>resources that can be requested and accessed by applications. Resources</a:t>
            </a:r>
          </a:p>
          <a:p>
            <a:r>
              <a:rPr lang="en-US" sz="1200" b="0" kern="1200" baseline="0" dirty="0">
                <a:solidFill>
                  <a:schemeClr val="tx1"/>
                </a:solidFill>
                <a:latin typeface="+mn-lt"/>
                <a:ea typeface="+mn-ea"/>
                <a:cs typeface="+mn-cs"/>
              </a:rPr>
              <a:t>include main memory, network interfaces, file systems, and so on. Once the</a:t>
            </a:r>
          </a:p>
          <a:p>
            <a:r>
              <a:rPr lang="en-US" sz="1200" b="0" kern="1200" baseline="0" dirty="0">
                <a:solidFill>
                  <a:schemeClr val="tx1"/>
                </a:solidFill>
                <a:latin typeface="+mn-lt"/>
                <a:ea typeface="+mn-ea"/>
                <a:cs typeface="+mn-cs"/>
              </a:rPr>
              <a:t>OS has created these resource abstractions for applications to use, it must</a:t>
            </a:r>
          </a:p>
          <a:p>
            <a:r>
              <a:rPr lang="en-US" sz="1200" b="0" kern="1200" baseline="0" dirty="0">
                <a:solidFill>
                  <a:schemeClr val="tx1"/>
                </a:solidFill>
                <a:latin typeface="+mn-lt"/>
                <a:ea typeface="+mn-ea"/>
                <a:cs typeface="+mn-cs"/>
              </a:rPr>
              <a:t>also manage their use. For example, an OS may permit resource sharing and</a:t>
            </a:r>
          </a:p>
          <a:p>
            <a:r>
              <a:rPr lang="en-US" sz="1200" b="0" kern="1200" baseline="0" dirty="0">
                <a:solidFill>
                  <a:schemeClr val="tx1"/>
                </a:solidFill>
                <a:latin typeface="+mn-lt"/>
                <a:ea typeface="+mn-ea"/>
                <a:cs typeface="+mn-cs"/>
              </a:rPr>
              <a:t>resource protection.</a:t>
            </a:r>
            <a:endParaRPr lang="en-US"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BF5012-E6F5-495C-A541-6B7E71D3D4A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04328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discussion so far has presented the concept of a process as embodying two</a:t>
            </a:r>
          </a:p>
          <a:p>
            <a:r>
              <a:rPr lang="en-US" sz="1200" kern="1200" baseline="0" dirty="0">
                <a:solidFill>
                  <a:schemeClr val="tx1"/>
                </a:solidFill>
                <a:latin typeface="+mn-lt"/>
                <a:ea typeface="+mn-ea"/>
                <a:cs typeface="+mn-cs"/>
              </a:rPr>
              <a:t>characteristics: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Resource ownership:  A process includes a virtual address space to hold the</a:t>
            </a:r>
          </a:p>
          <a:p>
            <a:r>
              <a:rPr lang="en-US" sz="1200" kern="1200" baseline="0" dirty="0">
                <a:solidFill>
                  <a:schemeClr val="tx1"/>
                </a:solidFill>
                <a:latin typeface="+mn-lt"/>
                <a:ea typeface="+mn-ea"/>
                <a:cs typeface="+mn-cs"/>
              </a:rPr>
              <a:t>process image; recall from Chapter 3 that the process image is the collection of</a:t>
            </a:r>
          </a:p>
          <a:p>
            <a:r>
              <a:rPr lang="en-US" sz="1200" kern="1200" baseline="0" dirty="0">
                <a:solidFill>
                  <a:schemeClr val="tx1"/>
                </a:solidFill>
                <a:latin typeface="+mn-lt"/>
                <a:ea typeface="+mn-ea"/>
                <a:cs typeface="+mn-cs"/>
              </a:rPr>
              <a:t>program, data, stack, and attributes defined in the process control block. From</a:t>
            </a:r>
          </a:p>
          <a:p>
            <a:r>
              <a:rPr lang="en-US" sz="1200" kern="1200" baseline="0" dirty="0">
                <a:solidFill>
                  <a:schemeClr val="tx1"/>
                </a:solidFill>
                <a:latin typeface="+mn-lt"/>
                <a:ea typeface="+mn-ea"/>
                <a:cs typeface="+mn-cs"/>
              </a:rPr>
              <a:t>time to time, a process may be allocated control or ownership of resources,</a:t>
            </a:r>
          </a:p>
          <a:p>
            <a:r>
              <a:rPr lang="en-US" sz="1200" kern="1200" baseline="0" dirty="0">
                <a:solidFill>
                  <a:schemeClr val="tx1"/>
                </a:solidFill>
                <a:latin typeface="+mn-lt"/>
                <a:ea typeface="+mn-ea"/>
                <a:cs typeface="+mn-cs"/>
              </a:rPr>
              <a:t>such as main memory, I/O channels, I/O devices, and files. The OS performs a</a:t>
            </a:r>
          </a:p>
          <a:p>
            <a:r>
              <a:rPr lang="en-US" sz="1200" kern="1200" baseline="0" dirty="0">
                <a:solidFill>
                  <a:schemeClr val="tx1"/>
                </a:solidFill>
                <a:latin typeface="+mn-lt"/>
                <a:ea typeface="+mn-ea"/>
                <a:cs typeface="+mn-cs"/>
              </a:rPr>
              <a:t>protection function to prevent unwanted interference between processes with</a:t>
            </a:r>
          </a:p>
          <a:p>
            <a:r>
              <a:rPr lang="en-US" sz="1200" kern="1200" baseline="0" dirty="0">
                <a:solidFill>
                  <a:schemeClr val="tx1"/>
                </a:solidFill>
                <a:latin typeface="+mn-lt"/>
                <a:ea typeface="+mn-ea"/>
                <a:cs typeface="+mn-cs"/>
              </a:rPr>
              <a:t>respect to resources.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Scheduling/execution:  The execution of a process follows an execution path</a:t>
            </a:r>
          </a:p>
          <a:p>
            <a:r>
              <a:rPr lang="en-US" sz="1200" kern="1200" baseline="0" dirty="0">
                <a:solidFill>
                  <a:schemeClr val="tx1"/>
                </a:solidFill>
                <a:latin typeface="+mn-lt"/>
                <a:ea typeface="+mn-ea"/>
                <a:cs typeface="+mn-cs"/>
              </a:rPr>
              <a:t>(trace) through one or more programs (e.g., Figure 1.5). This execution may</a:t>
            </a:r>
          </a:p>
          <a:p>
            <a:r>
              <a:rPr lang="en-US" sz="1200" kern="1200" baseline="0" dirty="0">
                <a:solidFill>
                  <a:schemeClr val="tx1"/>
                </a:solidFill>
                <a:latin typeface="+mn-lt"/>
                <a:ea typeface="+mn-ea"/>
                <a:cs typeface="+mn-cs"/>
              </a:rPr>
              <a:t>be interleaved with that of other processes. Thus, a process has an execution</a:t>
            </a:r>
          </a:p>
          <a:p>
            <a:r>
              <a:rPr lang="en-US" sz="1200" kern="1200" baseline="0" dirty="0">
                <a:solidFill>
                  <a:schemeClr val="tx1"/>
                </a:solidFill>
                <a:latin typeface="+mn-lt"/>
                <a:ea typeface="+mn-ea"/>
                <a:cs typeface="+mn-cs"/>
              </a:rPr>
              <a:t>state (Running, Ready, etc.) and a dispatching priority and is the entity that is</a:t>
            </a:r>
          </a:p>
          <a:p>
            <a:r>
              <a:rPr lang="en-US" sz="1200" kern="1200" baseline="0" dirty="0">
                <a:solidFill>
                  <a:schemeClr val="tx1"/>
                </a:solidFill>
                <a:latin typeface="+mn-lt"/>
                <a:ea typeface="+mn-ea"/>
                <a:cs typeface="+mn-cs"/>
              </a:rPr>
              <a:t>scheduled and dispatched by the OS.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traditional approach of a single thread of execution per process, in which the concept of a thread is not recognized, is referred to as a single-threaded approach. The two arrangements shown in the left half of Figure 4.1 are single-threaded approaches. MS-DOS is an example of an OS that supports a single user process and a single thread.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right half of Figure 4.1 depicts multithreaded approaches. A Java run-time environment is an example of a system of one process with multiple threads. Of interest in this section is the use of multiple processes, each of which supports multiple threads. This approach is taken in Windows, Solaris, and many modern versions of UNIX, among others. In this section we give a general description of multithreading; the details of the Windows, Solaris, and Linux approaches are discussed later in this chapter.</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multithreaded environment, a process is defined as the unit of resource allocation and a unit of protection. The following are associated with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virtual address space that holds the process image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Protected access to processors, other processes (for interprocess communication), files, and I/O resources (devices and channels)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Within a process, there may be one or more threads, each with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thread execution state (Running, Ready, etc.)</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saved thread context when not running; one way to view a thread is as an independent program counter operating within a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An execution stack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Some per-thread static storage for local variables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Access to the memory and resources of its process, shared with all other threads in that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4.2 illustrates the distinction between threads and processes from the point of view of process management. In a single-threaded process model (i.e., there is no distinct concept of thread), the representation of a process includes its process control block and user address space, as well as user and kernel stacks to manage the call/return behavior of the execution of the process. While the process is running, it controls the processor registers. The contents of these registers are saved when the process is not running. In a multithreaded environment, there is still a single process control block and user address space associated with the process, but now there are separate stacks for each thread, as well as a separate control block for each thread containing register values, priority, and other thread-related state information.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Thus, all of the threads of a process share the state and resources of that process. They reside in the same address space and have access to the same data. When one thread alters an item of data in memory, other threads see the results if and when they access that item. If one thread opens a file with read privileges, other threads in the same process can also read from that file.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key benefits of threads derive from the performance implications: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a:t>
            </a:r>
            <a:r>
              <a:rPr lang="en-US" sz="1200" b="0" kern="1200" baseline="0" dirty="0">
                <a:solidFill>
                  <a:schemeClr val="tx1"/>
                </a:solidFill>
                <a:latin typeface="+mn-lt"/>
                <a:ea typeface="+mn-ea"/>
                <a:cs typeface="+mn-cs"/>
              </a:rPr>
              <a:t>It takes far less time to create a new thread in an existing process than to</a:t>
            </a:r>
          </a:p>
          <a:p>
            <a:r>
              <a:rPr lang="en-US" sz="1200" kern="1200" baseline="0" dirty="0">
                <a:solidFill>
                  <a:schemeClr val="tx1"/>
                </a:solidFill>
                <a:latin typeface="+mn-lt"/>
                <a:ea typeface="+mn-ea"/>
                <a:cs typeface="+mn-cs"/>
              </a:rPr>
              <a:t>create a brand-new process. Studies done by the Mach developers show that</a:t>
            </a:r>
          </a:p>
          <a:p>
            <a:r>
              <a:rPr lang="en-US" sz="1200" kern="1200" baseline="0" dirty="0">
                <a:solidFill>
                  <a:schemeClr val="tx1"/>
                </a:solidFill>
                <a:latin typeface="+mn-lt"/>
                <a:ea typeface="+mn-ea"/>
                <a:cs typeface="+mn-cs"/>
              </a:rPr>
              <a:t>thread creation is ten times faster than process creation in UNIX [TEVA87].</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a:t>
            </a:r>
            <a:r>
              <a:rPr lang="en-US" sz="1200" b="0" kern="1200" baseline="0" dirty="0">
                <a:solidFill>
                  <a:schemeClr val="tx1"/>
                </a:solidFill>
                <a:latin typeface="+mn-lt"/>
                <a:ea typeface="+mn-ea"/>
                <a:cs typeface="+mn-cs"/>
              </a:rPr>
              <a:t>It takes less time to terminate a thread than a process.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a:t>
            </a:r>
            <a:r>
              <a:rPr lang="en-US" sz="1200" b="0" kern="1200" baseline="0" dirty="0">
                <a:solidFill>
                  <a:schemeClr val="tx1"/>
                </a:solidFill>
                <a:latin typeface="+mn-lt"/>
                <a:ea typeface="+mn-ea"/>
                <a:cs typeface="+mn-cs"/>
              </a:rPr>
              <a:t>It takes less time to switch between two threads within the same process than </a:t>
            </a:r>
            <a:r>
              <a:rPr lang="en-US" sz="1200" kern="1200" baseline="0" dirty="0">
                <a:solidFill>
                  <a:schemeClr val="tx1"/>
                </a:solidFill>
                <a:latin typeface="+mn-lt"/>
                <a:ea typeface="+mn-ea"/>
                <a:cs typeface="+mn-cs"/>
              </a:rPr>
              <a:t>to switch between processes.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a:t>
            </a:r>
            <a:r>
              <a:rPr lang="en-US" sz="1200" b="0" kern="1200" baseline="0" dirty="0">
                <a:solidFill>
                  <a:schemeClr val="tx1"/>
                </a:solidFill>
                <a:latin typeface="+mn-lt"/>
                <a:ea typeface="+mn-ea"/>
                <a:cs typeface="+mn-cs"/>
              </a:rPr>
              <a:t>Threads enhance efficiency in communication between different executing </a:t>
            </a:r>
            <a:r>
              <a:rPr lang="en-US" sz="1200" kern="1200" baseline="0" dirty="0">
                <a:solidFill>
                  <a:schemeClr val="tx1"/>
                </a:solidFill>
                <a:latin typeface="+mn-lt"/>
                <a:ea typeface="+mn-ea"/>
                <a:cs typeface="+mn-cs"/>
              </a:rPr>
              <a:t>programs. In most operating systems, communication between independent processes requires the intervention of the kernel to provide protection and the mechanisms needed for communication. However, because threads within the same process share memory and files, they can communicate with each other without invoking the kernel.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if there is an application or function that should be implemented as a set of related units of execution, it is far more efficient to do so as a collection of threads rather than a collection of separate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[LETW88] gives four examples of the uses of threads in a single-user multiprocessing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Foreground and background work: For example, in a spreadsheet program,</a:t>
            </a:r>
          </a:p>
          <a:p>
            <a:r>
              <a:rPr lang="en-US" sz="1200" kern="1200" baseline="0" dirty="0">
                <a:solidFill>
                  <a:schemeClr val="tx1"/>
                </a:solidFill>
                <a:latin typeface="+mn-lt"/>
                <a:ea typeface="+mn-ea"/>
                <a:cs typeface="+mn-cs"/>
              </a:rPr>
              <a:t>one thread could display menus and read user input, while another thread executes user commands and updates the spreadsheet. This arrangement often increases the perceived speed of the application by allowing the program to prompt for the next command before the previous command is complete.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Asynchronous processing: Asynchronous elements in the program can be</a:t>
            </a:r>
          </a:p>
          <a:p>
            <a:r>
              <a:rPr lang="en-US" sz="1200" kern="1200" baseline="0" dirty="0">
                <a:solidFill>
                  <a:schemeClr val="tx1"/>
                </a:solidFill>
                <a:latin typeface="+mn-lt"/>
                <a:ea typeface="+mn-ea"/>
                <a:cs typeface="+mn-cs"/>
              </a:rPr>
              <a:t>implemented as threads. For example, as a protection against power failure, one can design a word processor to write its random access memory (RAM) buffer to disk once every minute. A thread can be created whose sole job is periodic backup and that schedules itself directly with the OS; there is no need for fancy code in the main program to provide for time checks or to coordinate input and output.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Speed of execution: A multithreaded process can compute one batch of data</a:t>
            </a:r>
          </a:p>
          <a:p>
            <a:r>
              <a:rPr lang="en-US" sz="1200" kern="1200" baseline="0" dirty="0">
                <a:solidFill>
                  <a:schemeClr val="tx1"/>
                </a:solidFill>
                <a:latin typeface="+mn-lt"/>
                <a:ea typeface="+mn-ea"/>
                <a:cs typeface="+mn-cs"/>
              </a:rPr>
              <a:t>while reading the next batch from a device. On a multiprocessor system, multiple threads from the same process may be able to execute simultaneously. Thus, even though one thread may be blocked for an I/O operation to read in a batch of data, another thread may be executing.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Modular program structure: </a:t>
            </a:r>
            <a:r>
              <a:rPr lang="en-US" sz="1200" b="0" kern="1200" baseline="0" dirty="0">
                <a:solidFill>
                  <a:schemeClr val="tx1"/>
                </a:solidFill>
                <a:latin typeface="+mn-lt"/>
                <a:ea typeface="+mn-ea"/>
                <a:cs typeface="+mn-cs"/>
              </a:rPr>
              <a:t>Programs that involve a variety of activities or a</a:t>
            </a:r>
          </a:p>
          <a:p>
            <a:r>
              <a:rPr lang="en-US" sz="1200" kern="1200" baseline="0" dirty="0">
                <a:solidFill>
                  <a:schemeClr val="tx1"/>
                </a:solidFill>
                <a:latin typeface="+mn-lt"/>
                <a:ea typeface="+mn-ea"/>
                <a:cs typeface="+mn-cs"/>
              </a:rPr>
              <a:t>variety of sources and destinations of input and output may be easier to design and implement using threads. </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an OS that supports threads, scheduling and dispatching is done on a thread basis; hence, most of the state information dealing with execution is maintained in thread-level data structures. There are, however, several actions that affect all of the threads in a process and that the OS must manage at the process level. For example, suspension involves swapping the address space of one process out of main memory to make room for the address space of another process. Because all threads in a process share the same address space, all threads are suspended at the same time. Similarly, termination of a process terminates all threads within that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b="0" i="1" kern="1200" baseline="0" dirty="0">
                <a:solidFill>
                  <a:schemeClr val="tx1"/>
                </a:solidFill>
                <a:latin typeface="+mn-lt"/>
                <a:ea typeface="+mn-ea"/>
                <a:cs typeface="+mn-cs"/>
              </a:rPr>
              <a:t>All of the threads of a process share the same address </a:t>
            </a:r>
            <a:r>
              <a:rPr lang="en-US" sz="1200" kern="1200" baseline="0" dirty="0">
                <a:solidFill>
                  <a:schemeClr val="tx1"/>
                </a:solidFill>
                <a:latin typeface="+mn-lt"/>
                <a:ea typeface="+mn-ea"/>
                <a:cs typeface="+mn-cs"/>
              </a:rPr>
              <a:t>space and other resources, such as open files. Any alteration of a resource by one thread affects the environment of the other threads in the same process. It is therefore necessary to synchronize the activities of the various threads so that they do not interfere with each other or corrupt data structures. For example, if two threads each try to add an element to a doubly linked list at the same time, one element may be lost or the list may end up malformed. The issues raised and the techniques used in the synchronization of threads are, in general, the same as for the synchronization of processes. These issues and techniques are the subject of Chapters 5 and 6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broad categories of thread implementation: user-level threads (ULTs) and kernel-level threads (KLTs). The latter are also referred to in the literature as </a:t>
            </a:r>
            <a:r>
              <a:rPr lang="en-US" sz="1200" i="1" kern="1200" baseline="0" dirty="0">
                <a:solidFill>
                  <a:schemeClr val="tx1"/>
                </a:solidFill>
                <a:latin typeface="+mn-lt"/>
                <a:ea typeface="+mn-ea"/>
                <a:cs typeface="+mn-cs"/>
              </a:rPr>
              <a:t>kernel-supported threads or lightweight processes.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application may spawn a new thread to run within the same process. Spawning is done by invoking the spawn utility in the threads library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threads library contains code for creating and destroying threads, for passing messages and data between threads, for scheduling thread execution, and for saving and restoring thread contexts.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Control is passed to that utility by a procedure call. The threads library creates a data structure for the new thread and then passes control to one of the threads within this process that is in the Ready state, using some scheduling algorithm. When control is passed to the library, the context of the current thread is saved, and when control is passed from the library to a thread, the context of that thread is restored. The context essentially consists of the contents of user registers, the program counter, and stack pointers.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Thread switching does not require kernel mode privileges because all of the</a:t>
            </a:r>
          </a:p>
          <a:p>
            <a:r>
              <a:rPr lang="en-US" sz="1200" kern="1200" baseline="0" dirty="0">
                <a:solidFill>
                  <a:schemeClr val="tx1"/>
                </a:solidFill>
                <a:latin typeface="+mn-lt"/>
                <a:ea typeface="+mn-ea"/>
                <a:cs typeface="+mn-cs"/>
              </a:rPr>
              <a:t>thread management data structures are within the user address space of a single process. There are a number of advantages to the use of ULTs instead of KLTs, including the following:</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Thread switching does not require kernel mode privileges because all of the</a:t>
            </a:r>
          </a:p>
          <a:p>
            <a:r>
              <a:rPr lang="en-US" sz="1200" kern="1200" baseline="0" dirty="0">
                <a:solidFill>
                  <a:schemeClr val="tx1"/>
                </a:solidFill>
                <a:latin typeface="+mn-lt"/>
                <a:ea typeface="+mn-ea"/>
                <a:cs typeface="+mn-cs"/>
              </a:rPr>
              <a:t>thread management data structures are within the user address space of a single process. Therefore, the process does not switch to the kernel mode to do thread management. This saves the overhead of two mode switches (user to kernel; kernel back to user).</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Scheduling can be application specific. One application may benefit most</a:t>
            </a:r>
          </a:p>
          <a:p>
            <a:r>
              <a:rPr lang="en-US" sz="1200" kern="1200" baseline="0" dirty="0">
                <a:solidFill>
                  <a:schemeClr val="tx1"/>
                </a:solidFill>
                <a:latin typeface="+mn-lt"/>
                <a:ea typeface="+mn-ea"/>
                <a:cs typeface="+mn-cs"/>
              </a:rPr>
              <a:t>from a simple round-robin scheduling algorithm, while another might benefit from a priority-based scheduling algorithm. The scheduling algorithm can be tailored to the application without disturbing the underlying OS scheduler.</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ULTs can run on any OS. No changes are required to the underlying kernel</a:t>
            </a:r>
          </a:p>
          <a:p>
            <a:r>
              <a:rPr lang="en-US" sz="1200" kern="1200" baseline="0" dirty="0">
                <a:solidFill>
                  <a:schemeClr val="tx1"/>
                </a:solidFill>
                <a:latin typeface="+mn-lt"/>
                <a:ea typeface="+mn-ea"/>
                <a:cs typeface="+mn-cs"/>
              </a:rPr>
              <a:t>to support ULTs. The threads library is a set of application-level functions shared by all applications.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In a pure ULT strategy, a multithreaded application cannot take advantage</a:t>
            </a:r>
          </a:p>
          <a:p>
            <a:r>
              <a:rPr lang="en-US" sz="1200" kern="1200" baseline="0" dirty="0">
                <a:solidFill>
                  <a:schemeClr val="tx1"/>
                </a:solidFill>
                <a:latin typeface="+mn-lt"/>
                <a:ea typeface="+mn-ea"/>
                <a:cs typeface="+mn-cs"/>
              </a:rPr>
              <a:t>of multiprocessing. A kernel assigns one process to only one processor at a time. Therefore, only a single thread within a process can execute at a time. In effect, we have application-level multiprogramming within a single process. While this multiprogramming can result in a significant speedup of the application, there are applications that would benefit from the ability to execute portions of code simultaneously.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In a pure KLT facility, all of the work of thread </a:t>
            </a:r>
            <a:r>
              <a:rPr lang="en-US" sz="1200" i="0" kern="1200" baseline="0" dirty="0">
                <a:solidFill>
                  <a:schemeClr val="tx1"/>
                </a:solidFill>
                <a:latin typeface="+mn-lt"/>
                <a:ea typeface="+mn-ea"/>
                <a:cs typeface="+mn-cs"/>
              </a:rPr>
              <a:t>management is done by the kernel. There is no thread management code in the application level, simply an application </a:t>
            </a:r>
            <a:r>
              <a:rPr lang="en-US" sz="1200" kern="1200" baseline="0" dirty="0">
                <a:solidFill>
                  <a:schemeClr val="tx1"/>
                </a:solidFill>
                <a:latin typeface="+mn-lt"/>
                <a:ea typeface="+mn-ea"/>
                <a:cs typeface="+mn-cs"/>
              </a:rPr>
              <a:t>programming interface (API) to the kernel thread facility. Windows is an example of this approach. Figure 4.5b depicts the pure KLT approach. The kernel maintains context information for the process as a whole and for individual threads within the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Scheduling by the kernel is done on a thread basis. This approach overcomes the two principal drawbacks of the ULT approach. First, the kernel can simultaneously schedule multiple threads from the same process on multiple processors. Second, if one thread in a process is blocked, the kernel can schedule another thread of the same process. Another advantage of the KLT approach is that kernel routines themselves can be multithreaded.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principal disadvantage of the KLT approach compared to the ULT approach is that the transfer of control from one thread to another within the same process requires a mode switch to the kernel. To illustrate the differences, Table 4.1 shows the results of measurements taken on a uniprocessor VAX computer running a UNIX-like OS. The two benchmarks are as follows: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Null Fork, the time to create, schedule, execute, and complete a process/thread that invokes the null procedure (i.e., the overhead of forking a process/thread); and Signal-Wait, the time for a process/thread to signal a waiting process/thread and then wait on a condition (i.e., the overhead of synchronizing two processes/threads together). We see that there is</a:t>
            </a:r>
          </a:p>
          <a:p>
            <a:r>
              <a:rPr lang="en-US" sz="1200" kern="1200" baseline="0" dirty="0">
                <a:solidFill>
                  <a:schemeClr val="tx1"/>
                </a:solidFill>
                <a:latin typeface="+mn-lt"/>
                <a:ea typeface="+mn-ea"/>
                <a:cs typeface="+mn-cs"/>
              </a:rPr>
              <a:t>an order of magnitude or more of difference between ULTs and KLTs and similarly between KLTs and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Some operating systems provide a combined ULT/ </a:t>
            </a:r>
            <a:r>
              <a:rPr lang="en-US" sz="1200" i="0" kern="1200" baseline="0" dirty="0">
                <a:solidFill>
                  <a:schemeClr val="tx1"/>
                </a:solidFill>
                <a:latin typeface="+mn-lt"/>
                <a:ea typeface="+mn-ea"/>
                <a:cs typeface="+mn-cs"/>
              </a:rPr>
              <a:t>KLT facility ( Figure 4.5c ). In a combined system, thread creation is done completely in user space, as </a:t>
            </a:r>
            <a:r>
              <a:rPr lang="en-US" sz="1200" kern="1200" baseline="0" dirty="0">
                <a:solidFill>
                  <a:schemeClr val="tx1"/>
                </a:solidFill>
                <a:latin typeface="+mn-lt"/>
                <a:ea typeface="+mn-ea"/>
                <a:cs typeface="+mn-cs"/>
              </a:rPr>
              <a:t>is the bulk of the scheduling and synchronization of threads within an application. The multiple ULTs from a single application are mapped onto some (smaller or equal) number of KLTs. The programmer may adjust the number of KLTs for a particular application and processor to achieve the best overall results. In a combined approach, multiple threads within the same application can run in parallel on multiple processors, and a blocking system call need not block the entire process. If properly designed, this approach should combine the advantages of the pure ULT and KLT approaches while minimizing the disadvantages. Solaris is a good example of an OS using this combined approach. The current Solaris version limits the ULT/KLT relationship to be one-to-one.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fontScale="55000" lnSpcReduction="20000"/>
          </a:bodyPr>
          <a:lstStyle/>
          <a:p>
            <a:r>
              <a:rPr lang="en-GB" sz="2000" b="1" i="0" dirty="0">
                <a:solidFill>
                  <a:srgbClr val="454545"/>
                </a:solidFill>
                <a:effectLst/>
                <a:latin typeface="Open Sans" panose="020B0606030504020204" pitchFamily="34" charset="0"/>
              </a:rPr>
              <a:t>Ra</a:t>
            </a:r>
            <a:r>
              <a:rPr lang="en-GB" sz="2000" b="0" i="0" dirty="0">
                <a:solidFill>
                  <a:srgbClr val="454545"/>
                </a:solidFill>
                <a:effectLst/>
                <a:latin typeface="Open Sans" panose="020B0606030504020204" pitchFamily="34" charset="0"/>
              </a:rPr>
              <a:t> is a native, minimal kernel for the Clouds distributed operating system</a:t>
            </a:r>
            <a:endParaRPr lang="en-GB" sz="1600" b="1" i="0" dirty="0">
              <a:solidFill>
                <a:srgbClr val="202122"/>
              </a:solidFill>
              <a:effectLst/>
              <a:latin typeface="Arial" panose="020B0604020202020204" pitchFamily="34" charset="0"/>
            </a:endParaRPr>
          </a:p>
          <a:p>
            <a:r>
              <a:rPr lang="en-GB" sz="1600" b="1" i="0" dirty="0">
                <a:solidFill>
                  <a:srgbClr val="202122"/>
                </a:solidFill>
                <a:effectLst/>
                <a:latin typeface="Arial" panose="020B0604020202020204" pitchFamily="34" charset="0"/>
              </a:rPr>
              <a:t>TRIX</a:t>
            </a:r>
            <a:r>
              <a:rPr lang="en-GB" sz="1600" b="0" i="0" dirty="0">
                <a:solidFill>
                  <a:srgbClr val="202122"/>
                </a:solidFill>
                <a:effectLst/>
                <a:latin typeface="Arial" panose="020B0604020202020204" pitchFamily="34" charset="0"/>
              </a:rPr>
              <a:t> is a network-oriented </a:t>
            </a:r>
            <a:r>
              <a:rPr lang="en-GB" sz="1600" b="0" i="0" u="none" strike="noStrike" dirty="0">
                <a:solidFill>
                  <a:srgbClr val="DD3333"/>
                </a:solidFill>
                <a:effectLst/>
                <a:latin typeface="Arial" panose="020B0604020202020204" pitchFamily="34" charset="0"/>
                <a:hlinkClick r:id="rId3" tooltip="Research operating system (page does not exist)"/>
              </a:rPr>
              <a:t>research operating system</a:t>
            </a:r>
            <a:r>
              <a:rPr lang="en-GB" sz="1600" b="0" i="0" dirty="0">
                <a:solidFill>
                  <a:srgbClr val="202122"/>
                </a:solidFill>
                <a:effectLst/>
                <a:latin typeface="Arial" panose="020B0604020202020204" pitchFamily="34" charset="0"/>
              </a:rPr>
              <a:t> developed in the late 1970s at </a:t>
            </a:r>
            <a:r>
              <a:rPr lang="en-GB" sz="1600" b="0" i="0" u="none" strike="noStrike" dirty="0">
                <a:solidFill>
                  <a:srgbClr val="3366CC"/>
                </a:solidFill>
                <a:effectLst/>
                <a:latin typeface="Arial" panose="020B0604020202020204" pitchFamily="34" charset="0"/>
                <a:hlinkClick r:id="rId4" tooltip="Massachusetts Institute of Technology"/>
              </a:rPr>
              <a:t>MIT</a:t>
            </a:r>
            <a:r>
              <a:rPr lang="en-GB" sz="1600" b="0" i="0" dirty="0">
                <a:solidFill>
                  <a:srgbClr val="202122"/>
                </a:solidFill>
                <a:effectLst/>
                <a:latin typeface="Arial" panose="020B0604020202020204" pitchFamily="34" charset="0"/>
              </a:rPr>
              <a:t>'s </a:t>
            </a:r>
            <a:r>
              <a:rPr lang="en-GB" sz="1600" b="0" i="0" u="none" strike="noStrike" dirty="0">
                <a:solidFill>
                  <a:srgbClr val="3366CC"/>
                </a:solidFill>
                <a:effectLst/>
                <a:latin typeface="Arial" panose="020B0604020202020204" pitchFamily="34" charset="0"/>
                <a:hlinkClick r:id="rId5" tooltip="Laboratory for Computer Science"/>
              </a:rPr>
              <a:t>Laboratory for Computer Science</a:t>
            </a:r>
            <a:r>
              <a:rPr lang="en-GB" sz="1600" b="0" i="0" dirty="0">
                <a:solidFill>
                  <a:srgbClr val="202122"/>
                </a:solidFill>
                <a:effectLst/>
                <a:latin typeface="Arial" panose="020B0604020202020204" pitchFamily="34" charset="0"/>
              </a:rPr>
              <a:t> (LCS) by Professor </a:t>
            </a:r>
            <a:r>
              <a:rPr lang="en-GB" sz="1600" b="0" i="0" u="none" strike="noStrike" dirty="0">
                <a:solidFill>
                  <a:srgbClr val="3366CC"/>
                </a:solidFill>
                <a:effectLst/>
                <a:latin typeface="Arial" panose="020B0604020202020204" pitchFamily="34" charset="0"/>
                <a:hlinkClick r:id="rId6" tooltip="Steve Ward (computer scientist)"/>
              </a:rPr>
              <a:t>Steve Ward</a:t>
            </a:r>
            <a:r>
              <a:rPr lang="en-GB" sz="1600" b="0" i="0" dirty="0">
                <a:solidFill>
                  <a:srgbClr val="202122"/>
                </a:solidFill>
                <a:effectLst/>
                <a:latin typeface="Arial" panose="020B0604020202020204" pitchFamily="34" charset="0"/>
              </a:rPr>
              <a:t> and his research group.</a:t>
            </a:r>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we have said, the concepts of resource allocation and dispatching unit have traditionally been embodied in the single concept of the process—that is, as a 1 : 1 relationship between threads and processes. Recently, there has been much interest in providing for multiple threads within a single process, which is a many-to-one relationship. However, as Table 4.2 shows, the other two combinations have also been investigated, namely, a many-to-many relationship and a one-to-many relationship.</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idea of having a many-to-many relationship between threads and processes has been explored in the experimental operating system TRIX [PAZZ92, WARD80]. In TRIX, there are the concepts of domain and thread. A domain is a static entity, consisting of an address space and “ports” through which messages may be sent and received. A thread is a single execution path, with an execution stack, processor state, and scheduling information.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with the multithreading approaches discussed so far, multiple threads may execute in a single domain, providing the efficiency gains discussed earlier. However, it is also possible for a single user activity, or application, to be performed in multiple domains. In this case, a thread exists that can move from one domain to another.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In addition to general-purpose server software, a number of classes of applications benefit directly from the ability to scale throughput with the number of cores. [MCDO06] lists the following examples: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Multithreaded native applications: </a:t>
            </a:r>
          </a:p>
          <a:p>
            <a:r>
              <a:rPr lang="en-US" sz="1200" b="0" kern="1200" baseline="0" dirty="0">
                <a:solidFill>
                  <a:schemeClr val="tx1"/>
                </a:solidFill>
                <a:latin typeface="+mn-lt"/>
                <a:ea typeface="+mn-ea"/>
                <a:cs typeface="+mn-cs"/>
              </a:rPr>
              <a:t>Multithreaded applications are characterized</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by having a small number of highly threaded processes. Examples of threaded applications include Lotus Domino or Siebel CRM (Customer Relationship Manager).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Multiprocess applications: </a:t>
            </a:r>
          </a:p>
          <a:p>
            <a:r>
              <a:rPr lang="en-US" sz="1200" b="0" kern="1200" baseline="0" dirty="0">
                <a:solidFill>
                  <a:schemeClr val="tx1"/>
                </a:solidFill>
                <a:latin typeface="+mn-lt"/>
                <a:ea typeface="+mn-ea"/>
                <a:cs typeface="+mn-cs"/>
              </a:rPr>
              <a:t>Multiprocess applications are characterized by</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the presence of many single-threaded processes. Examples of multiprocess applications include the Oracle database, SAP, and PeopleSoft.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Java applications:</a:t>
            </a:r>
          </a:p>
          <a:p>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Java applications embrace threading in a fundamental way. </a:t>
            </a:r>
            <a:r>
              <a:rPr lang="en-US" sz="1200" kern="1200" baseline="0" dirty="0">
                <a:solidFill>
                  <a:schemeClr val="tx1"/>
                </a:solidFill>
                <a:latin typeface="+mn-lt"/>
                <a:ea typeface="+mn-ea"/>
                <a:cs typeface="+mn-cs"/>
              </a:rPr>
              <a:t>Not only does the Java language greatly facilitate multithreaded applications, but the Java Virtual Machine is a multithreaded process that provides scheduling and memory management for Java applications. Java applications that can benefit directly from multicore resources include application servers such</a:t>
            </a:r>
          </a:p>
          <a:p>
            <a:r>
              <a:rPr lang="en-US" sz="1200" kern="1200" baseline="0" dirty="0">
                <a:solidFill>
                  <a:schemeClr val="tx1"/>
                </a:solidFill>
                <a:latin typeface="+mn-lt"/>
                <a:ea typeface="+mn-ea"/>
                <a:cs typeface="+mn-cs"/>
              </a:rPr>
              <a:t>as Sun’s Java Application Server, BEA’s Weblogic, IBM’s Websphere, and the open-source Tomcat application server. All applications that use a Java 2 Platform, Enterprise Edition (J2EE platform) application server can immediately benefit from multicore technology.</a:t>
            </a:r>
          </a:p>
          <a:p>
            <a:endParaRPr lang="en-US" sz="1200" b="1" kern="1200" baseline="0" dirty="0">
              <a:solidFill>
                <a:schemeClr val="tx1"/>
              </a:solidFill>
              <a:latin typeface="+mn-lt"/>
              <a:ea typeface="+mn-ea"/>
              <a:cs typeface="+mn-cs"/>
            </a:endParaRPr>
          </a:p>
          <a:p>
            <a:r>
              <a:rPr lang="en-US" sz="1200" b="1" kern="1200" baseline="0" dirty="0" err="1">
                <a:solidFill>
                  <a:schemeClr val="tx1"/>
                </a:solidFill>
                <a:latin typeface="+mn-lt"/>
                <a:ea typeface="+mn-ea"/>
                <a:cs typeface="+mn-cs"/>
              </a:rPr>
              <a:t>Multiinstance</a:t>
            </a:r>
            <a:r>
              <a:rPr lang="en-US" sz="1200" b="1" kern="1200" baseline="0" dirty="0">
                <a:solidFill>
                  <a:schemeClr val="tx1"/>
                </a:solidFill>
                <a:latin typeface="+mn-lt"/>
                <a:ea typeface="+mn-ea"/>
                <a:cs typeface="+mn-cs"/>
              </a:rPr>
              <a:t> applications:</a:t>
            </a:r>
          </a:p>
          <a:p>
            <a:r>
              <a:rPr lang="en-US" sz="1200" b="0" kern="1200" baseline="0" dirty="0">
                <a:solidFill>
                  <a:schemeClr val="tx1"/>
                </a:solidFill>
                <a:latin typeface="+mn-lt"/>
                <a:ea typeface="+mn-ea"/>
                <a:cs typeface="+mn-cs"/>
              </a:rPr>
              <a:t> Even if an individual application does not scale </a:t>
            </a:r>
            <a:r>
              <a:rPr lang="en-US" sz="1200" kern="1200" baseline="0" dirty="0">
                <a:solidFill>
                  <a:schemeClr val="tx1"/>
                </a:solidFill>
                <a:latin typeface="+mn-lt"/>
                <a:ea typeface="+mn-ea"/>
                <a:cs typeface="+mn-cs"/>
              </a:rPr>
              <a:t>to take advantage of a large number of threads, it is still possible to gain from multicore architecture by running multiple instances of the application in parallel. If multiple application instances require some degree of isolation, virtualization technology (for the hardware of the operating system) can be  used to provide each of them with its own separate and secure environment.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Windows process design is driven by the need to provide support for a variety of OS environments. Processes supported by different OS environments differ in a number</a:t>
            </a:r>
          </a:p>
          <a:p>
            <a:r>
              <a:rPr lang="en-US" sz="1200" kern="1200" baseline="0" dirty="0">
                <a:solidFill>
                  <a:schemeClr val="tx1"/>
                </a:solidFill>
                <a:latin typeface="+mn-lt"/>
                <a:ea typeface="+mn-ea"/>
                <a:cs typeface="+mn-cs"/>
              </a:rPr>
              <a:t>of ways, including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 processes are named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threads are provided within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 processes are represented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 process resources are protected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What mechanisms are used for interprocess communication and synchronization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 processes are related to each other</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object-oriented structure of Windows facilitates the development of a general- purpose process facility. Windows makes use of two types of process-related objects: processes and threads. A process is an entity corresponding to a user job or application that owns resources, such as memory and open files. A thread is a dispatchable unit of work that executes sequentially and is interruptible, so that the processor can turn to another thread.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Windows supports concurrency among processes because threads in different processes may execute concurrently (appear to run at the same time). Moreover, multiple threads within the same process may be allocated to separate processors and execute simultaneously (actually run at the same time). A multithreaded process achieves concurrency without the overhead of using multiple processes. Threads within the same process can exchange information through their common address space and have access to the shared resources of the process. Threads in different processes can exchange information through shared memory that has been set up between the two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object-oriented multithreaded process is an efficient means of implementing a server application. For example, one server process can service a number of clients concurrently.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Most operating systems contain two fundamental forms of concurrent activity: processes and interrupts. Processes (or threads) cooperate with each other and manage the use of shared data structures by means of a variety of primitives that enforce mutual exclusion (only one process at a time can execute certain code or access certain data) and that synchronize their execution. Interrupts are synchronized by preventing their handling for a period of time. Solaris unifies these two concepts into a single model, namely kernel threads and the mechanisms</a:t>
            </a:r>
          </a:p>
          <a:p>
            <a:r>
              <a:rPr lang="en-US" sz="1200" kern="1200" baseline="0" dirty="0">
                <a:solidFill>
                  <a:schemeClr val="tx1"/>
                </a:solidFill>
                <a:latin typeface="+mn-lt"/>
                <a:ea typeface="+mn-ea"/>
                <a:cs typeface="+mn-cs"/>
              </a:rPr>
              <a:t>for scheduling and executing kernel threads. To do this, interrupts are converted to kernel threads.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motivation for converting interrupts to threads is to reduce overhead. Interrupt handlers often manipulate data shared by the rest of the kernel. Therefore, while a kernel routine that accesses such data is executing, interrupts must be blocked, even though most interrupts will not affect that data. Typically, the way this is done is for the routine to set the interrupt priority level higher to block interrupts and then lower the priority level after access is completed. These operations take time. The problem is magnified on a multiprocessor system. The kernel must protect more objects and may need to block interrupts on all processors.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The default allocation of processes and threads to an application is a single process</a:t>
            </a:r>
          </a:p>
          <a:p>
            <a:r>
              <a:rPr lang="en-US" sz="1200" kern="1200" baseline="0" dirty="0">
                <a:solidFill>
                  <a:schemeClr val="tx1"/>
                </a:solidFill>
                <a:latin typeface="+mn-lt"/>
                <a:ea typeface="+mn-ea"/>
                <a:cs typeface="+mn-cs"/>
              </a:rPr>
              <a:t>and a single thread. All of the components of the application run on the single</a:t>
            </a:r>
          </a:p>
          <a:p>
            <a:r>
              <a:rPr lang="en-US" sz="1200" kern="1200" baseline="0" dirty="0">
                <a:solidFill>
                  <a:schemeClr val="tx1"/>
                </a:solidFill>
                <a:latin typeface="+mn-lt"/>
                <a:ea typeface="+mn-ea"/>
                <a:cs typeface="+mn-cs"/>
              </a:rPr>
              <a:t>thread of the single process for that application. To avoid slowing down the user</a:t>
            </a:r>
          </a:p>
          <a:p>
            <a:r>
              <a:rPr lang="en-US" sz="1200" kern="1200" baseline="0" dirty="0">
                <a:solidFill>
                  <a:schemeClr val="tx1"/>
                </a:solidFill>
                <a:latin typeface="+mn-lt"/>
                <a:ea typeface="+mn-ea"/>
                <a:cs typeface="+mn-cs"/>
              </a:rPr>
              <a:t>interface when slow and/or blocking operations occur in a component, the developer</a:t>
            </a:r>
          </a:p>
          <a:p>
            <a:r>
              <a:rPr lang="en-US" sz="1200" kern="1200" baseline="0" dirty="0">
                <a:solidFill>
                  <a:schemeClr val="tx1"/>
                </a:solidFill>
                <a:latin typeface="+mn-lt"/>
                <a:ea typeface="+mn-ea"/>
                <a:cs typeface="+mn-cs"/>
              </a:rPr>
              <a:t>can create multiple threads within a process and/or multiple processes within</a:t>
            </a:r>
          </a:p>
          <a:p>
            <a:r>
              <a:rPr lang="en-US" sz="1200" kern="1200" baseline="0" dirty="0">
                <a:solidFill>
                  <a:schemeClr val="tx1"/>
                </a:solidFill>
                <a:latin typeface="+mn-lt"/>
                <a:ea typeface="+mn-ea"/>
                <a:cs typeface="+mn-cs"/>
              </a:rPr>
              <a:t>an application. In any case, all processes and their threads for a given application</a:t>
            </a:r>
          </a:p>
          <a:p>
            <a:r>
              <a:rPr lang="en-US" sz="1200" kern="1200" baseline="0" dirty="0">
                <a:solidFill>
                  <a:schemeClr val="tx1"/>
                </a:solidFill>
                <a:latin typeface="+mn-lt"/>
                <a:ea typeface="+mn-ea"/>
                <a:cs typeface="+mn-cs"/>
              </a:rPr>
              <a:t>execute within the same virtual machine.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order to reclaim memory in a system that is becoming heavily loaded, the</a:t>
            </a:r>
          </a:p>
          <a:p>
            <a:r>
              <a:rPr lang="en-US" sz="1200" kern="1200" baseline="0" dirty="0">
                <a:solidFill>
                  <a:schemeClr val="tx1"/>
                </a:solidFill>
                <a:latin typeface="+mn-lt"/>
                <a:ea typeface="+mn-ea"/>
                <a:cs typeface="+mn-cs"/>
              </a:rPr>
              <a:t>system may kill one or more processes. As was discussed in the preceding section,</a:t>
            </a:r>
          </a:p>
          <a:p>
            <a:r>
              <a:rPr lang="en-US" sz="1200" kern="1200" baseline="0" dirty="0">
                <a:solidFill>
                  <a:schemeClr val="tx1"/>
                </a:solidFill>
                <a:latin typeface="+mn-lt"/>
                <a:ea typeface="+mn-ea"/>
                <a:cs typeface="+mn-cs"/>
              </a:rPr>
              <a:t>when a process is killed, one or more of the activities supported by that process</a:t>
            </a:r>
          </a:p>
          <a:p>
            <a:r>
              <a:rPr lang="en-US" sz="1200" kern="1200" baseline="0" dirty="0">
                <a:solidFill>
                  <a:schemeClr val="tx1"/>
                </a:solidFill>
                <a:latin typeface="+mn-lt"/>
                <a:ea typeface="+mn-ea"/>
                <a:cs typeface="+mn-cs"/>
              </a:rPr>
              <a:t>are also killed. A precedence hierarchy is used to determine which process or</a:t>
            </a:r>
          </a:p>
          <a:p>
            <a:r>
              <a:rPr lang="en-US" sz="1200" kern="1200" baseline="0" dirty="0">
                <a:solidFill>
                  <a:schemeClr val="tx1"/>
                </a:solidFill>
                <a:latin typeface="+mn-lt"/>
                <a:ea typeface="+mn-ea"/>
                <a:cs typeface="+mn-cs"/>
              </a:rPr>
              <a:t>processes to kill in order to reclaim needed resources. Every process exists at a</a:t>
            </a:r>
          </a:p>
          <a:p>
            <a:r>
              <a:rPr lang="en-US" sz="1200" kern="1200" baseline="0" dirty="0">
                <a:solidFill>
                  <a:schemeClr val="tx1"/>
                </a:solidFill>
                <a:latin typeface="+mn-lt"/>
                <a:ea typeface="+mn-ea"/>
                <a:cs typeface="+mn-cs"/>
              </a:rPr>
              <a:t>particular level of the hierarchy at any given time, and processes are killed beginning</a:t>
            </a:r>
          </a:p>
          <a:p>
            <a:r>
              <a:rPr lang="en-US" sz="1200" kern="1200" baseline="0" dirty="0">
                <a:solidFill>
                  <a:schemeClr val="tx1"/>
                </a:solidFill>
                <a:latin typeface="+mn-lt"/>
                <a:ea typeface="+mn-ea"/>
                <a:cs typeface="+mn-cs"/>
              </a:rPr>
              <a:t>with the lowest precedence first. The levels of the hierarchy, in descending</a:t>
            </a:r>
          </a:p>
          <a:p>
            <a:r>
              <a:rPr lang="en-US" sz="1200" kern="1200" baseline="0" dirty="0">
                <a:solidFill>
                  <a:schemeClr val="tx1"/>
                </a:solidFill>
                <a:latin typeface="+mn-lt"/>
                <a:ea typeface="+mn-ea"/>
                <a:cs typeface="+mn-cs"/>
              </a:rPr>
              <a:t>order of precedence, 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Foreground process:  A process that is required for what the user is currently</a:t>
            </a:r>
          </a:p>
          <a:p>
            <a:r>
              <a:rPr lang="en-US" sz="1200" kern="1200" baseline="0" dirty="0">
                <a:solidFill>
                  <a:schemeClr val="tx1"/>
                </a:solidFill>
                <a:latin typeface="+mn-lt"/>
                <a:ea typeface="+mn-ea"/>
                <a:cs typeface="+mn-cs"/>
              </a:rPr>
              <a:t>doing. More than one process at a time can be a foreground process.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Visible process:  A process that hosts a component that is not in the foreground,</a:t>
            </a:r>
          </a:p>
          <a:p>
            <a:r>
              <a:rPr lang="en-US" sz="1200" kern="1200" baseline="0" dirty="0">
                <a:solidFill>
                  <a:schemeClr val="tx1"/>
                </a:solidFill>
                <a:latin typeface="+mn-lt"/>
                <a:ea typeface="+mn-ea"/>
                <a:cs typeface="+mn-cs"/>
              </a:rPr>
              <a:t>but still visible to the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Service process:  A process running a service that does not fall into either of</a:t>
            </a:r>
          </a:p>
          <a:p>
            <a:r>
              <a:rPr lang="en-US" sz="1200" kern="1200" baseline="0" dirty="0">
                <a:solidFill>
                  <a:schemeClr val="tx1"/>
                </a:solidFill>
                <a:latin typeface="+mn-lt"/>
                <a:ea typeface="+mn-ea"/>
                <a:cs typeface="+mn-cs"/>
              </a:rPr>
              <a:t>the higher categories. Examples are playing music in the background or downloading</a:t>
            </a:r>
          </a:p>
          <a:p>
            <a:r>
              <a:rPr lang="en-US" sz="1200" kern="1200" baseline="0" dirty="0">
                <a:solidFill>
                  <a:schemeClr val="tx1"/>
                </a:solidFill>
                <a:latin typeface="+mn-lt"/>
                <a:ea typeface="+mn-ea"/>
                <a:cs typeface="+mn-cs"/>
              </a:rPr>
              <a:t>data on the network.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Background process:  A process hosting an activity in the Stopped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Empty process:  A process that doesn’t hold any active application components.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only reason to keep this kind of process alive is for caching purposes, to</a:t>
            </a:r>
          </a:p>
          <a:p>
            <a:r>
              <a:rPr lang="en-US" sz="1200" kern="1200" baseline="0" dirty="0">
                <a:solidFill>
                  <a:schemeClr val="tx1"/>
                </a:solidFill>
                <a:latin typeface="+mn-lt"/>
                <a:ea typeface="+mn-ea"/>
                <a:cs typeface="+mn-cs"/>
              </a:rPr>
              <a:t>improve startup time the next time a component needs to run in it.</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400" kern="1200" baseline="0" dirty="0">
                <a:solidFill>
                  <a:schemeClr val="tx1"/>
                </a:solidFill>
                <a:latin typeface="+mn-lt"/>
                <a:ea typeface="+mn-ea"/>
                <a:cs typeface="+mn-cs"/>
              </a:rPr>
              <a:t>Foreground process: For</a:t>
            </a:r>
          </a:p>
          <a:p>
            <a:r>
              <a:rPr lang="en-US" sz="1400" kern="1200" baseline="0" dirty="0">
                <a:solidFill>
                  <a:schemeClr val="tx1"/>
                </a:solidFill>
                <a:latin typeface="+mn-lt"/>
                <a:ea typeface="+mn-ea"/>
                <a:cs typeface="+mn-cs"/>
              </a:rPr>
              <a:t>example, both the process that hosts the activity that the user is interacting</a:t>
            </a:r>
          </a:p>
          <a:p>
            <a:r>
              <a:rPr lang="en-US" sz="1400" kern="1200" baseline="0" dirty="0">
                <a:solidFill>
                  <a:schemeClr val="tx1"/>
                </a:solidFill>
                <a:latin typeface="+mn-lt"/>
                <a:ea typeface="+mn-ea"/>
                <a:cs typeface="+mn-cs"/>
              </a:rPr>
              <a:t>with (activity in Resumed state) and the process that hosts a service that is</a:t>
            </a:r>
          </a:p>
          <a:p>
            <a:r>
              <a:rPr lang="en-US" sz="1400" kern="1200" baseline="0" dirty="0">
                <a:solidFill>
                  <a:schemeClr val="tx1"/>
                </a:solidFill>
                <a:latin typeface="+mn-lt"/>
                <a:ea typeface="+mn-ea"/>
                <a:cs typeface="+mn-cs"/>
              </a:rPr>
              <a:t>bound to the activity that the user is interacting with are foreground processes.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r>
              <a:rPr lang="en-US" dirty="0"/>
              <a:t>Chapter</a:t>
            </a:r>
            <a:r>
              <a:rPr lang="en-US" baseline="0" dirty="0"/>
              <a:t> 4 summary.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9949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75254" y="2505225"/>
            <a:ext cx="12186206" cy="1728641"/>
          </a:xfrm>
        </p:spPr>
        <p:txBody>
          <a:bodyPr/>
          <a:lstStyle/>
          <a:p>
            <a:r>
              <a:rPr lang="en-US"/>
              <a:t>Click to edit Master title style</a:t>
            </a:r>
          </a:p>
        </p:txBody>
      </p:sp>
      <p:sp>
        <p:nvSpPr>
          <p:cNvPr id="3" name="Subtitle 2"/>
          <p:cNvSpPr>
            <a:spLocks noGrp="1"/>
          </p:cNvSpPr>
          <p:nvPr>
            <p:ph type="subTitle" idx="1"/>
          </p:nvPr>
        </p:nvSpPr>
        <p:spPr>
          <a:xfrm>
            <a:off x="2150507" y="4569883"/>
            <a:ext cx="10035700" cy="2060928"/>
          </a:xfrm>
        </p:spPr>
        <p:txBody>
          <a:bodyPr/>
          <a:lstStyle>
            <a:lvl1pPr marL="0" indent="0" algn="ctr">
              <a:buNone/>
              <a:defRPr>
                <a:solidFill>
                  <a:schemeClr val="tx1">
                    <a:tint val="75000"/>
                  </a:schemeClr>
                </a:solidFill>
              </a:defRPr>
            </a:lvl1pPr>
            <a:lvl2pPr marL="472516" indent="0" algn="ctr">
              <a:buNone/>
              <a:defRPr>
                <a:solidFill>
                  <a:schemeClr val="tx1">
                    <a:tint val="75000"/>
                  </a:schemeClr>
                </a:solidFill>
              </a:defRPr>
            </a:lvl2pPr>
            <a:lvl3pPr marL="945032" indent="0" algn="ctr">
              <a:buNone/>
              <a:defRPr>
                <a:solidFill>
                  <a:schemeClr val="tx1">
                    <a:tint val="75000"/>
                  </a:schemeClr>
                </a:solidFill>
              </a:defRPr>
            </a:lvl3pPr>
            <a:lvl4pPr marL="1417549" indent="0" algn="ctr">
              <a:buNone/>
              <a:defRPr>
                <a:solidFill>
                  <a:schemeClr val="tx1">
                    <a:tint val="75000"/>
                  </a:schemeClr>
                </a:solidFill>
              </a:defRPr>
            </a:lvl4pPr>
            <a:lvl5pPr marL="1890065" indent="0" algn="ctr">
              <a:buNone/>
              <a:defRPr>
                <a:solidFill>
                  <a:schemeClr val="tx1">
                    <a:tint val="75000"/>
                  </a:schemeClr>
                </a:solidFill>
              </a:defRPr>
            </a:lvl5pPr>
            <a:lvl6pPr marL="2362581" indent="0" algn="ctr">
              <a:buNone/>
              <a:defRPr>
                <a:solidFill>
                  <a:schemeClr val="tx1">
                    <a:tint val="75000"/>
                  </a:schemeClr>
                </a:solidFill>
              </a:defRPr>
            </a:lvl6pPr>
            <a:lvl7pPr marL="2835097" indent="0" algn="ctr">
              <a:buNone/>
              <a:defRPr>
                <a:solidFill>
                  <a:schemeClr val="tx1">
                    <a:tint val="75000"/>
                  </a:schemeClr>
                </a:solidFill>
              </a:defRPr>
            </a:lvl7pPr>
            <a:lvl8pPr marL="3307613" indent="0" algn="ctr">
              <a:buNone/>
              <a:defRPr>
                <a:solidFill>
                  <a:schemeClr val="tx1">
                    <a:tint val="75000"/>
                  </a:schemeClr>
                </a:solidFill>
              </a:defRPr>
            </a:lvl8pPr>
            <a:lvl9pPr marL="378013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0F0DEFE0-442F-9247-A210-65A7A3BA8C3F}"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07B69EC-ED5B-9B48-B12F-5E53C8F6E1FF}"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32501" y="5182191"/>
            <a:ext cx="12186206" cy="1601699"/>
          </a:xfrm>
        </p:spPr>
        <p:txBody>
          <a:bodyPr anchor="t"/>
          <a:lstStyle>
            <a:lvl1pPr algn="l">
              <a:defRPr sz="4134" b="1" cap="all"/>
            </a:lvl1pPr>
          </a:lstStyle>
          <a:p>
            <a:r>
              <a:rPr lang="en-US"/>
              <a:t>Click to edit Master title style</a:t>
            </a:r>
          </a:p>
        </p:txBody>
      </p:sp>
      <p:sp>
        <p:nvSpPr>
          <p:cNvPr id="3" name="Text Placeholder 2"/>
          <p:cNvSpPr>
            <a:spLocks noGrp="1"/>
          </p:cNvSpPr>
          <p:nvPr>
            <p:ph type="body" idx="1"/>
          </p:nvPr>
        </p:nvSpPr>
        <p:spPr>
          <a:xfrm>
            <a:off x="1132501" y="3418081"/>
            <a:ext cx="12186206" cy="1764109"/>
          </a:xfrm>
        </p:spPr>
        <p:txBody>
          <a:bodyPr anchor="b"/>
          <a:lstStyle>
            <a:lvl1pPr marL="0" indent="0">
              <a:buNone/>
              <a:defRPr sz="2067">
                <a:solidFill>
                  <a:schemeClr val="tx1">
                    <a:tint val="75000"/>
                  </a:schemeClr>
                </a:solidFill>
              </a:defRPr>
            </a:lvl1pPr>
            <a:lvl2pPr marL="472516" indent="0">
              <a:buNone/>
              <a:defRPr sz="1860">
                <a:solidFill>
                  <a:schemeClr val="tx1">
                    <a:tint val="75000"/>
                  </a:schemeClr>
                </a:solidFill>
              </a:defRPr>
            </a:lvl2pPr>
            <a:lvl3pPr marL="945032" indent="0">
              <a:buNone/>
              <a:defRPr sz="1654">
                <a:solidFill>
                  <a:schemeClr val="tx1">
                    <a:tint val="75000"/>
                  </a:schemeClr>
                </a:solidFill>
              </a:defRPr>
            </a:lvl3pPr>
            <a:lvl4pPr marL="1417549" indent="0">
              <a:buNone/>
              <a:defRPr sz="1447">
                <a:solidFill>
                  <a:schemeClr val="tx1">
                    <a:tint val="75000"/>
                  </a:schemeClr>
                </a:solidFill>
              </a:defRPr>
            </a:lvl4pPr>
            <a:lvl5pPr marL="1890065" indent="0">
              <a:buNone/>
              <a:defRPr sz="1447">
                <a:solidFill>
                  <a:schemeClr val="tx1">
                    <a:tint val="75000"/>
                  </a:schemeClr>
                </a:solidFill>
              </a:defRPr>
            </a:lvl5pPr>
            <a:lvl6pPr marL="2362581" indent="0">
              <a:buNone/>
              <a:defRPr sz="1447">
                <a:solidFill>
                  <a:schemeClr val="tx1">
                    <a:tint val="75000"/>
                  </a:schemeClr>
                </a:solidFill>
              </a:defRPr>
            </a:lvl6pPr>
            <a:lvl7pPr marL="2835097" indent="0">
              <a:buNone/>
              <a:defRPr sz="1447">
                <a:solidFill>
                  <a:schemeClr val="tx1">
                    <a:tint val="75000"/>
                  </a:schemeClr>
                </a:solidFill>
              </a:defRPr>
            </a:lvl7pPr>
            <a:lvl8pPr marL="3307613" indent="0">
              <a:buNone/>
              <a:defRPr sz="1447">
                <a:solidFill>
                  <a:schemeClr val="tx1">
                    <a:tint val="75000"/>
                  </a:schemeClr>
                </a:solidFill>
              </a:defRPr>
            </a:lvl8pPr>
            <a:lvl9pPr marL="3780130" indent="0">
              <a:buNone/>
              <a:defRPr sz="144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5E1C6D7-D878-C24D-9FD4-E7AC077BBBAA}"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6836" y="1881720"/>
            <a:ext cx="6332049" cy="5322197"/>
          </a:xfrm>
        </p:spPr>
        <p:txBody>
          <a:bodyPr/>
          <a:lstStyle>
            <a:lvl1pPr>
              <a:defRPr sz="2894"/>
            </a:lvl1pPr>
            <a:lvl2pPr>
              <a:defRPr sz="2480"/>
            </a:lvl2pPr>
            <a:lvl3pPr>
              <a:defRPr sz="2067"/>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287830" y="1881720"/>
            <a:ext cx="6332049" cy="5322197"/>
          </a:xfrm>
        </p:spPr>
        <p:txBody>
          <a:bodyPr/>
          <a:lstStyle>
            <a:lvl1pPr>
              <a:defRPr sz="2894"/>
            </a:lvl1pPr>
            <a:lvl2pPr>
              <a:defRPr sz="2480"/>
            </a:lvl2pPr>
            <a:lvl3pPr>
              <a:defRPr sz="2067"/>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3216FE8-4DEF-9042-9E23-CB7C2F86E650}" type="datetime1">
              <a:rPr lang="en-GB" smtClean="0"/>
              <a:t>31/01/2024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16837" y="1805180"/>
            <a:ext cx="6334538" cy="752313"/>
          </a:xfrm>
        </p:spPr>
        <p:txBody>
          <a:bodyPr anchor="b"/>
          <a:lstStyle>
            <a:lvl1pPr marL="0" indent="0">
              <a:buNone/>
              <a:defRPr sz="2480" b="1"/>
            </a:lvl1pPr>
            <a:lvl2pPr marL="472516" indent="0">
              <a:buNone/>
              <a:defRPr sz="2067" b="1"/>
            </a:lvl2pPr>
            <a:lvl3pPr marL="945032" indent="0">
              <a:buNone/>
              <a:defRPr sz="1860" b="1"/>
            </a:lvl3pPr>
            <a:lvl4pPr marL="1417549" indent="0">
              <a:buNone/>
              <a:defRPr sz="1654" b="1"/>
            </a:lvl4pPr>
            <a:lvl5pPr marL="1890065" indent="0">
              <a:buNone/>
              <a:defRPr sz="1654" b="1"/>
            </a:lvl5pPr>
            <a:lvl6pPr marL="2362581" indent="0">
              <a:buNone/>
              <a:defRPr sz="1654" b="1"/>
            </a:lvl6pPr>
            <a:lvl7pPr marL="2835097" indent="0">
              <a:buNone/>
              <a:defRPr sz="1654" b="1"/>
            </a:lvl7pPr>
            <a:lvl8pPr marL="3307613" indent="0">
              <a:buNone/>
              <a:defRPr sz="1654" b="1"/>
            </a:lvl8pPr>
            <a:lvl9pPr marL="3780130" indent="0">
              <a:buNone/>
              <a:defRPr sz="1654" b="1"/>
            </a:lvl9pPr>
          </a:lstStyle>
          <a:p>
            <a:pPr lvl="0"/>
            <a:r>
              <a:rPr lang="en-US"/>
              <a:t>Click to edit Master text styles</a:t>
            </a:r>
          </a:p>
        </p:txBody>
      </p:sp>
      <p:sp>
        <p:nvSpPr>
          <p:cNvPr id="4" name="Content Placeholder 3"/>
          <p:cNvSpPr>
            <a:spLocks noGrp="1"/>
          </p:cNvSpPr>
          <p:nvPr>
            <p:ph sz="half" idx="2"/>
          </p:nvPr>
        </p:nvSpPr>
        <p:spPr>
          <a:xfrm>
            <a:off x="716837" y="2557492"/>
            <a:ext cx="6334538" cy="4646422"/>
          </a:xfrm>
        </p:spPr>
        <p:txBody>
          <a:bodyPr/>
          <a:lstStyle>
            <a:lvl1pPr>
              <a:defRPr sz="2480"/>
            </a:lvl1pPr>
            <a:lvl2pPr>
              <a:defRPr sz="2067"/>
            </a:lvl2pPr>
            <a:lvl3pPr>
              <a:defRPr sz="1860"/>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282854" y="1805180"/>
            <a:ext cx="6337025" cy="752313"/>
          </a:xfrm>
        </p:spPr>
        <p:txBody>
          <a:bodyPr anchor="b"/>
          <a:lstStyle>
            <a:lvl1pPr marL="0" indent="0">
              <a:buNone/>
              <a:defRPr sz="2480" b="1"/>
            </a:lvl1pPr>
            <a:lvl2pPr marL="472516" indent="0">
              <a:buNone/>
              <a:defRPr sz="2067" b="1"/>
            </a:lvl2pPr>
            <a:lvl3pPr marL="945032" indent="0">
              <a:buNone/>
              <a:defRPr sz="1860" b="1"/>
            </a:lvl3pPr>
            <a:lvl4pPr marL="1417549" indent="0">
              <a:buNone/>
              <a:defRPr sz="1654" b="1"/>
            </a:lvl4pPr>
            <a:lvl5pPr marL="1890065" indent="0">
              <a:buNone/>
              <a:defRPr sz="1654" b="1"/>
            </a:lvl5pPr>
            <a:lvl6pPr marL="2362581" indent="0">
              <a:buNone/>
              <a:defRPr sz="1654" b="1"/>
            </a:lvl6pPr>
            <a:lvl7pPr marL="2835097" indent="0">
              <a:buNone/>
              <a:defRPr sz="1654" b="1"/>
            </a:lvl7pPr>
            <a:lvl8pPr marL="3307613" indent="0">
              <a:buNone/>
              <a:defRPr sz="1654" b="1"/>
            </a:lvl8pPr>
            <a:lvl9pPr marL="3780130" indent="0">
              <a:buNone/>
              <a:defRPr sz="1654" b="1"/>
            </a:lvl9pPr>
          </a:lstStyle>
          <a:p>
            <a:pPr lvl="0"/>
            <a:r>
              <a:rPr lang="en-US"/>
              <a:t>Click to edit Master text styles</a:t>
            </a:r>
          </a:p>
        </p:txBody>
      </p:sp>
      <p:sp>
        <p:nvSpPr>
          <p:cNvPr id="6" name="Content Placeholder 5"/>
          <p:cNvSpPr>
            <a:spLocks noGrp="1"/>
          </p:cNvSpPr>
          <p:nvPr>
            <p:ph sz="quarter" idx="4"/>
          </p:nvPr>
        </p:nvSpPr>
        <p:spPr>
          <a:xfrm>
            <a:off x="7282854" y="2557492"/>
            <a:ext cx="6337025" cy="4646422"/>
          </a:xfrm>
        </p:spPr>
        <p:txBody>
          <a:bodyPr/>
          <a:lstStyle>
            <a:lvl1pPr>
              <a:defRPr sz="2480"/>
            </a:lvl1pPr>
            <a:lvl2pPr>
              <a:defRPr sz="2067"/>
            </a:lvl2pPr>
            <a:lvl3pPr>
              <a:defRPr sz="1860"/>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B9C0B87-3AA1-5247-AC6F-56416D028860}" type="datetime1">
              <a:rPr lang="en-GB" smtClean="0"/>
              <a:t>31/01/2024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8B447D0-417A-5C40-A219-55EB2248531B}" type="datetime1">
              <a:rPr lang="en-GB" smtClean="0"/>
              <a:t>31/01/2024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3F7CB78-9EBD-5348-9772-94DDBBFC22E5}" type="datetime1">
              <a:rPr lang="en-GB" smtClean="0"/>
              <a:t>31/01/2024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6838" y="321087"/>
            <a:ext cx="4716680" cy="1366485"/>
          </a:xfrm>
        </p:spPr>
        <p:txBody>
          <a:bodyPr anchor="b"/>
          <a:lstStyle>
            <a:lvl1pPr algn="l">
              <a:defRPr sz="2067" b="1"/>
            </a:lvl1pPr>
          </a:lstStyle>
          <a:p>
            <a:r>
              <a:rPr lang="en-US"/>
              <a:t>Click to edit Master title style</a:t>
            </a:r>
          </a:p>
        </p:txBody>
      </p:sp>
      <p:sp>
        <p:nvSpPr>
          <p:cNvPr id="3" name="Content Placeholder 2"/>
          <p:cNvSpPr>
            <a:spLocks noGrp="1"/>
          </p:cNvSpPr>
          <p:nvPr>
            <p:ph idx="1"/>
          </p:nvPr>
        </p:nvSpPr>
        <p:spPr>
          <a:xfrm>
            <a:off x="5605256" y="321090"/>
            <a:ext cx="8014622" cy="6882827"/>
          </a:xfrm>
        </p:spPr>
        <p:txBody>
          <a:bodyPr/>
          <a:lstStyle>
            <a:lvl1pPr>
              <a:defRPr sz="3307"/>
            </a:lvl1pPr>
            <a:lvl2pPr>
              <a:defRPr sz="2894"/>
            </a:lvl2pPr>
            <a:lvl3pPr>
              <a:defRPr sz="2480"/>
            </a:lvl3pPr>
            <a:lvl4pPr>
              <a:defRPr sz="2067"/>
            </a:lvl4pPr>
            <a:lvl5pPr>
              <a:defRPr sz="2067"/>
            </a:lvl5pPr>
            <a:lvl6pPr>
              <a:defRPr sz="2067"/>
            </a:lvl6pPr>
            <a:lvl7pPr>
              <a:defRPr sz="2067"/>
            </a:lvl7pPr>
            <a:lvl8pPr>
              <a:defRPr sz="2067"/>
            </a:lvl8pPr>
            <a:lvl9pPr>
              <a:defRPr sz="2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6838" y="1687574"/>
            <a:ext cx="4716680" cy="5516343"/>
          </a:xfrm>
        </p:spPr>
        <p:txBody>
          <a:bodyPr/>
          <a:lstStyle>
            <a:lvl1pPr marL="0" indent="0">
              <a:buNone/>
              <a:defRPr sz="1447"/>
            </a:lvl1pPr>
            <a:lvl2pPr marL="472516" indent="0">
              <a:buNone/>
              <a:defRPr sz="1240"/>
            </a:lvl2pPr>
            <a:lvl3pPr marL="945032" indent="0">
              <a:buNone/>
              <a:defRPr sz="1034"/>
            </a:lvl3pPr>
            <a:lvl4pPr marL="1417549" indent="0">
              <a:buNone/>
              <a:defRPr sz="930"/>
            </a:lvl4pPr>
            <a:lvl5pPr marL="1890065" indent="0">
              <a:buNone/>
              <a:defRPr sz="930"/>
            </a:lvl5pPr>
            <a:lvl6pPr marL="2362581" indent="0">
              <a:buNone/>
              <a:defRPr sz="930"/>
            </a:lvl6pPr>
            <a:lvl7pPr marL="2835097" indent="0">
              <a:buNone/>
              <a:defRPr sz="930"/>
            </a:lvl7pPr>
            <a:lvl8pPr marL="3307613" indent="0">
              <a:buNone/>
              <a:defRPr sz="930"/>
            </a:lvl8pPr>
            <a:lvl9pPr marL="3780130" indent="0">
              <a:buNone/>
              <a:defRPr sz="93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45C2AB4-A85D-A741-AA79-B994545F7778}" type="datetime1">
              <a:rPr lang="en-GB" smtClean="0"/>
              <a:t>31/01/2024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10096" y="5645150"/>
            <a:ext cx="8602028" cy="666442"/>
          </a:xfrm>
        </p:spPr>
        <p:txBody>
          <a:bodyPr anchor="b"/>
          <a:lstStyle>
            <a:lvl1pPr algn="l">
              <a:defRPr sz="2067" b="1"/>
            </a:lvl1pPr>
          </a:lstStyle>
          <a:p>
            <a:r>
              <a:rPr lang="en-US"/>
              <a:t>Click to edit Master title style</a:t>
            </a:r>
          </a:p>
        </p:txBody>
      </p:sp>
      <p:sp>
        <p:nvSpPr>
          <p:cNvPr id="3" name="Picture Placeholder 2"/>
          <p:cNvSpPr>
            <a:spLocks noGrp="1"/>
          </p:cNvSpPr>
          <p:nvPr>
            <p:ph type="pic" idx="1"/>
          </p:nvPr>
        </p:nvSpPr>
        <p:spPr>
          <a:xfrm>
            <a:off x="2810096" y="720578"/>
            <a:ext cx="8602028" cy="4838700"/>
          </a:xfrm>
        </p:spPr>
        <p:txBody>
          <a:bodyPr rtlCol="0">
            <a:normAutofit/>
          </a:bodyPr>
          <a:lstStyle>
            <a:lvl1pPr marL="0" indent="0">
              <a:buNone/>
              <a:defRPr sz="3307"/>
            </a:lvl1pPr>
            <a:lvl2pPr marL="472516" indent="0">
              <a:buNone/>
              <a:defRPr sz="2894"/>
            </a:lvl2pPr>
            <a:lvl3pPr marL="945032" indent="0">
              <a:buNone/>
              <a:defRPr sz="2480"/>
            </a:lvl3pPr>
            <a:lvl4pPr marL="1417549" indent="0">
              <a:buNone/>
              <a:defRPr sz="2067"/>
            </a:lvl4pPr>
            <a:lvl5pPr marL="1890065" indent="0">
              <a:buNone/>
              <a:defRPr sz="2067"/>
            </a:lvl5pPr>
            <a:lvl6pPr marL="2362581" indent="0">
              <a:buNone/>
              <a:defRPr sz="2067"/>
            </a:lvl6pPr>
            <a:lvl7pPr marL="2835097" indent="0">
              <a:buNone/>
              <a:defRPr sz="2067"/>
            </a:lvl7pPr>
            <a:lvl8pPr marL="3307613" indent="0">
              <a:buNone/>
              <a:defRPr sz="2067"/>
            </a:lvl8pPr>
            <a:lvl9pPr marL="3780130" indent="0">
              <a:buNone/>
              <a:defRPr sz="2067"/>
            </a:lvl9pPr>
          </a:lstStyle>
          <a:p>
            <a:pPr lvl="0"/>
            <a:endParaRPr lang="en-US" noProof="0" dirty="0"/>
          </a:p>
        </p:txBody>
      </p:sp>
      <p:sp>
        <p:nvSpPr>
          <p:cNvPr id="4" name="Text Placeholder 3"/>
          <p:cNvSpPr>
            <a:spLocks noGrp="1"/>
          </p:cNvSpPr>
          <p:nvPr>
            <p:ph type="body" sz="half" idx="2"/>
          </p:nvPr>
        </p:nvSpPr>
        <p:spPr>
          <a:xfrm>
            <a:off x="2810096" y="6311592"/>
            <a:ext cx="8602028" cy="946458"/>
          </a:xfrm>
        </p:spPr>
        <p:txBody>
          <a:bodyPr/>
          <a:lstStyle>
            <a:lvl1pPr marL="0" indent="0">
              <a:buNone/>
              <a:defRPr sz="1447"/>
            </a:lvl1pPr>
            <a:lvl2pPr marL="472516" indent="0">
              <a:buNone/>
              <a:defRPr sz="1240"/>
            </a:lvl2pPr>
            <a:lvl3pPr marL="945032" indent="0">
              <a:buNone/>
              <a:defRPr sz="1034"/>
            </a:lvl3pPr>
            <a:lvl4pPr marL="1417549" indent="0">
              <a:buNone/>
              <a:defRPr sz="930"/>
            </a:lvl4pPr>
            <a:lvl5pPr marL="1890065" indent="0">
              <a:buNone/>
              <a:defRPr sz="930"/>
            </a:lvl5pPr>
            <a:lvl6pPr marL="2362581" indent="0">
              <a:buNone/>
              <a:defRPr sz="930"/>
            </a:lvl6pPr>
            <a:lvl7pPr marL="2835097" indent="0">
              <a:buNone/>
              <a:defRPr sz="930"/>
            </a:lvl7pPr>
            <a:lvl8pPr marL="3307613" indent="0">
              <a:buNone/>
              <a:defRPr sz="930"/>
            </a:lvl8pPr>
            <a:lvl9pPr marL="3780130" indent="0">
              <a:buNone/>
              <a:defRPr sz="93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073CD40-42E6-7F4D-B757-9DA25EBA0C8C}" type="datetime1">
              <a:rPr lang="en-GB" smtClean="0"/>
              <a:t>31/01/2024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83AB204-6B3D-284A-A527-B5902FF02A43}"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94117" y="322956"/>
            <a:ext cx="3225760" cy="68809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6835" y="322956"/>
            <a:ext cx="9438336" cy="68809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64EFB55-8F40-9F4D-AEB5-B8D8F233811E}"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534785" y="1092335"/>
            <a:ext cx="13221635" cy="20822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075109" y="1138520"/>
            <a:ext cx="12228519" cy="1454773"/>
          </a:xfrm>
        </p:spPr>
        <p:txBody>
          <a:bodyPr anchor="b" anchorCtr="0"/>
          <a:lstStyle>
            <a:lvl1pPr algn="r">
              <a:lnSpc>
                <a:spcPts val="5168"/>
              </a:lnSpc>
              <a:defRPr sz="4754">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1075109" y="2598561"/>
            <a:ext cx="12228519" cy="548176"/>
          </a:xfrm>
        </p:spPr>
        <p:txBody>
          <a:bodyPr/>
          <a:lstStyle>
            <a:lvl1pPr marL="0" indent="0" algn="r">
              <a:lnSpc>
                <a:spcPct val="100000"/>
              </a:lnSpc>
              <a:spcBef>
                <a:spcPts val="0"/>
              </a:spcBef>
              <a:buNone/>
              <a:defRPr sz="1860">
                <a:solidFill>
                  <a:schemeClr val="tx1">
                    <a:tint val="75000"/>
                  </a:schemeClr>
                </a:solidFill>
              </a:defRPr>
            </a:lvl1pPr>
            <a:lvl2pPr marL="472516" indent="0" algn="ctr">
              <a:buNone/>
              <a:defRPr>
                <a:solidFill>
                  <a:schemeClr val="tx1">
                    <a:tint val="75000"/>
                  </a:schemeClr>
                </a:solidFill>
              </a:defRPr>
            </a:lvl2pPr>
            <a:lvl3pPr marL="945032" indent="0" algn="ctr">
              <a:buNone/>
              <a:defRPr>
                <a:solidFill>
                  <a:schemeClr val="tx1">
                    <a:tint val="75000"/>
                  </a:schemeClr>
                </a:solidFill>
              </a:defRPr>
            </a:lvl3pPr>
            <a:lvl4pPr marL="1417549" indent="0" algn="ctr">
              <a:buNone/>
              <a:defRPr>
                <a:solidFill>
                  <a:schemeClr val="tx1">
                    <a:tint val="75000"/>
                  </a:schemeClr>
                </a:solidFill>
              </a:defRPr>
            </a:lvl4pPr>
            <a:lvl5pPr marL="1890065" indent="0" algn="ctr">
              <a:buNone/>
              <a:defRPr>
                <a:solidFill>
                  <a:schemeClr val="tx1">
                    <a:tint val="75000"/>
                  </a:schemeClr>
                </a:solidFill>
              </a:defRPr>
            </a:lvl5pPr>
            <a:lvl6pPr marL="2362581" indent="0" algn="ctr">
              <a:buNone/>
              <a:defRPr>
                <a:solidFill>
                  <a:schemeClr val="tx1">
                    <a:tint val="75000"/>
                  </a:schemeClr>
                </a:solidFill>
              </a:defRPr>
            </a:lvl6pPr>
            <a:lvl7pPr marL="2835097" indent="0" algn="ctr">
              <a:buNone/>
              <a:defRPr>
                <a:solidFill>
                  <a:schemeClr val="tx1">
                    <a:tint val="75000"/>
                  </a:schemeClr>
                </a:solidFill>
              </a:defRPr>
            </a:lvl7pPr>
            <a:lvl8pPr marL="3307613" indent="0" algn="ctr">
              <a:buNone/>
              <a:defRPr>
                <a:solidFill>
                  <a:schemeClr val="tx1">
                    <a:tint val="75000"/>
                  </a:schemeClr>
                </a:solidFill>
              </a:defRPr>
            </a:lvl8pPr>
            <a:lvl9pPr marL="378013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2FC3E585-03EB-0E40-B5F8-D26CE4A00426}" type="datetime1">
              <a:rPr lang="en-GB" smtClean="0"/>
              <a:t>31/01/2024</a:t>
            </a:fld>
            <a:endParaRPr lang="en-US" dirty="0"/>
          </a:p>
        </p:txBody>
      </p:sp>
      <p:sp>
        <p:nvSpPr>
          <p:cNvPr id="6" name="Slide Number Placeholder 5"/>
          <p:cNvSpPr>
            <a:spLocks noGrp="1"/>
          </p:cNvSpPr>
          <p:nvPr>
            <p:ph type="sldNum" sz="quarter" idx="12"/>
          </p:nvPr>
        </p:nvSpPr>
        <p:spPr>
          <a:xfrm>
            <a:off x="6750204" y="7635142"/>
            <a:ext cx="836308" cy="429360"/>
          </a:xfrm>
        </p:spPr>
        <p:txBody>
          <a:bodyPr vert="horz" lIns="91440" tIns="45720" rIns="91440" bIns="45720" rtlCol="0" anchor="ctr"/>
          <a:lstStyle>
            <a:lvl1pPr marL="0" algn="ctr" defTabSz="945032" rtl="0" eaLnBrk="1" latinLnBrk="0" hangingPunct="1">
              <a:defRPr sz="1137"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501786" y="376344"/>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716837" y="960499"/>
            <a:ext cx="12903041" cy="13978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716837" y="537634"/>
            <a:ext cx="12903041" cy="419389"/>
          </a:xfrm>
          <a:prstGeom prst="rect">
            <a:avLst/>
          </a:prstGeom>
        </p:spPr>
      </p:pic>
      <p:pic>
        <p:nvPicPr>
          <p:cNvPr id="10" name="Picture 9" descr="TitleSlideBottom.jpg"/>
          <p:cNvPicPr>
            <a:picLocks noChangeAspect="1"/>
          </p:cNvPicPr>
          <p:nvPr/>
        </p:nvPicPr>
        <p:blipFill>
          <a:blip r:embed="rId3"/>
          <a:stretch>
            <a:fillRect/>
          </a:stretch>
        </p:blipFill>
        <p:spPr>
          <a:xfrm>
            <a:off x="716837" y="3175708"/>
            <a:ext cx="12903041" cy="4351160"/>
          </a:xfrm>
          <a:prstGeom prst="rect">
            <a:avLst/>
          </a:prstGeom>
        </p:spPr>
      </p:pic>
      <p:sp>
        <p:nvSpPr>
          <p:cNvPr id="11" name="Footer Placeholder 4"/>
          <p:cNvSpPr>
            <a:spLocks noGrp="1"/>
          </p:cNvSpPr>
          <p:nvPr>
            <p:ph type="ftr" sz="quarter" idx="3"/>
          </p:nvPr>
        </p:nvSpPr>
        <p:spPr>
          <a:xfrm>
            <a:off x="498973" y="7635142"/>
            <a:ext cx="5355186" cy="429360"/>
          </a:xfrm>
          <a:prstGeom prst="rect">
            <a:avLst/>
          </a:prstGeom>
        </p:spPr>
        <p:txBody>
          <a:bodyPr vert="horz" lIns="91440" tIns="45720" rIns="91440" bIns="45720" rtlCol="0" anchor="ctr"/>
          <a:lstStyle>
            <a:lvl1pPr marL="0" algn="l" defTabSz="945032" rtl="0" eaLnBrk="1" latinLnBrk="0" hangingPunct="1">
              <a:defRPr sz="1137" b="1" kern="1200">
                <a:solidFill>
                  <a:schemeClr val="bg1">
                    <a:lumMod val="65000"/>
                  </a:schemeClr>
                </a:solidFill>
                <a:latin typeface="Calibri" pitchFamily="34" charset="0"/>
                <a:ea typeface="+mn-ea"/>
                <a:cs typeface="+mn-cs"/>
              </a:defRPr>
            </a:lvl1pPr>
          </a:lstStyle>
          <a:p>
            <a:pPr>
              <a:defRPr/>
            </a:pP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00250191-ABC6-E54D-AAC4-E6D00B0805B9}" type="datetime1">
              <a:rPr lang="en-GB" smtClean="0"/>
              <a:t>31/01/2024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13216658" y="6541207"/>
            <a:ext cx="1120056" cy="985661"/>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2" y="7190846"/>
            <a:ext cx="1866759" cy="873654"/>
          </a:xfrm>
          <a:prstGeom prst="rect">
            <a:avLst/>
          </a:prstGeom>
          <a:noFill/>
          <a:ln w="9525">
            <a:noFill/>
            <a:miter lim="800000"/>
            <a:headEnd/>
            <a:tailEnd/>
          </a:ln>
        </p:spPr>
      </p:pic>
      <p:sp>
        <p:nvSpPr>
          <p:cNvPr id="9" name="Freeform 8"/>
          <p:cNvSpPr/>
          <p:nvPr userDrawn="1"/>
        </p:nvSpPr>
        <p:spPr>
          <a:xfrm>
            <a:off x="1836894" y="7202048"/>
            <a:ext cx="11424568" cy="257616"/>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48082" y="182955"/>
            <a:ext cx="2352146" cy="1642749"/>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512026" y="426696"/>
            <a:ext cx="13233015" cy="29612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857364" y="4204774"/>
            <a:ext cx="8461343" cy="1576290"/>
          </a:xfrm>
        </p:spPr>
        <p:txBody>
          <a:bodyPr tIns="0" bIns="0" anchor="b" anchorCtr="0"/>
          <a:lstStyle>
            <a:lvl1pPr algn="r">
              <a:defRPr sz="4754"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857364" y="5856461"/>
            <a:ext cx="8461343" cy="953563"/>
          </a:xfrm>
        </p:spPr>
        <p:txBody>
          <a:bodyPr tIns="0" bIns="0" anchor="t" anchorCtr="0">
            <a:normAutofit/>
          </a:bodyPr>
          <a:lstStyle>
            <a:lvl1pPr marL="0" indent="0" algn="r">
              <a:spcBef>
                <a:spcPts val="310"/>
              </a:spcBef>
              <a:buNone/>
              <a:defRPr sz="1860">
                <a:solidFill>
                  <a:schemeClr val="tx1">
                    <a:lumMod val="50000"/>
                    <a:lumOff val="50000"/>
                  </a:schemeClr>
                </a:solidFill>
              </a:defRPr>
            </a:lvl1pPr>
            <a:lvl2pPr marL="472516" indent="0">
              <a:buNone/>
              <a:defRPr sz="1860">
                <a:solidFill>
                  <a:schemeClr val="tx1">
                    <a:tint val="75000"/>
                  </a:schemeClr>
                </a:solidFill>
              </a:defRPr>
            </a:lvl2pPr>
            <a:lvl3pPr marL="945032" indent="0">
              <a:buNone/>
              <a:defRPr sz="1654">
                <a:solidFill>
                  <a:schemeClr val="tx1">
                    <a:tint val="75000"/>
                  </a:schemeClr>
                </a:solidFill>
              </a:defRPr>
            </a:lvl3pPr>
            <a:lvl4pPr marL="1417549" indent="0">
              <a:buNone/>
              <a:defRPr sz="1447">
                <a:solidFill>
                  <a:schemeClr val="tx1">
                    <a:tint val="75000"/>
                  </a:schemeClr>
                </a:solidFill>
              </a:defRPr>
            </a:lvl4pPr>
            <a:lvl5pPr marL="1890065" indent="0">
              <a:buNone/>
              <a:defRPr sz="1447">
                <a:solidFill>
                  <a:schemeClr val="tx1">
                    <a:tint val="75000"/>
                  </a:schemeClr>
                </a:solidFill>
              </a:defRPr>
            </a:lvl5pPr>
            <a:lvl6pPr marL="2362581" indent="0">
              <a:buNone/>
              <a:defRPr sz="1447">
                <a:solidFill>
                  <a:schemeClr val="tx1">
                    <a:tint val="75000"/>
                  </a:schemeClr>
                </a:solidFill>
              </a:defRPr>
            </a:lvl6pPr>
            <a:lvl7pPr marL="2835097" indent="0">
              <a:buNone/>
              <a:defRPr sz="1447">
                <a:solidFill>
                  <a:schemeClr val="tx1">
                    <a:tint val="75000"/>
                  </a:schemeClr>
                </a:solidFill>
              </a:defRPr>
            </a:lvl7pPr>
            <a:lvl8pPr marL="3307613" indent="0">
              <a:buNone/>
              <a:defRPr sz="1447">
                <a:solidFill>
                  <a:schemeClr val="tx1">
                    <a:tint val="75000"/>
                  </a:schemeClr>
                </a:solidFill>
              </a:defRPr>
            </a:lvl8pPr>
            <a:lvl9pPr marL="3780130" indent="0">
              <a:buNone/>
              <a:defRPr sz="144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045917FB-DA77-7E46-BB36-F73C9FC04AF8}" type="datetime1">
              <a:rPr lang="en-GB" smtClean="0"/>
              <a:t>31/01/2024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6752592" y="7634395"/>
            <a:ext cx="836308" cy="429360"/>
          </a:xfrm>
        </p:spPr>
        <p:txBody>
          <a:bodyPr vert="horz" lIns="91440" tIns="45720" rIns="91440" bIns="45720" rtlCol="0" anchor="ctr"/>
          <a:lstStyle>
            <a:lvl1pPr marL="0" algn="ctr" defTabSz="945032" rtl="0" eaLnBrk="1" latinLnBrk="0" hangingPunct="1">
              <a:defRPr sz="1137"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737920" y="537634"/>
            <a:ext cx="3475307" cy="6989233"/>
          </a:xfrm>
          <a:prstGeom prst="rect">
            <a:avLst/>
          </a:prstGeom>
        </p:spPr>
      </p:pic>
      <p:sp>
        <p:nvSpPr>
          <p:cNvPr id="8" name="Rectangle 7"/>
          <p:cNvSpPr/>
          <p:nvPr/>
        </p:nvSpPr>
        <p:spPr>
          <a:xfrm>
            <a:off x="501786" y="376344"/>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16172" y="3939062"/>
            <a:ext cx="6989233" cy="186377"/>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33085" y="2688170"/>
            <a:ext cx="5734685" cy="4515747"/>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7574922" y="2688170"/>
            <a:ext cx="5734685" cy="4515747"/>
          </a:xfrm>
        </p:spPr>
        <p:txBody>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935258E2-1C75-1E4F-959E-DEF3ED544CE3}"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040114" y="2398986"/>
            <a:ext cx="5734685" cy="858914"/>
          </a:xfrm>
        </p:spPr>
        <p:txBody>
          <a:bodyPr tIns="0" bIns="0" anchor="ctr" anchorCtr="0">
            <a:noAutofit/>
          </a:bodyPr>
          <a:lstStyle>
            <a:lvl1pPr marL="0" indent="0" algn="ctr">
              <a:lnSpc>
                <a:spcPts val="3101"/>
              </a:lnSpc>
              <a:spcBef>
                <a:spcPts val="310"/>
              </a:spcBef>
              <a:buNone/>
              <a:defRPr sz="2687" b="1">
                <a:solidFill>
                  <a:schemeClr val="accent1"/>
                </a:solidFill>
              </a:defRPr>
            </a:lvl1pPr>
            <a:lvl2pPr marL="472516" indent="0">
              <a:buNone/>
              <a:defRPr sz="2067" b="1"/>
            </a:lvl2pPr>
            <a:lvl3pPr marL="945032" indent="0">
              <a:buNone/>
              <a:defRPr sz="1860" b="1"/>
            </a:lvl3pPr>
            <a:lvl4pPr marL="1417549" indent="0">
              <a:buNone/>
              <a:defRPr sz="1654" b="1"/>
            </a:lvl4pPr>
            <a:lvl5pPr marL="1890065" indent="0">
              <a:buNone/>
              <a:defRPr sz="1654" b="1"/>
            </a:lvl5pPr>
            <a:lvl6pPr marL="2362581" indent="0">
              <a:buNone/>
              <a:defRPr sz="1654" b="1"/>
            </a:lvl6pPr>
            <a:lvl7pPr marL="2835097" indent="0">
              <a:buNone/>
              <a:defRPr sz="1654" b="1"/>
            </a:lvl7pPr>
            <a:lvl8pPr marL="3307613" indent="0">
              <a:buNone/>
              <a:defRPr sz="1654" b="1"/>
            </a:lvl8pPr>
            <a:lvl9pPr marL="3780130" indent="0">
              <a:buNone/>
              <a:defRPr sz="1654" b="1"/>
            </a:lvl9pPr>
          </a:lstStyle>
          <a:p>
            <a:pPr lvl="0"/>
            <a:r>
              <a:rPr lang="en-US"/>
              <a:t>Click to edit Master text styles</a:t>
            </a:r>
          </a:p>
        </p:txBody>
      </p:sp>
      <p:sp>
        <p:nvSpPr>
          <p:cNvPr id="4" name="Content Placeholder 3"/>
          <p:cNvSpPr>
            <a:spLocks noGrp="1"/>
          </p:cNvSpPr>
          <p:nvPr>
            <p:ph sz="half" idx="2"/>
          </p:nvPr>
        </p:nvSpPr>
        <p:spPr>
          <a:xfrm>
            <a:off x="1040114" y="3289272"/>
            <a:ext cx="5734685" cy="3914643"/>
          </a:xfrm>
        </p:spPr>
        <p:txBody>
          <a:bodyPr>
            <a:normAutofit/>
          </a:bodyPr>
          <a:lstStyle>
            <a:lvl1pPr>
              <a:defRPr sz="1860"/>
            </a:lvl1pPr>
            <a:lvl2pPr>
              <a:defRPr sz="1860"/>
            </a:lvl2pPr>
            <a:lvl3pPr>
              <a:defRPr sz="1860"/>
            </a:lvl3pPr>
            <a:lvl4pPr>
              <a:defRPr sz="1860"/>
            </a:lvl4pPr>
            <a:lvl5pPr>
              <a:defRPr sz="1860"/>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7569785" y="2398986"/>
            <a:ext cx="5734685" cy="858914"/>
          </a:xfrm>
        </p:spPr>
        <p:txBody>
          <a:bodyPr tIns="0" bIns="0" anchor="ctr" anchorCtr="0">
            <a:noAutofit/>
          </a:bodyPr>
          <a:lstStyle>
            <a:lvl1pPr marL="0" indent="0" algn="ctr">
              <a:lnSpc>
                <a:spcPts val="3101"/>
              </a:lnSpc>
              <a:spcBef>
                <a:spcPts val="310"/>
              </a:spcBef>
              <a:buNone/>
              <a:defRPr sz="2687" b="1">
                <a:solidFill>
                  <a:schemeClr val="accent1"/>
                </a:solidFill>
              </a:defRPr>
            </a:lvl1pPr>
            <a:lvl2pPr marL="472516" indent="0">
              <a:buNone/>
              <a:defRPr sz="2067" b="1"/>
            </a:lvl2pPr>
            <a:lvl3pPr marL="945032" indent="0">
              <a:buNone/>
              <a:defRPr sz="1860" b="1"/>
            </a:lvl3pPr>
            <a:lvl4pPr marL="1417549" indent="0">
              <a:buNone/>
              <a:defRPr sz="1654" b="1"/>
            </a:lvl4pPr>
            <a:lvl5pPr marL="1890065" indent="0">
              <a:buNone/>
              <a:defRPr sz="1654" b="1"/>
            </a:lvl5pPr>
            <a:lvl6pPr marL="2362581" indent="0">
              <a:buNone/>
              <a:defRPr sz="1654" b="1"/>
            </a:lvl6pPr>
            <a:lvl7pPr marL="2835097" indent="0">
              <a:buNone/>
              <a:defRPr sz="1654" b="1"/>
            </a:lvl7pPr>
            <a:lvl8pPr marL="3307613" indent="0">
              <a:buNone/>
              <a:defRPr sz="1654" b="1"/>
            </a:lvl8pPr>
            <a:lvl9pPr marL="3780130" indent="0">
              <a:buNone/>
              <a:defRPr sz="1654" b="1"/>
            </a:lvl9pPr>
          </a:lstStyle>
          <a:p>
            <a:pPr lvl="0"/>
            <a:r>
              <a:rPr lang="en-US"/>
              <a:t>Click to edit Master text styles</a:t>
            </a:r>
          </a:p>
        </p:txBody>
      </p:sp>
      <p:sp>
        <p:nvSpPr>
          <p:cNvPr id="6" name="Content Placeholder 5"/>
          <p:cNvSpPr>
            <a:spLocks noGrp="1"/>
          </p:cNvSpPr>
          <p:nvPr>
            <p:ph sz="quarter" idx="4"/>
          </p:nvPr>
        </p:nvSpPr>
        <p:spPr>
          <a:xfrm>
            <a:off x="7569785" y="3289272"/>
            <a:ext cx="5734685" cy="3914643"/>
          </a:xfrm>
        </p:spPr>
        <p:txBody>
          <a:bodyPr>
            <a:normAutofit/>
          </a:bodyPr>
          <a:lstStyle>
            <a:lvl1pPr>
              <a:defRPr sz="1860"/>
            </a:lvl1pPr>
            <a:lvl2pPr>
              <a:defRPr sz="1860"/>
            </a:lvl2pPr>
            <a:lvl3pPr>
              <a:defRPr sz="1860"/>
            </a:lvl3pPr>
            <a:lvl4pPr>
              <a:defRPr sz="1860"/>
            </a:lvl4pPr>
            <a:lvl5pPr>
              <a:defRPr sz="1860"/>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C083A223-E4AE-1746-920B-7DDEBE5D0AF6}" type="datetime1">
              <a:rPr lang="en-GB" smtClean="0"/>
              <a:t>31/01/2024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5183970" y="5273350"/>
            <a:ext cx="3968779" cy="2490"/>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25473" y="2688169"/>
            <a:ext cx="12305679" cy="2150533"/>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4B80EE7-C98E-D546-81B8-70E05BA81409}"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1025473" y="5059970"/>
            <a:ext cx="12305679" cy="2150533"/>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569785" y="2688169"/>
            <a:ext cx="5734685" cy="2150533"/>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12CE55E-B334-C84D-ADB2-9FBED52619A0}"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7569785" y="5059970"/>
            <a:ext cx="5734685" cy="2150533"/>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1025528" y="2688170"/>
            <a:ext cx="5734685" cy="4515747"/>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569785" y="2688169"/>
            <a:ext cx="5734685" cy="2150533"/>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EF6BB8C2-C4B6-7F49-AE62-C8424863A28F}"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7569785" y="5059970"/>
            <a:ext cx="5734685" cy="2150533"/>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1033087" y="2688169"/>
            <a:ext cx="5734685" cy="2150533"/>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1033087" y="5059970"/>
            <a:ext cx="5734685" cy="2150533"/>
          </a:xfrm>
        </p:spPr>
        <p:txBody>
          <a:bodyPr>
            <a:normAutofit/>
          </a:bodyPr>
          <a:lstStyle>
            <a:lvl1pPr>
              <a:defRPr sz="1860"/>
            </a:lvl1pPr>
            <a:lvl2pPr>
              <a:defRPr sz="1860"/>
            </a:lvl2pPr>
            <a:lvl3pPr>
              <a:defRPr sz="1860"/>
            </a:lvl3pPr>
            <a:lvl4pPr>
              <a:defRPr sz="1860"/>
            </a:lvl4pPr>
            <a:lvl5pPr>
              <a:defRPr sz="1860"/>
            </a:lvl5pPr>
            <a:lvl6pPr>
              <a:defRPr sz="1860"/>
            </a:lvl6pPr>
            <a:lvl7pPr>
              <a:defRPr sz="1860"/>
            </a:lvl7pPr>
            <a:lvl8pPr>
              <a:defRPr sz="1860"/>
            </a:lvl8pPr>
            <a:lvl9pPr>
              <a:defRPr sz="18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2E577106-400D-D64E-A1A6-3263F652A7E9}" type="datetime1">
              <a:rPr lang="en-GB" smtClean="0"/>
              <a:t>31/01/2024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557539" y="665644"/>
            <a:ext cx="13164744" cy="30551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501786" y="376344"/>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716837" y="537634"/>
            <a:ext cx="12903041" cy="13978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997219EE-12D8-8746-B0F4-F1CD698E490B}" type="datetime1">
              <a:rPr lang="en-GB" smtClean="0"/>
              <a:t>31/01/2024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523404" y="665643"/>
            <a:ext cx="13255769" cy="250895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501786" y="376344"/>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716837" y="537634"/>
            <a:ext cx="12903041" cy="13978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32244" y="1934244"/>
            <a:ext cx="5734685" cy="1291557"/>
          </a:xfrm>
        </p:spPr>
        <p:txBody>
          <a:bodyPr anchor="b"/>
          <a:lstStyle>
            <a:lvl1pPr algn="l">
              <a:defRPr sz="3721"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7569785" y="769371"/>
            <a:ext cx="5734685" cy="6451600"/>
          </a:xfrm>
        </p:spPr>
        <p:txBody>
          <a:bodyPr>
            <a:normAutofit/>
          </a:bodyPr>
          <a:lstStyle>
            <a:lvl1pPr>
              <a:defRPr sz="1860"/>
            </a:lvl1pPr>
            <a:lvl2pPr>
              <a:defRPr sz="1860"/>
            </a:lvl2pPr>
            <a:lvl3pPr>
              <a:defRPr sz="1860"/>
            </a:lvl3pPr>
            <a:lvl4pPr>
              <a:defRPr sz="1860"/>
            </a:lvl4pPr>
            <a:lvl5pPr>
              <a:defRPr sz="1860"/>
            </a:lvl5pPr>
            <a:lvl6pPr>
              <a:defRPr sz="2067"/>
            </a:lvl6pPr>
            <a:lvl7pPr>
              <a:defRPr sz="2067"/>
            </a:lvl7pPr>
            <a:lvl8pPr>
              <a:defRPr sz="2067"/>
            </a:lvl8pPr>
            <a:lvl9pPr>
              <a:defRPr sz="2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32244" y="3262881"/>
            <a:ext cx="5734685" cy="3726355"/>
          </a:xfrm>
        </p:spPr>
        <p:txBody>
          <a:bodyPr>
            <a:normAutofit/>
          </a:bodyPr>
          <a:lstStyle>
            <a:lvl1pPr marL="0" indent="0">
              <a:buNone/>
              <a:defRPr sz="1860"/>
            </a:lvl1pPr>
            <a:lvl2pPr marL="472516" indent="0">
              <a:buNone/>
              <a:defRPr sz="1240"/>
            </a:lvl2pPr>
            <a:lvl3pPr marL="945032" indent="0">
              <a:buNone/>
              <a:defRPr sz="1034"/>
            </a:lvl3pPr>
            <a:lvl4pPr marL="1417549" indent="0">
              <a:buNone/>
              <a:defRPr sz="930"/>
            </a:lvl4pPr>
            <a:lvl5pPr marL="1890065" indent="0">
              <a:buNone/>
              <a:defRPr sz="930"/>
            </a:lvl5pPr>
            <a:lvl6pPr marL="2362581" indent="0">
              <a:buNone/>
              <a:defRPr sz="930"/>
            </a:lvl6pPr>
            <a:lvl7pPr marL="2835097" indent="0">
              <a:buNone/>
              <a:defRPr sz="930"/>
            </a:lvl7pPr>
            <a:lvl8pPr marL="3307613" indent="0">
              <a:buNone/>
              <a:defRPr sz="930"/>
            </a:lvl8pPr>
            <a:lvl9pPr marL="3780130" indent="0">
              <a:buNone/>
              <a:defRPr sz="93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B5909B2-864B-344B-B19B-DCA9D9FB3611}"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557541" y="409627"/>
            <a:ext cx="13221635" cy="27649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501786" y="376344"/>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9941909" y="3846409"/>
            <a:ext cx="6989233" cy="371683"/>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32244" y="1934244"/>
            <a:ext cx="5734685" cy="1291557"/>
          </a:xfrm>
        </p:spPr>
        <p:txBody>
          <a:bodyPr anchor="b"/>
          <a:lstStyle>
            <a:lvl1pPr algn="l">
              <a:defRPr sz="3721"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1032244" y="3262881"/>
            <a:ext cx="5734685" cy="3726355"/>
          </a:xfrm>
        </p:spPr>
        <p:txBody>
          <a:bodyPr>
            <a:normAutofit/>
          </a:bodyPr>
          <a:lstStyle>
            <a:lvl1pPr marL="0" indent="0">
              <a:buNone/>
              <a:defRPr sz="1860"/>
            </a:lvl1pPr>
            <a:lvl2pPr marL="472516" indent="0">
              <a:buNone/>
              <a:defRPr sz="1240"/>
            </a:lvl2pPr>
            <a:lvl3pPr marL="945032" indent="0">
              <a:buNone/>
              <a:defRPr sz="1034"/>
            </a:lvl3pPr>
            <a:lvl4pPr marL="1417549" indent="0">
              <a:buNone/>
              <a:defRPr sz="930"/>
            </a:lvl4pPr>
            <a:lvl5pPr marL="1890065" indent="0">
              <a:buNone/>
              <a:defRPr sz="930"/>
            </a:lvl5pPr>
            <a:lvl6pPr marL="2362581" indent="0">
              <a:buNone/>
              <a:defRPr sz="930"/>
            </a:lvl6pPr>
            <a:lvl7pPr marL="2835097" indent="0">
              <a:buNone/>
              <a:defRPr sz="930"/>
            </a:lvl7pPr>
            <a:lvl8pPr marL="3307613" indent="0">
              <a:buNone/>
              <a:defRPr sz="930"/>
            </a:lvl8pPr>
            <a:lvl9pPr marL="3780130" indent="0">
              <a:buNone/>
              <a:defRPr sz="93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16A82E31-8818-A34A-AD43-2F5846C36481}"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7569785" y="537634"/>
            <a:ext cx="5677338" cy="6989233"/>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955782" y="2688170"/>
            <a:ext cx="12345503" cy="451574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E7669DF0-E50C-1147-B342-BAF360B559C8}" type="datetime1">
              <a:rPr lang="en-GB" smtClean="0"/>
              <a:t>31/01/2024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546161" y="426693"/>
            <a:ext cx="13233013" cy="274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11150256" y="537634"/>
            <a:ext cx="2424306" cy="6989233"/>
          </a:xfrm>
          <a:prstGeom prst="rect">
            <a:avLst/>
          </a:prstGeom>
        </p:spPr>
      </p:pic>
      <p:sp>
        <p:nvSpPr>
          <p:cNvPr id="10" name="Rectangle 9"/>
          <p:cNvSpPr/>
          <p:nvPr/>
        </p:nvSpPr>
        <p:spPr>
          <a:xfrm rot="5400000">
            <a:off x="7553016" y="3939062"/>
            <a:ext cx="6989233" cy="186377"/>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1162664" y="815787"/>
            <a:ext cx="2337740" cy="6388129"/>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716835" y="815787"/>
            <a:ext cx="9438336" cy="63881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3B680486-440C-A140-94F8-A30CCAE2B7FA}" type="datetime1">
              <a:rPr lang="en-GB" smtClean="0"/>
              <a:t>31/01/2024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501786" y="376344"/>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534785" y="1092335"/>
            <a:ext cx="13221635" cy="20822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075109" y="1138519"/>
            <a:ext cx="12228519" cy="1454773"/>
          </a:xfrm>
        </p:spPr>
        <p:txBody>
          <a:bodyPr anchor="b" anchorCtr="0"/>
          <a:lstStyle>
            <a:lvl1pPr algn="r">
              <a:lnSpc>
                <a:spcPts val="5880"/>
              </a:lnSpc>
              <a:defRPr sz="5409">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1075109" y="2598563"/>
            <a:ext cx="12228519" cy="548175"/>
          </a:xfrm>
        </p:spPr>
        <p:txBody>
          <a:bodyPr/>
          <a:lstStyle>
            <a:lvl1pPr marL="0" indent="0" algn="r">
              <a:lnSpc>
                <a:spcPct val="100000"/>
              </a:lnSpc>
              <a:spcBef>
                <a:spcPts val="0"/>
              </a:spcBef>
              <a:buNone/>
              <a:defRPr sz="2116">
                <a:solidFill>
                  <a:schemeClr val="tx1">
                    <a:tint val="75000"/>
                  </a:schemeClr>
                </a:solidFill>
              </a:defRPr>
            </a:lvl1pPr>
            <a:lvl2pPr marL="537623" indent="0" algn="ctr">
              <a:buNone/>
              <a:defRPr>
                <a:solidFill>
                  <a:schemeClr val="tx1">
                    <a:tint val="75000"/>
                  </a:schemeClr>
                </a:solidFill>
              </a:defRPr>
            </a:lvl2pPr>
            <a:lvl3pPr marL="1075245" indent="0" algn="ctr">
              <a:buNone/>
              <a:defRPr>
                <a:solidFill>
                  <a:schemeClr val="tx1">
                    <a:tint val="75000"/>
                  </a:schemeClr>
                </a:solidFill>
              </a:defRPr>
            </a:lvl3pPr>
            <a:lvl4pPr marL="1612870" indent="0" algn="ctr">
              <a:buNone/>
              <a:defRPr>
                <a:solidFill>
                  <a:schemeClr val="tx1">
                    <a:tint val="75000"/>
                  </a:schemeClr>
                </a:solidFill>
              </a:defRPr>
            </a:lvl4pPr>
            <a:lvl5pPr marL="2150492" indent="0" algn="ctr">
              <a:buNone/>
              <a:defRPr>
                <a:solidFill>
                  <a:schemeClr val="tx1">
                    <a:tint val="75000"/>
                  </a:schemeClr>
                </a:solidFill>
              </a:defRPr>
            </a:lvl5pPr>
            <a:lvl6pPr marL="2688115" indent="0" algn="ctr">
              <a:buNone/>
              <a:defRPr>
                <a:solidFill>
                  <a:schemeClr val="tx1">
                    <a:tint val="75000"/>
                  </a:schemeClr>
                </a:solidFill>
              </a:defRPr>
            </a:lvl6pPr>
            <a:lvl7pPr marL="3225737" indent="0" algn="ctr">
              <a:buNone/>
              <a:defRPr>
                <a:solidFill>
                  <a:schemeClr val="tx1">
                    <a:tint val="75000"/>
                  </a:schemeClr>
                </a:solidFill>
              </a:defRPr>
            </a:lvl7pPr>
            <a:lvl8pPr marL="3763360" indent="0" algn="ctr">
              <a:buNone/>
              <a:defRPr>
                <a:solidFill>
                  <a:schemeClr val="tx1">
                    <a:tint val="75000"/>
                  </a:schemeClr>
                </a:solidFill>
              </a:defRPr>
            </a:lvl8pPr>
            <a:lvl9pPr marL="4300983"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17FA7F0B-F8AC-A74D-9E1B-19A924C700A0}" type="datetime1">
              <a:rPr lang="en-US" smtClean="0"/>
              <a:t>1/31/2024</a:t>
            </a:fld>
            <a:endParaRPr lang="en-US" dirty="0"/>
          </a:p>
        </p:txBody>
      </p:sp>
      <p:sp>
        <p:nvSpPr>
          <p:cNvPr id="6" name="Slide Number Placeholder 5"/>
          <p:cNvSpPr>
            <a:spLocks noGrp="1"/>
          </p:cNvSpPr>
          <p:nvPr>
            <p:ph type="sldNum" sz="quarter" idx="12"/>
          </p:nvPr>
        </p:nvSpPr>
        <p:spPr>
          <a:xfrm>
            <a:off x="6750205" y="7635144"/>
            <a:ext cx="836307" cy="429360"/>
          </a:xfrm>
        </p:spPr>
        <p:txBody>
          <a:bodyPr vert="horz" lIns="91440" tIns="45720" rIns="91440" bIns="45720" rtlCol="0" anchor="ctr"/>
          <a:lstStyle>
            <a:lvl1pPr marL="0" algn="ctr" defTabSz="1075245" rtl="0" eaLnBrk="1" latinLnBrk="0" hangingPunct="1">
              <a:defRPr sz="1294" b="1" kern="1200">
                <a:solidFill>
                  <a:schemeClr val="bg1">
                    <a:lumMod val="65000"/>
                  </a:schemeClr>
                </a:solidFill>
                <a:latin typeface="Calibri" pitchFamily="34" charset="0"/>
                <a:ea typeface="+mn-ea"/>
                <a:cs typeface="+mn-cs"/>
              </a:defRPr>
            </a:lvl1pPr>
          </a:lstStyle>
          <a:p>
            <a:pPr>
              <a:defRPr/>
            </a:pPr>
            <a:fld id="{D0884869-B25C-4578-8BC2-8D4E9232F63C}" type="slidenum">
              <a:rPr lang="en-US" smtClean="0"/>
              <a:pPr>
                <a:defRPr/>
              </a:pPr>
              <a:t>‹#›</a:t>
            </a:fld>
            <a:endParaRPr lang="en-US" dirty="0"/>
          </a:p>
        </p:txBody>
      </p:sp>
      <p:sp>
        <p:nvSpPr>
          <p:cNvPr id="7" name="Rectangle 6"/>
          <p:cNvSpPr/>
          <p:nvPr/>
        </p:nvSpPr>
        <p:spPr>
          <a:xfrm>
            <a:off x="501787" y="376345"/>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716838" y="960498"/>
            <a:ext cx="12903041" cy="13978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716838" y="537633"/>
            <a:ext cx="12903041" cy="419390"/>
          </a:xfrm>
          <a:prstGeom prst="rect">
            <a:avLst/>
          </a:prstGeom>
        </p:spPr>
      </p:pic>
      <p:pic>
        <p:nvPicPr>
          <p:cNvPr id="10" name="Picture 9" descr="TitleSlideBottom.jpg"/>
          <p:cNvPicPr>
            <a:picLocks noChangeAspect="1"/>
          </p:cNvPicPr>
          <p:nvPr/>
        </p:nvPicPr>
        <p:blipFill>
          <a:blip r:embed="rId3"/>
          <a:stretch>
            <a:fillRect/>
          </a:stretch>
        </p:blipFill>
        <p:spPr>
          <a:xfrm>
            <a:off x="716838" y="3175711"/>
            <a:ext cx="12903041" cy="4351160"/>
          </a:xfrm>
          <a:prstGeom prst="rect">
            <a:avLst/>
          </a:prstGeom>
        </p:spPr>
      </p:pic>
      <p:sp>
        <p:nvSpPr>
          <p:cNvPr id="11" name="Footer Placeholder 4"/>
          <p:cNvSpPr>
            <a:spLocks noGrp="1"/>
          </p:cNvSpPr>
          <p:nvPr>
            <p:ph type="ftr" sz="quarter" idx="3"/>
          </p:nvPr>
        </p:nvSpPr>
        <p:spPr>
          <a:xfrm>
            <a:off x="498972" y="7635144"/>
            <a:ext cx="5355186" cy="429360"/>
          </a:xfrm>
          <a:prstGeom prst="rect">
            <a:avLst/>
          </a:prstGeom>
        </p:spPr>
        <p:txBody>
          <a:bodyPr vert="horz" lIns="91440" tIns="45720" rIns="91440" bIns="45720" rtlCol="0" anchor="ctr"/>
          <a:lstStyle>
            <a:lvl1pPr marL="0" algn="l" defTabSz="1075245" rtl="0" eaLnBrk="1" latinLnBrk="0" hangingPunct="1">
              <a:defRPr sz="1294"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17069210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D8864D4A-814C-CD41-8C4D-D2A31D8C580B}" type="datetime1">
              <a:rPr lang="en-US" smtClean="0"/>
              <a:t>1/31/2024</a:t>
            </a:fld>
            <a:endParaRPr/>
          </a:p>
        </p:txBody>
      </p:sp>
      <p:sp>
        <p:nvSpPr>
          <p:cNvPr id="5" name="Footer Placeholder 4"/>
          <p:cNvSpPr>
            <a:spLocks noGrp="1"/>
          </p:cNvSpPr>
          <p:nvPr>
            <p:ph type="ftr" sz="quarter" idx="11"/>
          </p:nvPr>
        </p:nvSpPr>
        <p:spPr/>
        <p:txBody>
          <a:bodyPr/>
          <a:lstStyle/>
          <a:p>
            <a:r>
              <a:rPr lang="en-US"/>
              <a:t>© 2017 Pearson Education, Inc., Hoboken, NJ. All rights reserved.</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13216659" y="6541206"/>
            <a:ext cx="1120056" cy="985661"/>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3" y="7190845"/>
            <a:ext cx="1866759" cy="873655"/>
          </a:xfrm>
          <a:prstGeom prst="rect">
            <a:avLst/>
          </a:prstGeom>
          <a:noFill/>
          <a:ln w="9525">
            <a:noFill/>
            <a:miter lim="800000"/>
            <a:headEnd/>
            <a:tailEnd/>
          </a:ln>
        </p:spPr>
      </p:pic>
      <p:sp>
        <p:nvSpPr>
          <p:cNvPr id="9" name="Freeform 8"/>
          <p:cNvSpPr/>
          <p:nvPr userDrawn="1"/>
        </p:nvSpPr>
        <p:spPr>
          <a:xfrm>
            <a:off x="1836895" y="7202048"/>
            <a:ext cx="11424567" cy="257616"/>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48082" y="182957"/>
            <a:ext cx="2352146" cy="1642749"/>
          </a:xfrm>
          <a:prstGeom prst="rect">
            <a:avLst/>
          </a:prstGeom>
          <a:noFill/>
          <a:ln w="9525">
            <a:noFill/>
            <a:miter lim="800000"/>
            <a:headEnd/>
            <a:tailEnd/>
          </a:ln>
        </p:spPr>
      </p:pic>
    </p:spTree>
    <p:extLst>
      <p:ext uri="{BB962C8B-B14F-4D97-AF65-F5344CB8AC3E}">
        <p14:creationId xmlns:p14="http://schemas.microsoft.com/office/powerpoint/2010/main" val="414631120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512027" y="426694"/>
            <a:ext cx="13233015" cy="29612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857365" y="4204774"/>
            <a:ext cx="8461343" cy="1576290"/>
          </a:xfrm>
        </p:spPr>
        <p:txBody>
          <a:bodyPr tIns="0" bIns="0" anchor="b" anchorCtr="0"/>
          <a:lstStyle>
            <a:lvl1pPr algn="r">
              <a:defRPr sz="5409"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857365" y="5856460"/>
            <a:ext cx="8461343" cy="953564"/>
          </a:xfrm>
        </p:spPr>
        <p:txBody>
          <a:bodyPr tIns="0" bIns="0" anchor="t" anchorCtr="0">
            <a:normAutofit/>
          </a:bodyPr>
          <a:lstStyle>
            <a:lvl1pPr marL="0" indent="0" algn="r">
              <a:spcBef>
                <a:spcPts val="353"/>
              </a:spcBef>
              <a:buNone/>
              <a:defRPr sz="2116">
                <a:solidFill>
                  <a:schemeClr val="tx1">
                    <a:lumMod val="50000"/>
                    <a:lumOff val="50000"/>
                  </a:schemeClr>
                </a:solidFill>
              </a:defRPr>
            </a:lvl1pPr>
            <a:lvl2pPr marL="537623" indent="0">
              <a:buNone/>
              <a:defRPr sz="2116">
                <a:solidFill>
                  <a:schemeClr val="tx1">
                    <a:tint val="75000"/>
                  </a:schemeClr>
                </a:solidFill>
              </a:defRPr>
            </a:lvl2pPr>
            <a:lvl3pPr marL="1075245" indent="0">
              <a:buNone/>
              <a:defRPr sz="1882">
                <a:solidFill>
                  <a:schemeClr val="tx1">
                    <a:tint val="75000"/>
                  </a:schemeClr>
                </a:solidFill>
              </a:defRPr>
            </a:lvl3pPr>
            <a:lvl4pPr marL="1612870" indent="0">
              <a:buNone/>
              <a:defRPr sz="1647">
                <a:solidFill>
                  <a:schemeClr val="tx1">
                    <a:tint val="75000"/>
                  </a:schemeClr>
                </a:solidFill>
              </a:defRPr>
            </a:lvl4pPr>
            <a:lvl5pPr marL="2150492" indent="0">
              <a:buNone/>
              <a:defRPr sz="1647">
                <a:solidFill>
                  <a:schemeClr val="tx1">
                    <a:tint val="75000"/>
                  </a:schemeClr>
                </a:solidFill>
              </a:defRPr>
            </a:lvl5pPr>
            <a:lvl6pPr marL="2688115" indent="0">
              <a:buNone/>
              <a:defRPr sz="1647">
                <a:solidFill>
                  <a:schemeClr val="tx1">
                    <a:tint val="75000"/>
                  </a:schemeClr>
                </a:solidFill>
              </a:defRPr>
            </a:lvl6pPr>
            <a:lvl7pPr marL="3225737" indent="0">
              <a:buNone/>
              <a:defRPr sz="1647">
                <a:solidFill>
                  <a:schemeClr val="tx1">
                    <a:tint val="75000"/>
                  </a:schemeClr>
                </a:solidFill>
              </a:defRPr>
            </a:lvl7pPr>
            <a:lvl8pPr marL="3763360" indent="0">
              <a:buNone/>
              <a:defRPr sz="1647">
                <a:solidFill>
                  <a:schemeClr val="tx1">
                    <a:tint val="75000"/>
                  </a:schemeClr>
                </a:solidFill>
              </a:defRPr>
            </a:lvl8pPr>
            <a:lvl9pPr marL="4300983" indent="0">
              <a:buNone/>
              <a:defRPr sz="164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59BC9075-9B98-A446-BA24-3961C574D15C}" type="datetime1">
              <a:rPr lang="en-US" smtClean="0"/>
              <a:t>1/31/2024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a:xfrm>
            <a:off x="6752593" y="7634397"/>
            <a:ext cx="836307" cy="429360"/>
          </a:xfrm>
        </p:spPr>
        <p:txBody>
          <a:bodyPr vert="horz" lIns="91440" tIns="45720" rIns="91440" bIns="45720" rtlCol="0" anchor="ctr"/>
          <a:lstStyle>
            <a:lvl1pPr marL="0" algn="ctr" defTabSz="1075245" rtl="0" eaLnBrk="1" latinLnBrk="0" hangingPunct="1">
              <a:defRPr sz="1294" b="1" kern="1200">
                <a:solidFill>
                  <a:schemeClr val="bg1">
                    <a:lumMod val="65000"/>
                  </a:schemeClr>
                </a:solidFill>
                <a:latin typeface="Calibri" pitchFamily="34" charset="0"/>
                <a:ea typeface="+mn-ea"/>
                <a:cs typeface="+mn-cs"/>
              </a:defRPr>
            </a:lvl1pPr>
          </a:lstStyle>
          <a:p>
            <a:pPr>
              <a:defRPr/>
            </a:pPr>
            <a:fld id="{13FF1C51-8566-4549-A1BC-4215581B4BEE}"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737921" y="537635"/>
            <a:ext cx="3475306" cy="6989234"/>
          </a:xfrm>
          <a:prstGeom prst="rect">
            <a:avLst/>
          </a:prstGeom>
        </p:spPr>
      </p:pic>
      <p:sp>
        <p:nvSpPr>
          <p:cNvPr id="8" name="Rectangle 7"/>
          <p:cNvSpPr/>
          <p:nvPr/>
        </p:nvSpPr>
        <p:spPr>
          <a:xfrm>
            <a:off x="501787" y="376345"/>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16172" y="3939062"/>
            <a:ext cx="6989234" cy="186378"/>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1204135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33085" y="2688169"/>
            <a:ext cx="5734685" cy="4515748"/>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7574921" y="2688169"/>
            <a:ext cx="5734685" cy="4515748"/>
          </a:xfrm>
        </p:spPr>
        <p:txBody>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AAF3A4C-A291-2A44-AFA5-9FA77CE62BBE}" type="datetime1">
              <a:rPr lang="en-US" smtClean="0"/>
              <a:t>1/31/2024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05B382D0-6287-4D06-8660-66459861A2E9}" type="slidenum">
              <a:rPr lang="en-US" smtClean="0"/>
              <a:pPr>
                <a:defRPr/>
              </a:pPr>
              <a:t>‹#›</a:t>
            </a:fld>
            <a:endParaRPr lang="en-US" dirty="0"/>
          </a:p>
        </p:txBody>
      </p:sp>
    </p:spTree>
    <p:extLst>
      <p:ext uri="{BB962C8B-B14F-4D97-AF65-F5344CB8AC3E}">
        <p14:creationId xmlns:p14="http://schemas.microsoft.com/office/powerpoint/2010/main" val="97528331"/>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040114" y="2398987"/>
            <a:ext cx="5734685" cy="858914"/>
          </a:xfrm>
        </p:spPr>
        <p:txBody>
          <a:bodyPr tIns="0" bIns="0" anchor="ctr" anchorCtr="0">
            <a:noAutofit/>
          </a:bodyPr>
          <a:lstStyle>
            <a:lvl1pPr marL="0" indent="0" algn="ctr">
              <a:lnSpc>
                <a:spcPts val="3529"/>
              </a:lnSpc>
              <a:spcBef>
                <a:spcPts val="353"/>
              </a:spcBef>
              <a:buNone/>
              <a:defRPr sz="3057" b="1">
                <a:solidFill>
                  <a:schemeClr val="accent1"/>
                </a:solidFill>
              </a:defRPr>
            </a:lvl1pPr>
            <a:lvl2pPr marL="537623" indent="0">
              <a:buNone/>
              <a:defRPr sz="2351" b="1"/>
            </a:lvl2pPr>
            <a:lvl3pPr marL="1075245" indent="0">
              <a:buNone/>
              <a:defRPr sz="2116" b="1"/>
            </a:lvl3pPr>
            <a:lvl4pPr marL="1612870" indent="0">
              <a:buNone/>
              <a:defRPr sz="1882" b="1"/>
            </a:lvl4pPr>
            <a:lvl5pPr marL="2150492" indent="0">
              <a:buNone/>
              <a:defRPr sz="1882" b="1"/>
            </a:lvl5pPr>
            <a:lvl6pPr marL="2688115" indent="0">
              <a:buNone/>
              <a:defRPr sz="1882" b="1"/>
            </a:lvl6pPr>
            <a:lvl7pPr marL="3225737" indent="0">
              <a:buNone/>
              <a:defRPr sz="1882" b="1"/>
            </a:lvl7pPr>
            <a:lvl8pPr marL="3763360" indent="0">
              <a:buNone/>
              <a:defRPr sz="1882" b="1"/>
            </a:lvl8pPr>
            <a:lvl9pPr marL="4300983" indent="0">
              <a:buNone/>
              <a:defRPr sz="1882" b="1"/>
            </a:lvl9pPr>
          </a:lstStyle>
          <a:p>
            <a:pPr lvl="0"/>
            <a:r>
              <a:rPr lang="en-US"/>
              <a:t>Click to edit Master text styles</a:t>
            </a:r>
          </a:p>
        </p:txBody>
      </p:sp>
      <p:sp>
        <p:nvSpPr>
          <p:cNvPr id="4" name="Content Placeholder 3"/>
          <p:cNvSpPr>
            <a:spLocks noGrp="1"/>
          </p:cNvSpPr>
          <p:nvPr>
            <p:ph sz="half" idx="2"/>
          </p:nvPr>
        </p:nvSpPr>
        <p:spPr>
          <a:xfrm>
            <a:off x="1040114" y="3289272"/>
            <a:ext cx="5734685" cy="3914643"/>
          </a:xfrm>
        </p:spPr>
        <p:txBody>
          <a:bodyPr>
            <a:normAutofit/>
          </a:bodyPr>
          <a:lstStyle>
            <a:lvl1pPr>
              <a:defRPr sz="2116"/>
            </a:lvl1pPr>
            <a:lvl2pPr>
              <a:defRPr sz="2116"/>
            </a:lvl2pPr>
            <a:lvl3pPr>
              <a:defRPr sz="2116"/>
            </a:lvl3pPr>
            <a:lvl4pPr>
              <a:defRPr sz="2116"/>
            </a:lvl4pPr>
            <a:lvl5pPr>
              <a:defRPr sz="2116"/>
            </a:lvl5pPr>
            <a:lvl6pPr>
              <a:defRPr sz="1882"/>
            </a:lvl6pPr>
            <a:lvl7pPr>
              <a:defRPr sz="1882"/>
            </a:lvl7pPr>
            <a:lvl8pPr>
              <a:defRPr sz="1882"/>
            </a:lvl8pPr>
            <a:lvl9pPr>
              <a:defRPr sz="188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7569785" y="2398987"/>
            <a:ext cx="5734685" cy="858914"/>
          </a:xfrm>
        </p:spPr>
        <p:txBody>
          <a:bodyPr tIns="0" bIns="0" anchor="ctr" anchorCtr="0">
            <a:noAutofit/>
          </a:bodyPr>
          <a:lstStyle>
            <a:lvl1pPr marL="0" indent="0" algn="ctr">
              <a:lnSpc>
                <a:spcPts val="3529"/>
              </a:lnSpc>
              <a:spcBef>
                <a:spcPts val="353"/>
              </a:spcBef>
              <a:buNone/>
              <a:defRPr sz="3057" b="1">
                <a:solidFill>
                  <a:schemeClr val="accent1"/>
                </a:solidFill>
              </a:defRPr>
            </a:lvl1pPr>
            <a:lvl2pPr marL="537623" indent="0">
              <a:buNone/>
              <a:defRPr sz="2351" b="1"/>
            </a:lvl2pPr>
            <a:lvl3pPr marL="1075245" indent="0">
              <a:buNone/>
              <a:defRPr sz="2116" b="1"/>
            </a:lvl3pPr>
            <a:lvl4pPr marL="1612870" indent="0">
              <a:buNone/>
              <a:defRPr sz="1882" b="1"/>
            </a:lvl4pPr>
            <a:lvl5pPr marL="2150492" indent="0">
              <a:buNone/>
              <a:defRPr sz="1882" b="1"/>
            </a:lvl5pPr>
            <a:lvl6pPr marL="2688115" indent="0">
              <a:buNone/>
              <a:defRPr sz="1882" b="1"/>
            </a:lvl6pPr>
            <a:lvl7pPr marL="3225737" indent="0">
              <a:buNone/>
              <a:defRPr sz="1882" b="1"/>
            </a:lvl7pPr>
            <a:lvl8pPr marL="3763360" indent="0">
              <a:buNone/>
              <a:defRPr sz="1882" b="1"/>
            </a:lvl8pPr>
            <a:lvl9pPr marL="4300983" indent="0">
              <a:buNone/>
              <a:defRPr sz="1882" b="1"/>
            </a:lvl9pPr>
          </a:lstStyle>
          <a:p>
            <a:pPr lvl="0"/>
            <a:r>
              <a:rPr lang="en-US"/>
              <a:t>Click to edit Master text styles</a:t>
            </a:r>
          </a:p>
        </p:txBody>
      </p:sp>
      <p:sp>
        <p:nvSpPr>
          <p:cNvPr id="6" name="Content Placeholder 5"/>
          <p:cNvSpPr>
            <a:spLocks noGrp="1"/>
          </p:cNvSpPr>
          <p:nvPr>
            <p:ph sz="quarter" idx="4"/>
          </p:nvPr>
        </p:nvSpPr>
        <p:spPr>
          <a:xfrm>
            <a:off x="7569785" y="3289272"/>
            <a:ext cx="5734685" cy="3914643"/>
          </a:xfrm>
        </p:spPr>
        <p:txBody>
          <a:bodyPr>
            <a:normAutofit/>
          </a:bodyPr>
          <a:lstStyle>
            <a:lvl1pPr>
              <a:defRPr sz="2116"/>
            </a:lvl1pPr>
            <a:lvl2pPr>
              <a:defRPr sz="2116"/>
            </a:lvl2pPr>
            <a:lvl3pPr>
              <a:defRPr sz="2116"/>
            </a:lvl3pPr>
            <a:lvl4pPr>
              <a:defRPr sz="2116"/>
            </a:lvl4pPr>
            <a:lvl5pPr>
              <a:defRPr sz="2116"/>
            </a:lvl5pPr>
            <a:lvl6pPr>
              <a:defRPr sz="1882"/>
            </a:lvl6pPr>
            <a:lvl7pPr>
              <a:defRPr sz="1882"/>
            </a:lvl7pPr>
            <a:lvl8pPr>
              <a:defRPr sz="1882"/>
            </a:lvl8pPr>
            <a:lvl9pPr>
              <a:defRPr sz="188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3FB203D4-3058-0D46-83D5-59D6FCF7B3CA}" type="datetime1">
              <a:rPr lang="en-US" smtClean="0"/>
              <a:t>1/31/2024</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9" name="Slide Number Placeholder 8"/>
          <p:cNvSpPr>
            <a:spLocks noGrp="1"/>
          </p:cNvSpPr>
          <p:nvPr>
            <p:ph type="sldNum" sz="quarter" idx="12"/>
          </p:nvPr>
        </p:nvSpPr>
        <p:spPr/>
        <p:txBody>
          <a:bodyPr/>
          <a:lstStyle/>
          <a:p>
            <a:pPr>
              <a:defRPr/>
            </a:pPr>
            <a:fld id="{13C966AC-1F3B-4B3D-973B-B23837B04496}" type="slidenum">
              <a:rPr lang="en-US" smtClean="0"/>
              <a:pPr>
                <a:defRPr/>
              </a:pPr>
              <a:t>‹#›</a:t>
            </a:fld>
            <a:endParaRPr lang="en-US" dirty="0"/>
          </a:p>
        </p:txBody>
      </p:sp>
      <p:cxnSp>
        <p:nvCxnSpPr>
          <p:cNvPr id="11" name="Straight Connector 10"/>
          <p:cNvCxnSpPr/>
          <p:nvPr/>
        </p:nvCxnSpPr>
        <p:spPr>
          <a:xfrm rot="5400000">
            <a:off x="5183971" y="5273350"/>
            <a:ext cx="3968779" cy="2489"/>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69684533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25474" y="2688169"/>
            <a:ext cx="12305679" cy="2150534"/>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F513816-15EE-DB4F-8FAE-E15B8F356325}" type="datetime1">
              <a:rPr lang="en-US" smtClean="0"/>
              <a:t>1/31/2024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1025474" y="5059970"/>
            <a:ext cx="12305679" cy="2150534"/>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81609057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569785" y="2688169"/>
            <a:ext cx="5734685" cy="2150534"/>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2E41BB1-DA7F-B241-832E-5A4ED82018E9}" type="datetime1">
              <a:rPr lang="en-US" smtClean="0"/>
              <a:t>1/31/2024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7569785" y="5059970"/>
            <a:ext cx="5734685" cy="2150534"/>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1025528" y="2688169"/>
            <a:ext cx="5734685" cy="4515748"/>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82779234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569785" y="2688169"/>
            <a:ext cx="5734685" cy="2150534"/>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C7A3A69B-799A-C445-B6E0-B863B6BBDC72}" type="datetime1">
              <a:rPr lang="en-US" smtClean="0"/>
              <a:t>1/31/2024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7569785" y="5059970"/>
            <a:ext cx="5734685" cy="2150534"/>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1033087" y="2688169"/>
            <a:ext cx="5734685" cy="2150534"/>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1033087" y="5059970"/>
            <a:ext cx="5734685" cy="2150534"/>
          </a:xfrm>
        </p:spPr>
        <p:txBody>
          <a:bodyPr>
            <a:normAutofit/>
          </a:bodyPr>
          <a:lstStyle>
            <a:lvl1pPr>
              <a:defRPr sz="2116"/>
            </a:lvl1pPr>
            <a:lvl2pPr>
              <a:defRPr sz="2116"/>
            </a:lvl2pPr>
            <a:lvl3pPr>
              <a:defRPr sz="2116"/>
            </a:lvl3pPr>
            <a:lvl4pPr>
              <a:defRPr sz="2116"/>
            </a:lvl4pPr>
            <a:lvl5pPr>
              <a:defRPr sz="2116"/>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519739844"/>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1D407518-8780-4440-AE62-06D43CC61D12}" type="datetime1">
              <a:rPr lang="en-US" smtClean="0"/>
              <a:t>1/31/2024</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Slide Number Placeholder 4"/>
          <p:cNvSpPr>
            <a:spLocks noGrp="1"/>
          </p:cNvSpPr>
          <p:nvPr>
            <p:ph type="sldNum" sz="quarter" idx="12"/>
          </p:nvPr>
        </p:nvSpPr>
        <p:spPr/>
        <p:txBody>
          <a:bodyPr/>
          <a:lstStyle/>
          <a:p>
            <a:pPr>
              <a:defRPr/>
            </a:pPr>
            <a:fld id="{83341592-6554-482E-89C6-70009B565581}" type="slidenum">
              <a:rPr lang="en-US" smtClean="0"/>
              <a:pPr>
                <a:defRPr/>
              </a:pPr>
              <a:t>‹#›</a:t>
            </a:fld>
            <a:endParaRPr lang="en-US" dirty="0"/>
          </a:p>
        </p:txBody>
      </p:sp>
    </p:spTree>
    <p:extLst>
      <p:ext uri="{BB962C8B-B14F-4D97-AF65-F5344CB8AC3E}">
        <p14:creationId xmlns:p14="http://schemas.microsoft.com/office/powerpoint/2010/main" val="3945950891"/>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557539" y="665644"/>
            <a:ext cx="13164744" cy="30551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501787" y="376345"/>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716838" y="537633"/>
            <a:ext cx="12903041" cy="13978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9AE05566-1A28-D244-A4AA-E34813AAA333}" type="datetime1">
              <a:rPr lang="en-US" smtClean="0"/>
              <a:t>1/31/2024</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Slide Number Placeholder 3"/>
          <p:cNvSpPr>
            <a:spLocks noGrp="1"/>
          </p:cNvSpPr>
          <p:nvPr>
            <p:ph type="sldNum" sz="quarter" idx="12"/>
          </p:nvPr>
        </p:nvSpPr>
        <p:spPr/>
        <p:txBody>
          <a:bodyPr/>
          <a:lstStyle/>
          <a:p>
            <a:pPr>
              <a:defRPr/>
            </a:pPr>
            <a:fld id="{0691A038-A212-40E3-97EA-B3C2AAB29878}" type="slidenum">
              <a:rPr lang="en-US" smtClean="0"/>
              <a:pPr>
                <a:defRPr/>
              </a:pPr>
              <a:t>‹#›</a:t>
            </a:fld>
            <a:endParaRPr lang="en-US" dirty="0"/>
          </a:p>
        </p:txBody>
      </p:sp>
    </p:spTree>
    <p:extLst>
      <p:ext uri="{BB962C8B-B14F-4D97-AF65-F5344CB8AC3E}">
        <p14:creationId xmlns:p14="http://schemas.microsoft.com/office/powerpoint/2010/main" val="1523151774"/>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523405" y="665645"/>
            <a:ext cx="13255769" cy="250895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501787" y="376345"/>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716838" y="537633"/>
            <a:ext cx="12903041" cy="13978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32244" y="1934243"/>
            <a:ext cx="5734685" cy="1291557"/>
          </a:xfrm>
        </p:spPr>
        <p:txBody>
          <a:bodyPr anchor="b"/>
          <a:lstStyle>
            <a:lvl1pPr algn="l">
              <a:defRPr sz="4233"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7569785" y="769370"/>
            <a:ext cx="5734685" cy="6451600"/>
          </a:xfrm>
        </p:spPr>
        <p:txBody>
          <a:bodyPr>
            <a:normAutofit/>
          </a:bodyPr>
          <a:lstStyle>
            <a:lvl1pPr>
              <a:defRPr sz="2116"/>
            </a:lvl1pPr>
            <a:lvl2pPr>
              <a:defRPr sz="2116"/>
            </a:lvl2pPr>
            <a:lvl3pPr>
              <a:defRPr sz="2116"/>
            </a:lvl3pPr>
            <a:lvl4pPr>
              <a:defRPr sz="2116"/>
            </a:lvl4pPr>
            <a:lvl5pPr>
              <a:defRPr sz="2116"/>
            </a:lvl5pPr>
            <a:lvl6pPr>
              <a:defRPr sz="2351"/>
            </a:lvl6pPr>
            <a:lvl7pPr>
              <a:defRPr sz="2351"/>
            </a:lvl7pPr>
            <a:lvl8pPr>
              <a:defRPr sz="2351"/>
            </a:lvl8pPr>
            <a:lvl9pPr>
              <a:defRPr sz="2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32244" y="3262882"/>
            <a:ext cx="5734685" cy="3726355"/>
          </a:xfrm>
        </p:spPr>
        <p:txBody>
          <a:bodyPr>
            <a:normAutofit/>
          </a:bodyPr>
          <a:lstStyle>
            <a:lvl1pPr marL="0" indent="0">
              <a:buNone/>
              <a:defRPr sz="2116"/>
            </a:lvl1pPr>
            <a:lvl2pPr marL="537623" indent="0">
              <a:buNone/>
              <a:defRPr sz="1410"/>
            </a:lvl2pPr>
            <a:lvl3pPr marL="1075245" indent="0">
              <a:buNone/>
              <a:defRPr sz="1176"/>
            </a:lvl3pPr>
            <a:lvl4pPr marL="1612870" indent="0">
              <a:buNone/>
              <a:defRPr sz="1059"/>
            </a:lvl4pPr>
            <a:lvl5pPr marL="2150492" indent="0">
              <a:buNone/>
              <a:defRPr sz="1059"/>
            </a:lvl5pPr>
            <a:lvl6pPr marL="2688115" indent="0">
              <a:buNone/>
              <a:defRPr sz="1059"/>
            </a:lvl6pPr>
            <a:lvl7pPr marL="3225737" indent="0">
              <a:buNone/>
              <a:defRPr sz="1059"/>
            </a:lvl7pPr>
            <a:lvl8pPr marL="3763360" indent="0">
              <a:buNone/>
              <a:defRPr sz="1059"/>
            </a:lvl8pPr>
            <a:lvl9pPr marL="4300983" indent="0">
              <a:buNone/>
              <a:defRPr sz="1059"/>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A2F4A21-2939-B941-AF00-D2884FB2823F}" type="datetime1">
              <a:rPr lang="en-US" smtClean="0"/>
              <a:t>1/31/2024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8DFFDD09-5401-43DD-9D21-39E6F6F5F899}" type="slidenum">
              <a:rPr lang="en-US" smtClean="0"/>
              <a:pPr>
                <a:defRPr/>
              </a:pPr>
              <a:t>‹#›</a:t>
            </a:fld>
            <a:endParaRPr lang="en-US" dirty="0"/>
          </a:p>
        </p:txBody>
      </p:sp>
    </p:spTree>
    <p:extLst>
      <p:ext uri="{BB962C8B-B14F-4D97-AF65-F5344CB8AC3E}">
        <p14:creationId xmlns:p14="http://schemas.microsoft.com/office/powerpoint/2010/main" val="204499614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557542" y="409625"/>
            <a:ext cx="13221635" cy="27649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501787" y="376345"/>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9941910" y="3846411"/>
            <a:ext cx="6989234" cy="371684"/>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32244" y="1934243"/>
            <a:ext cx="5734685" cy="1291557"/>
          </a:xfrm>
        </p:spPr>
        <p:txBody>
          <a:bodyPr anchor="b"/>
          <a:lstStyle>
            <a:lvl1pPr algn="l">
              <a:defRPr sz="4233"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1032244" y="3262882"/>
            <a:ext cx="5734685" cy="3726355"/>
          </a:xfrm>
        </p:spPr>
        <p:txBody>
          <a:bodyPr>
            <a:normAutofit/>
          </a:bodyPr>
          <a:lstStyle>
            <a:lvl1pPr marL="0" indent="0">
              <a:buNone/>
              <a:defRPr sz="2116"/>
            </a:lvl1pPr>
            <a:lvl2pPr marL="537623" indent="0">
              <a:buNone/>
              <a:defRPr sz="1410"/>
            </a:lvl2pPr>
            <a:lvl3pPr marL="1075245" indent="0">
              <a:buNone/>
              <a:defRPr sz="1176"/>
            </a:lvl3pPr>
            <a:lvl4pPr marL="1612870" indent="0">
              <a:buNone/>
              <a:defRPr sz="1059"/>
            </a:lvl4pPr>
            <a:lvl5pPr marL="2150492" indent="0">
              <a:buNone/>
              <a:defRPr sz="1059"/>
            </a:lvl5pPr>
            <a:lvl6pPr marL="2688115" indent="0">
              <a:buNone/>
              <a:defRPr sz="1059"/>
            </a:lvl6pPr>
            <a:lvl7pPr marL="3225737" indent="0">
              <a:buNone/>
              <a:defRPr sz="1059"/>
            </a:lvl7pPr>
            <a:lvl8pPr marL="3763360" indent="0">
              <a:buNone/>
              <a:defRPr sz="1059"/>
            </a:lvl8pPr>
            <a:lvl9pPr marL="4300983" indent="0">
              <a:buNone/>
              <a:defRPr sz="1059"/>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693A053-5F02-9841-BF42-8BDD7A07DDA9}" type="datetime1">
              <a:rPr lang="en-US" smtClean="0"/>
              <a:t>1/31/2024</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2A50F2F0-C1E0-4407-97E8-C859ED725D26}" type="slidenum">
              <a:rPr lang="en-US" smtClean="0"/>
              <a:pPr>
                <a:defRPr/>
              </a:pPr>
              <a:t>‹#›</a:t>
            </a:fld>
            <a:endParaRPr lang="en-US" dirty="0"/>
          </a:p>
        </p:txBody>
      </p:sp>
      <p:sp>
        <p:nvSpPr>
          <p:cNvPr id="11" name="Picture Placeholder 10"/>
          <p:cNvSpPr>
            <a:spLocks noGrp="1"/>
          </p:cNvSpPr>
          <p:nvPr>
            <p:ph type="pic" sz="quarter" idx="13"/>
          </p:nvPr>
        </p:nvSpPr>
        <p:spPr>
          <a:xfrm>
            <a:off x="7569785" y="537635"/>
            <a:ext cx="5677338" cy="6989234"/>
          </a:xfrm>
        </p:spPr>
        <p:txBody>
          <a:bodyPr/>
          <a:lstStyle>
            <a:lvl1pPr>
              <a:buNone/>
              <a:defRPr/>
            </a:lvl1pPr>
          </a:lstStyle>
          <a:p>
            <a:r>
              <a:rPr lang="en-US" dirty="0"/>
              <a:t>Click icon to add picture</a:t>
            </a:r>
            <a:endParaRPr dirty="0"/>
          </a:p>
        </p:txBody>
      </p:sp>
    </p:spTree>
    <p:extLst>
      <p:ext uri="{BB962C8B-B14F-4D97-AF65-F5344CB8AC3E}">
        <p14:creationId xmlns:p14="http://schemas.microsoft.com/office/powerpoint/2010/main" val="39550386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955782" y="2688169"/>
            <a:ext cx="12345503" cy="451574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40AFCB45-A166-F249-AC26-46B0CD809BC0}" type="datetime1">
              <a:rPr lang="en-US" smtClean="0"/>
              <a:t>1/31/2024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6D320D82-ADCE-4DF0-BB8C-D438A455B46F}" type="slidenum">
              <a:rPr lang="en-US" smtClean="0"/>
              <a:pPr>
                <a:defRPr/>
              </a:pPr>
              <a:t>‹#›</a:t>
            </a:fld>
            <a:endParaRPr lang="en-US" dirty="0"/>
          </a:p>
        </p:txBody>
      </p:sp>
    </p:spTree>
    <p:extLst>
      <p:ext uri="{BB962C8B-B14F-4D97-AF65-F5344CB8AC3E}">
        <p14:creationId xmlns:p14="http://schemas.microsoft.com/office/powerpoint/2010/main" val="3426087716"/>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546162" y="426695"/>
            <a:ext cx="13233012" cy="27479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11150257" y="537635"/>
            <a:ext cx="2424306" cy="6989234"/>
          </a:xfrm>
          <a:prstGeom prst="rect">
            <a:avLst/>
          </a:prstGeom>
        </p:spPr>
      </p:pic>
      <p:sp>
        <p:nvSpPr>
          <p:cNvPr id="10" name="Rectangle 9"/>
          <p:cNvSpPr/>
          <p:nvPr/>
        </p:nvSpPr>
        <p:spPr>
          <a:xfrm rot="5400000">
            <a:off x="7553016" y="3939062"/>
            <a:ext cx="6989234" cy="186378"/>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1162664" y="815788"/>
            <a:ext cx="2337740" cy="6388129"/>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716836" y="815788"/>
            <a:ext cx="9438336" cy="63881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B0F69907-EFAA-384D-A564-BC502E086D39}" type="datetime1">
              <a:rPr lang="en-US" smtClean="0"/>
              <a:t>1/31/2024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2DDC7F0D-6920-4708-9B29-4BBAA354F139}" type="slidenum">
              <a:rPr lang="en-US" smtClean="0"/>
              <a:pPr>
                <a:defRPr/>
              </a:pPr>
              <a:t>‹#›</a:t>
            </a:fld>
            <a:endParaRPr lang="en-US" dirty="0"/>
          </a:p>
        </p:txBody>
      </p:sp>
      <p:sp>
        <p:nvSpPr>
          <p:cNvPr id="7" name="Rectangle 6"/>
          <p:cNvSpPr/>
          <p:nvPr/>
        </p:nvSpPr>
        <p:spPr>
          <a:xfrm>
            <a:off x="501787" y="376345"/>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9395411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media/image1.jpeg"/><Relationship Id="rId2" Type="http://schemas.openxmlformats.org/officeDocument/2006/relationships/slideLayout" Target="../slideLayouts/slideLayout27.xml"/><Relationship Id="rId16" Type="http://schemas.openxmlformats.org/officeDocument/2006/relationships/image" Target="../media/image9.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shingle">
          <a:fgClr>
            <a:srgbClr val="38FF24"/>
          </a:fgClr>
          <a:bgClr>
            <a:schemeClr val="bg1"/>
          </a:bgClr>
        </a:patt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716837" y="322955"/>
            <a:ext cx="12903041" cy="134408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716837" y="1881720"/>
            <a:ext cx="12903041" cy="53221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16837" y="7474599"/>
            <a:ext cx="3345233" cy="429360"/>
          </a:xfrm>
          <a:prstGeom prst="rect">
            <a:avLst/>
          </a:prstGeom>
        </p:spPr>
        <p:txBody>
          <a:bodyPr vert="horz" lIns="91440" tIns="45720" rIns="91440" bIns="45720" rtlCol="0" anchor="ctr"/>
          <a:lstStyle>
            <a:lvl1pPr algn="l" fontAlgn="auto">
              <a:spcBef>
                <a:spcPts val="0"/>
              </a:spcBef>
              <a:spcAft>
                <a:spcPts val="0"/>
              </a:spcAft>
              <a:defRPr sz="1240">
                <a:solidFill>
                  <a:schemeClr val="tx1">
                    <a:tint val="75000"/>
                  </a:schemeClr>
                </a:solidFill>
                <a:latin typeface="+mn-lt"/>
              </a:defRPr>
            </a:lvl1pPr>
          </a:lstStyle>
          <a:p>
            <a:pPr>
              <a:defRPr/>
            </a:pPr>
            <a:fld id="{E2551893-9B9B-364E-928A-85CD164BC880}" type="datetime1">
              <a:rPr lang="en-GB" smtClean="0"/>
              <a:t>31/01/2024</a:t>
            </a:fld>
            <a:endParaRPr lang="en-US" dirty="0"/>
          </a:p>
        </p:txBody>
      </p:sp>
      <p:sp>
        <p:nvSpPr>
          <p:cNvPr id="5" name="Footer Placeholder 4"/>
          <p:cNvSpPr>
            <a:spLocks noGrp="1"/>
          </p:cNvSpPr>
          <p:nvPr>
            <p:ph type="ftr" sz="quarter" idx="3"/>
          </p:nvPr>
        </p:nvSpPr>
        <p:spPr>
          <a:xfrm>
            <a:off x="4898377" y="7474599"/>
            <a:ext cx="4539959" cy="429360"/>
          </a:xfrm>
          <a:prstGeom prst="rect">
            <a:avLst/>
          </a:prstGeom>
        </p:spPr>
        <p:txBody>
          <a:bodyPr vert="horz" lIns="91440" tIns="45720" rIns="91440" bIns="45720" rtlCol="0" anchor="ctr"/>
          <a:lstStyle>
            <a:lvl1pPr algn="ctr" fontAlgn="auto">
              <a:spcBef>
                <a:spcPts val="0"/>
              </a:spcBef>
              <a:spcAft>
                <a:spcPts val="0"/>
              </a:spcAft>
              <a:defRPr sz="124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10274645" y="7474599"/>
            <a:ext cx="3345233" cy="429360"/>
          </a:xfrm>
          <a:prstGeom prst="rect">
            <a:avLst/>
          </a:prstGeom>
        </p:spPr>
        <p:txBody>
          <a:bodyPr vert="horz" lIns="91440" tIns="45720" rIns="91440" bIns="45720" rtlCol="0" anchor="ctr"/>
          <a:lstStyle>
            <a:lvl1pPr algn="r" fontAlgn="auto">
              <a:spcBef>
                <a:spcPts val="0"/>
              </a:spcBef>
              <a:spcAft>
                <a:spcPts val="0"/>
              </a:spcAft>
              <a:defRPr sz="124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hdr="0" ftr="0" dt="0"/>
  <p:txStyles>
    <p:titleStyle>
      <a:lvl1pPr algn="ctr" rtl="0" eaLnBrk="0" fontAlgn="base" hangingPunct="0">
        <a:spcBef>
          <a:spcPct val="0"/>
        </a:spcBef>
        <a:spcAft>
          <a:spcPct val="0"/>
        </a:spcAft>
        <a:defRPr sz="4547" kern="1200">
          <a:solidFill>
            <a:schemeClr val="tx1"/>
          </a:solidFill>
          <a:latin typeface="+mj-lt"/>
          <a:ea typeface="+mj-ea"/>
          <a:cs typeface="+mj-cs"/>
        </a:defRPr>
      </a:lvl1pPr>
      <a:lvl2pPr algn="ctr" rtl="0" eaLnBrk="0" fontAlgn="base" hangingPunct="0">
        <a:spcBef>
          <a:spcPct val="0"/>
        </a:spcBef>
        <a:spcAft>
          <a:spcPct val="0"/>
        </a:spcAft>
        <a:defRPr sz="4547">
          <a:solidFill>
            <a:schemeClr val="tx1"/>
          </a:solidFill>
          <a:latin typeface="Calibri" pitchFamily="34" charset="0"/>
        </a:defRPr>
      </a:lvl2pPr>
      <a:lvl3pPr algn="ctr" rtl="0" eaLnBrk="0" fontAlgn="base" hangingPunct="0">
        <a:spcBef>
          <a:spcPct val="0"/>
        </a:spcBef>
        <a:spcAft>
          <a:spcPct val="0"/>
        </a:spcAft>
        <a:defRPr sz="4547">
          <a:solidFill>
            <a:schemeClr val="tx1"/>
          </a:solidFill>
          <a:latin typeface="Calibri" pitchFamily="34" charset="0"/>
        </a:defRPr>
      </a:lvl3pPr>
      <a:lvl4pPr algn="ctr" rtl="0" eaLnBrk="0" fontAlgn="base" hangingPunct="0">
        <a:spcBef>
          <a:spcPct val="0"/>
        </a:spcBef>
        <a:spcAft>
          <a:spcPct val="0"/>
        </a:spcAft>
        <a:defRPr sz="4547">
          <a:solidFill>
            <a:schemeClr val="tx1"/>
          </a:solidFill>
          <a:latin typeface="Calibri" pitchFamily="34" charset="0"/>
        </a:defRPr>
      </a:lvl4pPr>
      <a:lvl5pPr algn="ctr" rtl="0" eaLnBrk="0" fontAlgn="base" hangingPunct="0">
        <a:spcBef>
          <a:spcPct val="0"/>
        </a:spcBef>
        <a:spcAft>
          <a:spcPct val="0"/>
        </a:spcAft>
        <a:defRPr sz="4547">
          <a:solidFill>
            <a:schemeClr val="tx1"/>
          </a:solidFill>
          <a:latin typeface="Calibri" pitchFamily="34" charset="0"/>
        </a:defRPr>
      </a:lvl5pPr>
      <a:lvl6pPr marL="472516" algn="ctr" rtl="0" fontAlgn="base">
        <a:spcBef>
          <a:spcPct val="0"/>
        </a:spcBef>
        <a:spcAft>
          <a:spcPct val="0"/>
        </a:spcAft>
        <a:defRPr sz="4547">
          <a:solidFill>
            <a:schemeClr val="tx1"/>
          </a:solidFill>
          <a:latin typeface="Calibri" pitchFamily="34" charset="0"/>
        </a:defRPr>
      </a:lvl6pPr>
      <a:lvl7pPr marL="945032" algn="ctr" rtl="0" fontAlgn="base">
        <a:spcBef>
          <a:spcPct val="0"/>
        </a:spcBef>
        <a:spcAft>
          <a:spcPct val="0"/>
        </a:spcAft>
        <a:defRPr sz="4547">
          <a:solidFill>
            <a:schemeClr val="tx1"/>
          </a:solidFill>
          <a:latin typeface="Calibri" pitchFamily="34" charset="0"/>
        </a:defRPr>
      </a:lvl7pPr>
      <a:lvl8pPr marL="1417549" algn="ctr" rtl="0" fontAlgn="base">
        <a:spcBef>
          <a:spcPct val="0"/>
        </a:spcBef>
        <a:spcAft>
          <a:spcPct val="0"/>
        </a:spcAft>
        <a:defRPr sz="4547">
          <a:solidFill>
            <a:schemeClr val="tx1"/>
          </a:solidFill>
          <a:latin typeface="Calibri" pitchFamily="34" charset="0"/>
        </a:defRPr>
      </a:lvl8pPr>
      <a:lvl9pPr marL="1890065" algn="ctr" rtl="0" fontAlgn="base">
        <a:spcBef>
          <a:spcPct val="0"/>
        </a:spcBef>
        <a:spcAft>
          <a:spcPct val="0"/>
        </a:spcAft>
        <a:defRPr sz="4547">
          <a:solidFill>
            <a:schemeClr val="tx1"/>
          </a:solidFill>
          <a:latin typeface="Calibri" pitchFamily="34" charset="0"/>
        </a:defRPr>
      </a:lvl9pPr>
    </p:titleStyle>
    <p:bodyStyle>
      <a:lvl1pPr marL="354387" indent="-354387" algn="l" rtl="0" eaLnBrk="0" fontAlgn="base" hangingPunct="0">
        <a:spcBef>
          <a:spcPct val="20000"/>
        </a:spcBef>
        <a:spcAft>
          <a:spcPct val="0"/>
        </a:spcAft>
        <a:buFont typeface="Arial" charset="0"/>
        <a:buChar char="•"/>
        <a:defRPr sz="3307" kern="1200">
          <a:solidFill>
            <a:schemeClr val="tx1"/>
          </a:solidFill>
          <a:latin typeface="+mn-lt"/>
          <a:ea typeface="+mn-ea"/>
          <a:cs typeface="+mn-cs"/>
        </a:defRPr>
      </a:lvl1pPr>
      <a:lvl2pPr marL="767839" indent="-295323" algn="l" rtl="0" eaLnBrk="0" fontAlgn="base" hangingPunct="0">
        <a:spcBef>
          <a:spcPct val="20000"/>
        </a:spcBef>
        <a:spcAft>
          <a:spcPct val="0"/>
        </a:spcAft>
        <a:buFont typeface="Arial" charset="0"/>
        <a:buChar char="–"/>
        <a:defRPr sz="2894" kern="1200">
          <a:solidFill>
            <a:schemeClr val="tx1"/>
          </a:solidFill>
          <a:latin typeface="+mn-lt"/>
          <a:ea typeface="+mn-ea"/>
          <a:cs typeface="+mn-cs"/>
        </a:defRPr>
      </a:lvl2pPr>
      <a:lvl3pPr marL="1181291" indent="-236258" algn="l" rtl="0" eaLnBrk="0" fontAlgn="base" hangingPunct="0">
        <a:spcBef>
          <a:spcPct val="20000"/>
        </a:spcBef>
        <a:spcAft>
          <a:spcPct val="0"/>
        </a:spcAft>
        <a:buFont typeface="Arial" charset="0"/>
        <a:buChar char="•"/>
        <a:defRPr sz="2480" kern="1200">
          <a:solidFill>
            <a:schemeClr val="tx1"/>
          </a:solidFill>
          <a:latin typeface="+mn-lt"/>
          <a:ea typeface="+mn-ea"/>
          <a:cs typeface="+mn-cs"/>
        </a:defRPr>
      </a:lvl3pPr>
      <a:lvl4pPr marL="1653807" indent="-236258" algn="l" rtl="0" eaLnBrk="0" fontAlgn="base" hangingPunct="0">
        <a:spcBef>
          <a:spcPct val="20000"/>
        </a:spcBef>
        <a:spcAft>
          <a:spcPct val="0"/>
        </a:spcAft>
        <a:buFont typeface="Arial" charset="0"/>
        <a:buChar char="–"/>
        <a:defRPr sz="2067" kern="1200">
          <a:solidFill>
            <a:schemeClr val="tx1"/>
          </a:solidFill>
          <a:latin typeface="+mn-lt"/>
          <a:ea typeface="+mn-ea"/>
          <a:cs typeface="+mn-cs"/>
        </a:defRPr>
      </a:lvl4pPr>
      <a:lvl5pPr marL="2126323" indent="-236258" algn="l" rtl="0" eaLnBrk="0" fontAlgn="base" hangingPunct="0">
        <a:spcBef>
          <a:spcPct val="20000"/>
        </a:spcBef>
        <a:spcAft>
          <a:spcPct val="0"/>
        </a:spcAft>
        <a:buFont typeface="Arial" charset="0"/>
        <a:buChar char="»"/>
        <a:defRPr sz="2067" kern="1200">
          <a:solidFill>
            <a:schemeClr val="tx1"/>
          </a:solidFill>
          <a:latin typeface="+mn-lt"/>
          <a:ea typeface="+mn-ea"/>
          <a:cs typeface="+mn-cs"/>
        </a:defRPr>
      </a:lvl5pPr>
      <a:lvl6pPr marL="2598839" indent="-236258" algn="l" defTabSz="945032" rtl="0" eaLnBrk="1" latinLnBrk="0" hangingPunct="1">
        <a:spcBef>
          <a:spcPct val="20000"/>
        </a:spcBef>
        <a:buFont typeface="Arial" pitchFamily="34" charset="0"/>
        <a:buChar char="•"/>
        <a:defRPr sz="2067" kern="1200">
          <a:solidFill>
            <a:schemeClr val="tx1"/>
          </a:solidFill>
          <a:latin typeface="+mn-lt"/>
          <a:ea typeface="+mn-ea"/>
          <a:cs typeface="+mn-cs"/>
        </a:defRPr>
      </a:lvl6pPr>
      <a:lvl7pPr marL="3071355" indent="-236258" algn="l" defTabSz="945032" rtl="0" eaLnBrk="1" latinLnBrk="0" hangingPunct="1">
        <a:spcBef>
          <a:spcPct val="20000"/>
        </a:spcBef>
        <a:buFont typeface="Arial" pitchFamily="34" charset="0"/>
        <a:buChar char="•"/>
        <a:defRPr sz="2067" kern="1200">
          <a:solidFill>
            <a:schemeClr val="tx1"/>
          </a:solidFill>
          <a:latin typeface="+mn-lt"/>
          <a:ea typeface="+mn-ea"/>
          <a:cs typeface="+mn-cs"/>
        </a:defRPr>
      </a:lvl7pPr>
      <a:lvl8pPr marL="3543872" indent="-236258" algn="l" defTabSz="945032" rtl="0" eaLnBrk="1" latinLnBrk="0" hangingPunct="1">
        <a:spcBef>
          <a:spcPct val="20000"/>
        </a:spcBef>
        <a:buFont typeface="Arial" pitchFamily="34" charset="0"/>
        <a:buChar char="•"/>
        <a:defRPr sz="2067" kern="1200">
          <a:solidFill>
            <a:schemeClr val="tx1"/>
          </a:solidFill>
          <a:latin typeface="+mn-lt"/>
          <a:ea typeface="+mn-ea"/>
          <a:cs typeface="+mn-cs"/>
        </a:defRPr>
      </a:lvl8pPr>
      <a:lvl9pPr marL="4016388" indent="-236258" algn="l" defTabSz="945032" rtl="0" eaLnBrk="1" latinLnBrk="0" hangingPunct="1">
        <a:spcBef>
          <a:spcPct val="20000"/>
        </a:spcBef>
        <a:buFont typeface="Arial" pitchFamily="34" charset="0"/>
        <a:buChar char="•"/>
        <a:defRPr sz="2067" kern="1200">
          <a:solidFill>
            <a:schemeClr val="tx1"/>
          </a:solidFill>
          <a:latin typeface="+mn-lt"/>
          <a:ea typeface="+mn-ea"/>
          <a:cs typeface="+mn-cs"/>
        </a:defRPr>
      </a:lvl9pPr>
    </p:bodyStyle>
    <p:otherStyle>
      <a:defPPr>
        <a:defRPr lang="en-US"/>
      </a:defPPr>
      <a:lvl1pPr marL="0" algn="l" defTabSz="945032" rtl="0" eaLnBrk="1" latinLnBrk="0" hangingPunct="1">
        <a:defRPr sz="1860" kern="1200">
          <a:solidFill>
            <a:schemeClr val="tx1"/>
          </a:solidFill>
          <a:latin typeface="+mn-lt"/>
          <a:ea typeface="+mn-ea"/>
          <a:cs typeface="+mn-cs"/>
        </a:defRPr>
      </a:lvl1pPr>
      <a:lvl2pPr marL="472516" algn="l" defTabSz="945032" rtl="0" eaLnBrk="1" latinLnBrk="0" hangingPunct="1">
        <a:defRPr sz="1860" kern="1200">
          <a:solidFill>
            <a:schemeClr val="tx1"/>
          </a:solidFill>
          <a:latin typeface="+mn-lt"/>
          <a:ea typeface="+mn-ea"/>
          <a:cs typeface="+mn-cs"/>
        </a:defRPr>
      </a:lvl2pPr>
      <a:lvl3pPr marL="945032" algn="l" defTabSz="945032" rtl="0" eaLnBrk="1" latinLnBrk="0" hangingPunct="1">
        <a:defRPr sz="1860" kern="1200">
          <a:solidFill>
            <a:schemeClr val="tx1"/>
          </a:solidFill>
          <a:latin typeface="+mn-lt"/>
          <a:ea typeface="+mn-ea"/>
          <a:cs typeface="+mn-cs"/>
        </a:defRPr>
      </a:lvl3pPr>
      <a:lvl4pPr marL="1417549" algn="l" defTabSz="945032" rtl="0" eaLnBrk="1" latinLnBrk="0" hangingPunct="1">
        <a:defRPr sz="1860" kern="1200">
          <a:solidFill>
            <a:schemeClr val="tx1"/>
          </a:solidFill>
          <a:latin typeface="+mn-lt"/>
          <a:ea typeface="+mn-ea"/>
          <a:cs typeface="+mn-cs"/>
        </a:defRPr>
      </a:lvl4pPr>
      <a:lvl5pPr marL="1890065" algn="l" defTabSz="945032" rtl="0" eaLnBrk="1" latinLnBrk="0" hangingPunct="1">
        <a:defRPr sz="1860" kern="1200">
          <a:solidFill>
            <a:schemeClr val="tx1"/>
          </a:solidFill>
          <a:latin typeface="+mn-lt"/>
          <a:ea typeface="+mn-ea"/>
          <a:cs typeface="+mn-cs"/>
        </a:defRPr>
      </a:lvl5pPr>
      <a:lvl6pPr marL="2362581" algn="l" defTabSz="945032" rtl="0" eaLnBrk="1" latinLnBrk="0" hangingPunct="1">
        <a:defRPr sz="1860" kern="1200">
          <a:solidFill>
            <a:schemeClr val="tx1"/>
          </a:solidFill>
          <a:latin typeface="+mn-lt"/>
          <a:ea typeface="+mn-ea"/>
          <a:cs typeface="+mn-cs"/>
        </a:defRPr>
      </a:lvl6pPr>
      <a:lvl7pPr marL="2835097" algn="l" defTabSz="945032" rtl="0" eaLnBrk="1" latinLnBrk="0" hangingPunct="1">
        <a:defRPr sz="1860" kern="1200">
          <a:solidFill>
            <a:schemeClr val="tx1"/>
          </a:solidFill>
          <a:latin typeface="+mn-lt"/>
          <a:ea typeface="+mn-ea"/>
          <a:cs typeface="+mn-cs"/>
        </a:defRPr>
      </a:lvl7pPr>
      <a:lvl8pPr marL="3307613" algn="l" defTabSz="945032" rtl="0" eaLnBrk="1" latinLnBrk="0" hangingPunct="1">
        <a:defRPr sz="1860" kern="1200">
          <a:solidFill>
            <a:schemeClr val="tx1"/>
          </a:solidFill>
          <a:latin typeface="+mn-lt"/>
          <a:ea typeface="+mn-ea"/>
          <a:cs typeface="+mn-cs"/>
        </a:defRPr>
      </a:lvl8pPr>
      <a:lvl9pPr marL="3780130" algn="l" defTabSz="945032" rtl="0" eaLnBrk="1" latinLnBrk="0" hangingPunct="1">
        <a:defRPr sz="18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shingle">
          <a:fgClr>
            <a:srgbClr val="38FF24"/>
          </a:fgClr>
          <a:bgClr>
            <a:schemeClr val="bg1"/>
          </a:bgClr>
        </a:patt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6"/>
          <a:stretch>
            <a:fillRect/>
          </a:stretch>
        </p:blipFill>
        <p:spPr>
          <a:xfrm>
            <a:off x="716837" y="537633"/>
            <a:ext cx="12903041" cy="1625132"/>
          </a:xfrm>
          <a:prstGeom prst="rect">
            <a:avLst/>
          </a:prstGeom>
        </p:spPr>
      </p:pic>
      <p:sp>
        <p:nvSpPr>
          <p:cNvPr id="2" name="Title Placeholder 1"/>
          <p:cNvSpPr>
            <a:spLocks noGrp="1"/>
          </p:cNvSpPr>
          <p:nvPr>
            <p:ph type="title"/>
          </p:nvPr>
        </p:nvSpPr>
        <p:spPr>
          <a:xfrm>
            <a:off x="1032942" y="536520"/>
            <a:ext cx="12268344" cy="1555798"/>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584179" y="2688170"/>
            <a:ext cx="9717106" cy="45157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0489695" y="7635142"/>
            <a:ext cx="3345233" cy="429360"/>
          </a:xfrm>
          <a:prstGeom prst="rect">
            <a:avLst/>
          </a:prstGeom>
        </p:spPr>
        <p:txBody>
          <a:bodyPr vert="horz" lIns="91440" tIns="45720" rIns="91440" bIns="45720" rtlCol="0" anchor="ctr"/>
          <a:lstStyle>
            <a:lvl1pPr algn="r">
              <a:defRPr sz="1137" b="1">
                <a:solidFill>
                  <a:schemeClr val="bg1">
                    <a:lumMod val="65000"/>
                  </a:schemeClr>
                </a:solidFill>
                <a:latin typeface="Calibri" pitchFamily="34" charset="0"/>
              </a:defRPr>
            </a:lvl1pPr>
          </a:lstStyle>
          <a:p>
            <a:pPr>
              <a:defRPr/>
            </a:pPr>
            <a:fld id="{C8C47462-53F4-2D40-9D22-93EDAD5E47A4}" type="datetime1">
              <a:rPr lang="en-GB" smtClean="0"/>
              <a:t>31/01/2024</a:t>
            </a:fld>
            <a:endParaRPr lang="en-US" dirty="0"/>
          </a:p>
        </p:txBody>
      </p:sp>
      <p:sp>
        <p:nvSpPr>
          <p:cNvPr id="5" name="Footer Placeholder 4"/>
          <p:cNvSpPr>
            <a:spLocks noGrp="1"/>
          </p:cNvSpPr>
          <p:nvPr>
            <p:ph type="ftr" sz="quarter" idx="3"/>
          </p:nvPr>
        </p:nvSpPr>
        <p:spPr>
          <a:xfrm>
            <a:off x="498973" y="7635142"/>
            <a:ext cx="5355186" cy="429360"/>
          </a:xfrm>
          <a:prstGeom prst="rect">
            <a:avLst/>
          </a:prstGeom>
        </p:spPr>
        <p:txBody>
          <a:bodyPr vert="horz" lIns="91440" tIns="45720" rIns="91440" bIns="45720" rtlCol="0" anchor="ctr"/>
          <a:lstStyle>
            <a:lvl1pPr marL="0" algn="l" defTabSz="945032" rtl="0" eaLnBrk="1" latinLnBrk="0" hangingPunct="1">
              <a:defRPr sz="1137"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593705" y="7231697"/>
            <a:ext cx="836308" cy="429360"/>
          </a:xfrm>
          <a:prstGeom prst="rect">
            <a:avLst/>
          </a:prstGeom>
        </p:spPr>
        <p:txBody>
          <a:bodyPr vert="horz" lIns="91440" tIns="91440" rIns="91440" bIns="91440" rtlCol="0" anchor="ctr"/>
          <a:lstStyle>
            <a:lvl1pPr algn="l">
              <a:defRPr sz="186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501786" y="376344"/>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716837" y="2164833"/>
            <a:ext cx="12903041" cy="13978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hf hdr="0" ftr="0" dt="0"/>
  <p:txStyles>
    <p:titleStyle>
      <a:lvl1pPr algn="r" defTabSz="945032" rtl="0" eaLnBrk="1" latinLnBrk="0" hangingPunct="1">
        <a:lnSpc>
          <a:spcPts val="5581"/>
        </a:lnSpc>
        <a:spcBef>
          <a:spcPct val="0"/>
        </a:spcBef>
        <a:buNone/>
        <a:defRPr sz="5374"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92041" indent="-292041" algn="l" defTabSz="945032" rtl="0" eaLnBrk="1" latinLnBrk="0" hangingPunct="1">
        <a:spcBef>
          <a:spcPts val="1860"/>
        </a:spcBef>
        <a:buClr>
          <a:schemeClr val="accent1"/>
        </a:buClr>
        <a:buSzPct val="75000"/>
        <a:buFont typeface="Wingdings" pitchFamily="2" charset="2"/>
        <a:buChar char="n"/>
        <a:defRPr sz="2067" kern="1200">
          <a:solidFill>
            <a:schemeClr val="tx1">
              <a:lumMod val="85000"/>
              <a:lumOff val="15000"/>
            </a:schemeClr>
          </a:solidFill>
          <a:latin typeface="+mn-lt"/>
          <a:ea typeface="+mn-ea"/>
          <a:cs typeface="+mn-cs"/>
        </a:defRPr>
      </a:lvl1pPr>
      <a:lvl2pPr marL="597208" indent="-305167" algn="l" defTabSz="945032" rtl="0" eaLnBrk="1" latinLnBrk="0" hangingPunct="1">
        <a:spcBef>
          <a:spcPts val="620"/>
        </a:spcBef>
        <a:buClr>
          <a:schemeClr val="accent1"/>
        </a:buClr>
        <a:buSzPct val="75000"/>
        <a:buFont typeface="Wingdings" pitchFamily="2" charset="2"/>
        <a:buChar char="n"/>
        <a:defRPr sz="1860" kern="1200">
          <a:solidFill>
            <a:schemeClr val="tx1">
              <a:lumMod val="85000"/>
              <a:lumOff val="15000"/>
            </a:schemeClr>
          </a:solidFill>
          <a:latin typeface="+mn-lt"/>
          <a:ea typeface="+mn-ea"/>
          <a:cs typeface="+mn-cs"/>
        </a:defRPr>
      </a:lvl2pPr>
      <a:lvl3pPr marL="889249" indent="-292041" algn="l" defTabSz="945032" rtl="0" eaLnBrk="1" latinLnBrk="0" hangingPunct="1">
        <a:spcBef>
          <a:spcPts val="620"/>
        </a:spcBef>
        <a:buClr>
          <a:schemeClr val="accent1"/>
        </a:buClr>
        <a:buSzPct val="75000"/>
        <a:buFont typeface="Wingdings" pitchFamily="2" charset="2"/>
        <a:buChar char="n"/>
        <a:defRPr sz="1860" kern="1200">
          <a:solidFill>
            <a:schemeClr val="tx1">
              <a:lumMod val="85000"/>
              <a:lumOff val="15000"/>
            </a:schemeClr>
          </a:solidFill>
          <a:latin typeface="+mn-lt"/>
          <a:ea typeface="+mn-ea"/>
          <a:cs typeface="+mn-cs"/>
        </a:defRPr>
      </a:lvl3pPr>
      <a:lvl4pPr marL="1181291" indent="-292041" algn="l" defTabSz="945032" rtl="0" eaLnBrk="1" latinLnBrk="0" hangingPunct="1">
        <a:spcBef>
          <a:spcPts val="620"/>
        </a:spcBef>
        <a:buClr>
          <a:schemeClr val="accent1"/>
        </a:buClr>
        <a:buSzPct val="75000"/>
        <a:buFont typeface="Wingdings" pitchFamily="2" charset="2"/>
        <a:buChar char="n"/>
        <a:defRPr sz="1860" kern="1200">
          <a:solidFill>
            <a:schemeClr val="tx1">
              <a:lumMod val="85000"/>
              <a:lumOff val="15000"/>
            </a:schemeClr>
          </a:solidFill>
          <a:latin typeface="+mn-lt"/>
          <a:ea typeface="+mn-ea"/>
          <a:cs typeface="+mn-cs"/>
        </a:defRPr>
      </a:lvl4pPr>
      <a:lvl5pPr marL="1473332" indent="-292041" algn="l" defTabSz="945032" rtl="0" eaLnBrk="1" latinLnBrk="0" hangingPunct="1">
        <a:spcBef>
          <a:spcPts val="620"/>
        </a:spcBef>
        <a:buClr>
          <a:schemeClr val="accent1"/>
        </a:buClr>
        <a:buSzPct val="75000"/>
        <a:buFont typeface="Wingdings" pitchFamily="2" charset="2"/>
        <a:buChar char="n"/>
        <a:defRPr sz="1860" kern="1200">
          <a:solidFill>
            <a:schemeClr val="tx1">
              <a:lumMod val="85000"/>
              <a:lumOff val="15000"/>
            </a:schemeClr>
          </a:solidFill>
          <a:latin typeface="+mn-lt"/>
          <a:ea typeface="+mn-ea"/>
          <a:cs typeface="+mn-cs"/>
        </a:defRPr>
      </a:lvl5pPr>
      <a:lvl6pPr marL="2598839" indent="-236258" algn="l" defTabSz="945032" rtl="0" eaLnBrk="1" latinLnBrk="0" hangingPunct="1">
        <a:spcBef>
          <a:spcPct val="20000"/>
        </a:spcBef>
        <a:buFont typeface="Arial" pitchFamily="34" charset="0"/>
        <a:buChar char="•"/>
        <a:defRPr sz="2067" kern="1200">
          <a:solidFill>
            <a:schemeClr val="tx1"/>
          </a:solidFill>
          <a:latin typeface="+mn-lt"/>
          <a:ea typeface="+mn-ea"/>
          <a:cs typeface="+mn-cs"/>
        </a:defRPr>
      </a:lvl6pPr>
      <a:lvl7pPr marL="3071355" indent="-236258" algn="l" defTabSz="945032" rtl="0" eaLnBrk="1" latinLnBrk="0" hangingPunct="1">
        <a:spcBef>
          <a:spcPct val="20000"/>
        </a:spcBef>
        <a:buFont typeface="Arial" pitchFamily="34" charset="0"/>
        <a:buChar char="•"/>
        <a:defRPr sz="2067" kern="1200">
          <a:solidFill>
            <a:schemeClr val="tx1"/>
          </a:solidFill>
          <a:latin typeface="+mn-lt"/>
          <a:ea typeface="+mn-ea"/>
          <a:cs typeface="+mn-cs"/>
        </a:defRPr>
      </a:lvl7pPr>
      <a:lvl8pPr marL="3543872" indent="-236258" algn="l" defTabSz="945032" rtl="0" eaLnBrk="1" latinLnBrk="0" hangingPunct="1">
        <a:spcBef>
          <a:spcPct val="20000"/>
        </a:spcBef>
        <a:buFont typeface="Arial" pitchFamily="34" charset="0"/>
        <a:buChar char="•"/>
        <a:defRPr sz="2067" kern="1200">
          <a:solidFill>
            <a:schemeClr val="tx1"/>
          </a:solidFill>
          <a:latin typeface="+mn-lt"/>
          <a:ea typeface="+mn-ea"/>
          <a:cs typeface="+mn-cs"/>
        </a:defRPr>
      </a:lvl8pPr>
      <a:lvl9pPr marL="4016388" indent="-236258" algn="l" defTabSz="945032" rtl="0" eaLnBrk="1" latinLnBrk="0" hangingPunct="1">
        <a:spcBef>
          <a:spcPct val="20000"/>
        </a:spcBef>
        <a:buFont typeface="Arial" pitchFamily="34" charset="0"/>
        <a:buChar char="•"/>
        <a:defRPr sz="2067" kern="1200">
          <a:solidFill>
            <a:schemeClr val="tx1"/>
          </a:solidFill>
          <a:latin typeface="+mn-lt"/>
          <a:ea typeface="+mn-ea"/>
          <a:cs typeface="+mn-cs"/>
        </a:defRPr>
      </a:lvl9pPr>
    </p:bodyStyle>
    <p:otherStyle>
      <a:defPPr>
        <a:defRPr/>
      </a:defPPr>
      <a:lvl1pPr marL="0" algn="l" defTabSz="945032" rtl="0" eaLnBrk="1" latinLnBrk="0" hangingPunct="1">
        <a:defRPr sz="1860" kern="1200">
          <a:solidFill>
            <a:schemeClr val="tx1"/>
          </a:solidFill>
          <a:latin typeface="+mn-lt"/>
          <a:ea typeface="+mn-ea"/>
          <a:cs typeface="+mn-cs"/>
        </a:defRPr>
      </a:lvl1pPr>
      <a:lvl2pPr marL="472516" algn="l" defTabSz="945032" rtl="0" eaLnBrk="1" latinLnBrk="0" hangingPunct="1">
        <a:defRPr sz="1860" kern="1200">
          <a:solidFill>
            <a:schemeClr val="tx1"/>
          </a:solidFill>
          <a:latin typeface="+mn-lt"/>
          <a:ea typeface="+mn-ea"/>
          <a:cs typeface="+mn-cs"/>
        </a:defRPr>
      </a:lvl2pPr>
      <a:lvl3pPr marL="945032" algn="l" defTabSz="945032" rtl="0" eaLnBrk="1" latinLnBrk="0" hangingPunct="1">
        <a:defRPr sz="1860" kern="1200">
          <a:solidFill>
            <a:schemeClr val="tx1"/>
          </a:solidFill>
          <a:latin typeface="+mn-lt"/>
          <a:ea typeface="+mn-ea"/>
          <a:cs typeface="+mn-cs"/>
        </a:defRPr>
      </a:lvl3pPr>
      <a:lvl4pPr marL="1417549" algn="l" defTabSz="945032" rtl="0" eaLnBrk="1" latinLnBrk="0" hangingPunct="1">
        <a:defRPr sz="1860" kern="1200">
          <a:solidFill>
            <a:schemeClr val="tx1"/>
          </a:solidFill>
          <a:latin typeface="+mn-lt"/>
          <a:ea typeface="+mn-ea"/>
          <a:cs typeface="+mn-cs"/>
        </a:defRPr>
      </a:lvl4pPr>
      <a:lvl5pPr marL="1890065" algn="l" defTabSz="945032" rtl="0" eaLnBrk="1" latinLnBrk="0" hangingPunct="1">
        <a:defRPr sz="1860" kern="1200">
          <a:solidFill>
            <a:schemeClr val="tx1"/>
          </a:solidFill>
          <a:latin typeface="+mn-lt"/>
          <a:ea typeface="+mn-ea"/>
          <a:cs typeface="+mn-cs"/>
        </a:defRPr>
      </a:lvl5pPr>
      <a:lvl6pPr marL="2362581" algn="l" defTabSz="945032" rtl="0" eaLnBrk="1" latinLnBrk="0" hangingPunct="1">
        <a:defRPr sz="1860" kern="1200">
          <a:solidFill>
            <a:schemeClr val="tx1"/>
          </a:solidFill>
          <a:latin typeface="+mn-lt"/>
          <a:ea typeface="+mn-ea"/>
          <a:cs typeface="+mn-cs"/>
        </a:defRPr>
      </a:lvl6pPr>
      <a:lvl7pPr marL="2835097" algn="l" defTabSz="945032" rtl="0" eaLnBrk="1" latinLnBrk="0" hangingPunct="1">
        <a:defRPr sz="1860" kern="1200">
          <a:solidFill>
            <a:schemeClr val="tx1"/>
          </a:solidFill>
          <a:latin typeface="+mn-lt"/>
          <a:ea typeface="+mn-ea"/>
          <a:cs typeface="+mn-cs"/>
        </a:defRPr>
      </a:lvl7pPr>
      <a:lvl8pPr marL="3307613" algn="l" defTabSz="945032" rtl="0" eaLnBrk="1" latinLnBrk="0" hangingPunct="1">
        <a:defRPr sz="1860" kern="1200">
          <a:solidFill>
            <a:schemeClr val="tx1"/>
          </a:solidFill>
          <a:latin typeface="+mn-lt"/>
          <a:ea typeface="+mn-ea"/>
          <a:cs typeface="+mn-cs"/>
        </a:defRPr>
      </a:lvl8pPr>
      <a:lvl9pPr marL="3780130" algn="l" defTabSz="945032" rtl="0" eaLnBrk="1" latinLnBrk="0" hangingPunct="1">
        <a:defRPr sz="18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716838" y="537633"/>
            <a:ext cx="12903041" cy="1625132"/>
          </a:xfrm>
          <a:prstGeom prst="rect">
            <a:avLst/>
          </a:prstGeom>
        </p:spPr>
      </p:pic>
      <p:sp>
        <p:nvSpPr>
          <p:cNvPr id="2" name="Title Placeholder 1"/>
          <p:cNvSpPr>
            <a:spLocks noGrp="1"/>
          </p:cNvSpPr>
          <p:nvPr>
            <p:ph type="title"/>
          </p:nvPr>
        </p:nvSpPr>
        <p:spPr>
          <a:xfrm>
            <a:off x="1032942" y="536523"/>
            <a:ext cx="12268344" cy="1555798"/>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584179" y="2688169"/>
            <a:ext cx="9717105" cy="45157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0489696" y="7635144"/>
            <a:ext cx="3345233" cy="429360"/>
          </a:xfrm>
          <a:prstGeom prst="rect">
            <a:avLst/>
          </a:prstGeom>
        </p:spPr>
        <p:txBody>
          <a:bodyPr vert="horz" lIns="91440" tIns="45720" rIns="91440" bIns="45720" rtlCol="0" anchor="ctr"/>
          <a:lstStyle>
            <a:lvl1pPr algn="r">
              <a:defRPr sz="1294" b="1">
                <a:solidFill>
                  <a:schemeClr val="bg1">
                    <a:lumMod val="65000"/>
                  </a:schemeClr>
                </a:solidFill>
                <a:latin typeface="Calibri" pitchFamily="34" charset="0"/>
              </a:defRPr>
            </a:lvl1pPr>
          </a:lstStyle>
          <a:p>
            <a:pPr>
              <a:defRPr/>
            </a:pPr>
            <a:fld id="{3B41AE3D-EC6B-B04C-92EC-C3B287712F3A}" type="datetime1">
              <a:rPr lang="en-US" smtClean="0"/>
              <a:t>1/31/2024</a:t>
            </a:fld>
            <a:endParaRPr lang="en-US" dirty="0"/>
          </a:p>
        </p:txBody>
      </p:sp>
      <p:sp>
        <p:nvSpPr>
          <p:cNvPr id="5" name="Footer Placeholder 4"/>
          <p:cNvSpPr>
            <a:spLocks noGrp="1"/>
          </p:cNvSpPr>
          <p:nvPr>
            <p:ph type="ftr" sz="quarter" idx="3"/>
          </p:nvPr>
        </p:nvSpPr>
        <p:spPr>
          <a:xfrm>
            <a:off x="498972" y="7635144"/>
            <a:ext cx="5355186" cy="429360"/>
          </a:xfrm>
          <a:prstGeom prst="rect">
            <a:avLst/>
          </a:prstGeom>
        </p:spPr>
        <p:txBody>
          <a:bodyPr vert="horz" lIns="91440" tIns="45720" rIns="91440" bIns="45720" rtlCol="0" anchor="ctr"/>
          <a:lstStyle>
            <a:lvl1pPr marL="0" algn="l" defTabSz="1075245" rtl="0" eaLnBrk="1" latinLnBrk="0" hangingPunct="1">
              <a:defRPr sz="1294"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593705" y="7231699"/>
            <a:ext cx="836307" cy="429360"/>
          </a:xfrm>
          <a:prstGeom prst="rect">
            <a:avLst/>
          </a:prstGeom>
        </p:spPr>
        <p:txBody>
          <a:bodyPr vert="horz" lIns="91440" tIns="91440" rIns="91440" bIns="91440" rtlCol="0" anchor="ctr"/>
          <a:lstStyle>
            <a:lvl1pPr algn="l">
              <a:defRPr sz="2116" b="0">
                <a:solidFill>
                  <a:schemeClr val="accent1"/>
                </a:solidFill>
                <a:latin typeface="Calibri" pitchFamily="34" charset="0"/>
              </a:defRPr>
            </a:lvl1pPr>
          </a:lstStyle>
          <a:p>
            <a:pPr>
              <a:defRPr/>
            </a:pPr>
            <a:fld id="{FDF6211F-5278-4B8E-96CF-461F9E543AC9}" type="slidenum">
              <a:rPr lang="en-US" smtClean="0"/>
              <a:pPr>
                <a:defRPr/>
              </a:pPr>
              <a:t>‹#›</a:t>
            </a:fld>
            <a:endParaRPr lang="en-US" dirty="0"/>
          </a:p>
        </p:txBody>
      </p:sp>
      <p:sp>
        <p:nvSpPr>
          <p:cNvPr id="7" name="Rectangle 6"/>
          <p:cNvSpPr/>
          <p:nvPr/>
        </p:nvSpPr>
        <p:spPr>
          <a:xfrm>
            <a:off x="501787" y="376345"/>
            <a:ext cx="13333143" cy="7311813"/>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716838" y="2164832"/>
            <a:ext cx="12903041" cy="13978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616465487"/>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Lst>
  <p:transition/>
  <p:hf sldNum="0" hdr="0" dt="0"/>
  <p:txStyles>
    <p:titleStyle>
      <a:lvl1pPr algn="r" defTabSz="1075245" rtl="0" eaLnBrk="1" latinLnBrk="0" hangingPunct="1">
        <a:lnSpc>
          <a:spcPts val="6350"/>
        </a:lnSpc>
        <a:spcBef>
          <a:spcPct val="0"/>
        </a:spcBef>
        <a:buNone/>
        <a:defRPr sz="6114"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332280" indent="-332280" algn="l" defTabSz="1075245" rtl="0" eaLnBrk="1" latinLnBrk="0" hangingPunct="1">
        <a:spcBef>
          <a:spcPts val="2116"/>
        </a:spcBef>
        <a:buClr>
          <a:schemeClr val="accent1"/>
        </a:buClr>
        <a:buSzPct val="75000"/>
        <a:buFont typeface="Wingdings" pitchFamily="2" charset="2"/>
        <a:buChar char="n"/>
        <a:defRPr sz="2351" kern="1200">
          <a:solidFill>
            <a:schemeClr val="tx1">
              <a:lumMod val="85000"/>
              <a:lumOff val="15000"/>
            </a:schemeClr>
          </a:solidFill>
          <a:latin typeface="+mn-lt"/>
          <a:ea typeface="+mn-ea"/>
          <a:cs typeface="+mn-cs"/>
        </a:defRPr>
      </a:lvl1pPr>
      <a:lvl2pPr marL="679495" indent="-347215" algn="l" defTabSz="1075245" rtl="0" eaLnBrk="1" latinLnBrk="0" hangingPunct="1">
        <a:spcBef>
          <a:spcPts val="706"/>
        </a:spcBef>
        <a:buClr>
          <a:schemeClr val="accent1"/>
        </a:buClr>
        <a:buSzPct val="75000"/>
        <a:buFont typeface="Wingdings" pitchFamily="2" charset="2"/>
        <a:buChar char="n"/>
        <a:defRPr sz="2116" kern="1200">
          <a:solidFill>
            <a:schemeClr val="tx1">
              <a:lumMod val="85000"/>
              <a:lumOff val="15000"/>
            </a:schemeClr>
          </a:solidFill>
          <a:latin typeface="+mn-lt"/>
          <a:ea typeface="+mn-ea"/>
          <a:cs typeface="+mn-cs"/>
        </a:defRPr>
      </a:lvl2pPr>
      <a:lvl3pPr marL="1011776" indent="-332280" algn="l" defTabSz="1075245" rtl="0" eaLnBrk="1" latinLnBrk="0" hangingPunct="1">
        <a:spcBef>
          <a:spcPts val="706"/>
        </a:spcBef>
        <a:buClr>
          <a:schemeClr val="accent1"/>
        </a:buClr>
        <a:buSzPct val="75000"/>
        <a:buFont typeface="Wingdings" pitchFamily="2" charset="2"/>
        <a:buChar char="n"/>
        <a:defRPr sz="2116" kern="1200">
          <a:solidFill>
            <a:schemeClr val="tx1">
              <a:lumMod val="85000"/>
              <a:lumOff val="15000"/>
            </a:schemeClr>
          </a:solidFill>
          <a:latin typeface="+mn-lt"/>
          <a:ea typeface="+mn-ea"/>
          <a:cs typeface="+mn-cs"/>
        </a:defRPr>
      </a:lvl3pPr>
      <a:lvl4pPr marL="1344057" indent="-332280" algn="l" defTabSz="1075245" rtl="0" eaLnBrk="1" latinLnBrk="0" hangingPunct="1">
        <a:spcBef>
          <a:spcPts val="706"/>
        </a:spcBef>
        <a:buClr>
          <a:schemeClr val="accent1"/>
        </a:buClr>
        <a:buSzPct val="75000"/>
        <a:buFont typeface="Wingdings" pitchFamily="2" charset="2"/>
        <a:buChar char="n"/>
        <a:defRPr sz="2116" kern="1200">
          <a:solidFill>
            <a:schemeClr val="tx1">
              <a:lumMod val="85000"/>
              <a:lumOff val="15000"/>
            </a:schemeClr>
          </a:solidFill>
          <a:latin typeface="+mn-lt"/>
          <a:ea typeface="+mn-ea"/>
          <a:cs typeface="+mn-cs"/>
        </a:defRPr>
      </a:lvl4pPr>
      <a:lvl5pPr marL="1676338" indent="-332280" algn="l" defTabSz="1075245" rtl="0" eaLnBrk="1" latinLnBrk="0" hangingPunct="1">
        <a:spcBef>
          <a:spcPts val="706"/>
        </a:spcBef>
        <a:buClr>
          <a:schemeClr val="accent1"/>
        </a:buClr>
        <a:buSzPct val="75000"/>
        <a:buFont typeface="Wingdings" pitchFamily="2" charset="2"/>
        <a:buChar char="n"/>
        <a:defRPr sz="2116" kern="1200">
          <a:solidFill>
            <a:schemeClr val="tx1">
              <a:lumMod val="85000"/>
              <a:lumOff val="15000"/>
            </a:schemeClr>
          </a:solidFill>
          <a:latin typeface="+mn-lt"/>
          <a:ea typeface="+mn-ea"/>
          <a:cs typeface="+mn-cs"/>
        </a:defRPr>
      </a:lvl5pPr>
      <a:lvl6pPr marL="2956926" indent="-268811" algn="l" defTabSz="1075245" rtl="0" eaLnBrk="1" latinLnBrk="0" hangingPunct="1">
        <a:spcBef>
          <a:spcPct val="20000"/>
        </a:spcBef>
        <a:buFont typeface="Arial" pitchFamily="34" charset="0"/>
        <a:buChar char="•"/>
        <a:defRPr sz="2351" kern="1200">
          <a:solidFill>
            <a:schemeClr val="tx1"/>
          </a:solidFill>
          <a:latin typeface="+mn-lt"/>
          <a:ea typeface="+mn-ea"/>
          <a:cs typeface="+mn-cs"/>
        </a:defRPr>
      </a:lvl6pPr>
      <a:lvl7pPr marL="3494548" indent="-268811" algn="l" defTabSz="1075245" rtl="0" eaLnBrk="1" latinLnBrk="0" hangingPunct="1">
        <a:spcBef>
          <a:spcPct val="20000"/>
        </a:spcBef>
        <a:buFont typeface="Arial" pitchFamily="34" charset="0"/>
        <a:buChar char="•"/>
        <a:defRPr sz="2351" kern="1200">
          <a:solidFill>
            <a:schemeClr val="tx1"/>
          </a:solidFill>
          <a:latin typeface="+mn-lt"/>
          <a:ea typeface="+mn-ea"/>
          <a:cs typeface="+mn-cs"/>
        </a:defRPr>
      </a:lvl7pPr>
      <a:lvl8pPr marL="4032172" indent="-268811" algn="l" defTabSz="1075245" rtl="0" eaLnBrk="1" latinLnBrk="0" hangingPunct="1">
        <a:spcBef>
          <a:spcPct val="20000"/>
        </a:spcBef>
        <a:buFont typeface="Arial" pitchFamily="34" charset="0"/>
        <a:buChar char="•"/>
        <a:defRPr sz="2351" kern="1200">
          <a:solidFill>
            <a:schemeClr val="tx1"/>
          </a:solidFill>
          <a:latin typeface="+mn-lt"/>
          <a:ea typeface="+mn-ea"/>
          <a:cs typeface="+mn-cs"/>
        </a:defRPr>
      </a:lvl8pPr>
      <a:lvl9pPr marL="4569794" indent="-268811" algn="l" defTabSz="1075245" rtl="0" eaLnBrk="1" latinLnBrk="0" hangingPunct="1">
        <a:spcBef>
          <a:spcPct val="20000"/>
        </a:spcBef>
        <a:buFont typeface="Arial" pitchFamily="34" charset="0"/>
        <a:buChar char="•"/>
        <a:defRPr sz="2351" kern="1200">
          <a:solidFill>
            <a:schemeClr val="tx1"/>
          </a:solidFill>
          <a:latin typeface="+mn-lt"/>
          <a:ea typeface="+mn-ea"/>
          <a:cs typeface="+mn-cs"/>
        </a:defRPr>
      </a:lvl9pPr>
    </p:bodyStyle>
    <p:otherStyle>
      <a:defPPr>
        <a:defRPr/>
      </a:defPPr>
      <a:lvl1pPr marL="0" algn="l" defTabSz="1075245" rtl="0" eaLnBrk="1" latinLnBrk="0" hangingPunct="1">
        <a:defRPr sz="2116" kern="1200">
          <a:solidFill>
            <a:schemeClr val="tx1"/>
          </a:solidFill>
          <a:latin typeface="+mn-lt"/>
          <a:ea typeface="+mn-ea"/>
          <a:cs typeface="+mn-cs"/>
        </a:defRPr>
      </a:lvl1pPr>
      <a:lvl2pPr marL="537623" algn="l" defTabSz="1075245" rtl="0" eaLnBrk="1" latinLnBrk="0" hangingPunct="1">
        <a:defRPr sz="2116" kern="1200">
          <a:solidFill>
            <a:schemeClr val="tx1"/>
          </a:solidFill>
          <a:latin typeface="+mn-lt"/>
          <a:ea typeface="+mn-ea"/>
          <a:cs typeface="+mn-cs"/>
        </a:defRPr>
      </a:lvl2pPr>
      <a:lvl3pPr marL="1075245" algn="l" defTabSz="1075245" rtl="0" eaLnBrk="1" latinLnBrk="0" hangingPunct="1">
        <a:defRPr sz="2116" kern="1200">
          <a:solidFill>
            <a:schemeClr val="tx1"/>
          </a:solidFill>
          <a:latin typeface="+mn-lt"/>
          <a:ea typeface="+mn-ea"/>
          <a:cs typeface="+mn-cs"/>
        </a:defRPr>
      </a:lvl3pPr>
      <a:lvl4pPr marL="1612870" algn="l" defTabSz="1075245" rtl="0" eaLnBrk="1" latinLnBrk="0" hangingPunct="1">
        <a:defRPr sz="2116" kern="1200">
          <a:solidFill>
            <a:schemeClr val="tx1"/>
          </a:solidFill>
          <a:latin typeface="+mn-lt"/>
          <a:ea typeface="+mn-ea"/>
          <a:cs typeface="+mn-cs"/>
        </a:defRPr>
      </a:lvl4pPr>
      <a:lvl5pPr marL="2150492" algn="l" defTabSz="1075245" rtl="0" eaLnBrk="1" latinLnBrk="0" hangingPunct="1">
        <a:defRPr sz="2116" kern="1200">
          <a:solidFill>
            <a:schemeClr val="tx1"/>
          </a:solidFill>
          <a:latin typeface="+mn-lt"/>
          <a:ea typeface="+mn-ea"/>
          <a:cs typeface="+mn-cs"/>
        </a:defRPr>
      </a:lvl5pPr>
      <a:lvl6pPr marL="2688115" algn="l" defTabSz="1075245" rtl="0" eaLnBrk="1" latinLnBrk="0" hangingPunct="1">
        <a:defRPr sz="2116" kern="1200">
          <a:solidFill>
            <a:schemeClr val="tx1"/>
          </a:solidFill>
          <a:latin typeface="+mn-lt"/>
          <a:ea typeface="+mn-ea"/>
          <a:cs typeface="+mn-cs"/>
        </a:defRPr>
      </a:lvl6pPr>
      <a:lvl7pPr marL="3225737" algn="l" defTabSz="1075245" rtl="0" eaLnBrk="1" latinLnBrk="0" hangingPunct="1">
        <a:defRPr sz="2116" kern="1200">
          <a:solidFill>
            <a:schemeClr val="tx1"/>
          </a:solidFill>
          <a:latin typeface="+mn-lt"/>
          <a:ea typeface="+mn-ea"/>
          <a:cs typeface="+mn-cs"/>
        </a:defRPr>
      </a:lvl7pPr>
      <a:lvl8pPr marL="3763360" algn="l" defTabSz="1075245" rtl="0" eaLnBrk="1" latinLnBrk="0" hangingPunct="1">
        <a:defRPr sz="2116" kern="1200">
          <a:solidFill>
            <a:schemeClr val="tx1"/>
          </a:solidFill>
          <a:latin typeface="+mn-lt"/>
          <a:ea typeface="+mn-ea"/>
          <a:cs typeface="+mn-cs"/>
        </a:defRPr>
      </a:lvl8pPr>
      <a:lvl9pPr marL="4300983" algn="l" defTabSz="1075245" rtl="0" eaLnBrk="1" latinLnBrk="0" hangingPunct="1">
        <a:defRPr sz="2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hyperlink" Target="https://ulsteruniversity.display.vevox.com/#/present/403909/113MF37LDC3RK67KP2GL" TargetMode="External"/><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hyperlink" Target="https://www.archdaily.com/author/lilly-cao"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ulsteruniversity.display.vevox.com/#/present/403909/113MF37LDC3RK67KP2GL" TargetMode="Externa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5.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ulsteruniversity.display.vevox.com/#/present/403909/113MF37LDC3RK67KP2GL" TargetMode="Externa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6.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7.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31.wmf"/></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8.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9.xml"/><Relationship Id="rId1" Type="http://schemas.openxmlformats.org/officeDocument/2006/relationships/slideLayout" Target="../slideLayouts/slideLayout18.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ulsteruniversity.display.vevox.com/#/present/403909/113MF37LDC3RK67KP2GL" TargetMode="Externa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4272756" y="2432050"/>
            <a:ext cx="8382000" cy="1576290"/>
          </a:xfrm>
        </p:spPr>
        <p:txBody>
          <a:bodyPr/>
          <a:lstStyle/>
          <a:p>
            <a:pPr algn="ctr"/>
            <a:r>
              <a:rPr lang="en-US" dirty="0"/>
              <a:t>Chapter 4</a:t>
            </a:r>
            <a:br>
              <a:rPr lang="en-US" dirty="0"/>
            </a:br>
            <a:br>
              <a:rPr lang="en-US" dirty="0"/>
            </a:br>
            <a:r>
              <a:rPr lang="en-US" dirty="0"/>
              <a:t>Processes and </a:t>
            </a:r>
            <a:r>
              <a:rPr lang="en-US" sz="6000" dirty="0"/>
              <a:t>Threads</a:t>
            </a:r>
          </a:p>
        </p:txBody>
      </p:sp>
      <p:sp>
        <p:nvSpPr>
          <p:cNvPr id="10" name="Subtitle 9"/>
          <p:cNvSpPr>
            <a:spLocks noGrp="1"/>
          </p:cNvSpPr>
          <p:nvPr>
            <p:ph type="body" idx="1"/>
          </p:nvPr>
        </p:nvSpPr>
        <p:spPr>
          <a:xfrm>
            <a:off x="1072356" y="5327650"/>
            <a:ext cx="2547032" cy="838040"/>
          </a:xfrm>
        </p:spPr>
        <p:txBody>
          <a:bodyPr>
            <a:normAutofit/>
          </a:bodyPr>
          <a:lstStyle/>
          <a:p>
            <a:r>
              <a:rPr lang="en-US" dirty="0"/>
              <a:t>Eighth Edition</a:t>
            </a:r>
          </a:p>
          <a:p>
            <a:r>
              <a:rPr lang="en-US" dirty="0"/>
              <a:t>By William Stallings</a:t>
            </a:r>
          </a:p>
        </p:txBody>
      </p:sp>
      <p:sp>
        <p:nvSpPr>
          <p:cNvPr id="9" name="Subtitle 2"/>
          <p:cNvSpPr txBox="1">
            <a:spLocks/>
          </p:cNvSpPr>
          <p:nvPr/>
        </p:nvSpPr>
        <p:spPr bwMode="auto">
          <a:xfrm>
            <a:off x="1377156" y="592344"/>
            <a:ext cx="2047498" cy="4252496"/>
          </a:xfrm>
          <a:prstGeom prst="rect">
            <a:avLst/>
          </a:prstGeom>
          <a:noFill/>
          <a:ln w="9525">
            <a:noFill/>
            <a:miter lim="800000"/>
            <a:headEnd/>
            <a:tailEnd/>
          </a:ln>
        </p:spPr>
        <p:txBody>
          <a:bodyPr vert="horz" wrap="square" lIns="94500" tIns="47250" rIns="94500" bIns="47250" numCol="1" rtlCol="0" anchor="t" anchorCtr="0" compatLnSpc="1">
            <a:prstTxWarp prst="textNoShape">
              <a:avLst/>
            </a:prstTxWarp>
            <a:normAutofit/>
          </a:bodyPr>
          <a:lstStyle/>
          <a:p>
            <a:pPr algn="ctr" fontAlgn="auto">
              <a:spcBef>
                <a:spcPct val="20000"/>
              </a:spcBef>
              <a:spcAft>
                <a:spcPts val="0"/>
              </a:spcAft>
              <a:defRPr/>
            </a:pPr>
            <a:endParaRPr lang="en-US" sz="3307" i="1" dirty="0">
              <a:solidFill>
                <a:schemeClr val="bg2">
                  <a:lumMod val="25000"/>
                </a:schemeClr>
              </a:solidFill>
              <a:latin typeface="+mn-lt"/>
            </a:endParaRPr>
          </a:p>
          <a:p>
            <a:pPr algn="ctr" fontAlgn="auto">
              <a:spcBef>
                <a:spcPct val="20000"/>
              </a:spcBef>
              <a:spcAft>
                <a:spcPts val="0"/>
              </a:spcAft>
              <a:defRPr/>
            </a:pPr>
            <a:r>
              <a:rPr lang="en-US" sz="3307" i="1" dirty="0">
                <a:solidFill>
                  <a:schemeClr val="bg2">
                    <a:lumMod val="25000"/>
                  </a:schemeClr>
                </a:solidFill>
                <a:latin typeface="+mn-lt"/>
              </a:rPr>
              <a:t>Operating Systems:</a:t>
            </a:r>
            <a:br>
              <a:rPr lang="en-US" sz="3307" i="1" dirty="0">
                <a:solidFill>
                  <a:schemeClr val="bg2">
                    <a:lumMod val="25000"/>
                  </a:schemeClr>
                </a:solidFill>
                <a:latin typeface="+mn-lt"/>
              </a:rPr>
            </a:br>
            <a:r>
              <a:rPr lang="en-US" sz="3307" i="1" dirty="0">
                <a:solidFill>
                  <a:schemeClr val="bg2">
                    <a:lumMod val="25000"/>
                  </a:schemeClr>
                </a:solidFill>
                <a:latin typeface="+mn-lt"/>
              </a:rPr>
              <a:t>Internals and Design Principles</a:t>
            </a:r>
            <a:br>
              <a:rPr lang="en-US" sz="3307" i="1" dirty="0">
                <a:solidFill>
                  <a:schemeClr val="bg2">
                    <a:lumMod val="25000"/>
                  </a:schemeClr>
                </a:solidFill>
                <a:latin typeface="+mn-lt"/>
              </a:rPr>
            </a:br>
            <a:endParaRPr lang="en-US" sz="3307" i="1" dirty="0">
              <a:solidFill>
                <a:schemeClr val="bg2">
                  <a:lumMod val="25000"/>
                </a:schemeClr>
              </a:solidFill>
              <a:latin typeface="+mn-lt"/>
            </a:endParaRPr>
          </a:p>
        </p:txBody>
      </p:sp>
      <p:sp>
        <p:nvSpPr>
          <p:cNvPr id="2" name="Slide Number Placeholder 1"/>
          <p:cNvSpPr>
            <a:spLocks noGrp="1"/>
          </p:cNvSpPr>
          <p:nvPr>
            <p:ph type="sldNum" sz="quarter" idx="12"/>
          </p:nvPr>
        </p:nvSpPr>
        <p:spPr/>
        <p:txBody>
          <a:bodyPr/>
          <a:lstStyle/>
          <a:p>
            <a:pPr>
              <a:defRPr/>
            </a:pPr>
            <a:fld id="{93238FDB-2D8C-4804-B582-7DB90366B95F}" type="slidenum">
              <a:rPr lang="en-US" smtClean="0"/>
              <a:pPr>
                <a:defRPr/>
              </a:pPr>
              <a:t>1</a:t>
            </a:fld>
            <a:endParaRPr lang="en-US" dirty="0"/>
          </a:p>
        </p:txBody>
      </p:sp>
      <p:sp>
        <p:nvSpPr>
          <p:cNvPr id="6" name="Subtitle 9">
            <a:extLst>
              <a:ext uri="{FF2B5EF4-FFF2-40B4-BE49-F238E27FC236}">
                <a16:creationId xmlns:a16="http://schemas.microsoft.com/office/drawing/2014/main" id="{E0126B6C-D23B-4A0E-9B2A-DD0BADF2F3A6}"/>
              </a:ext>
            </a:extLst>
          </p:cNvPr>
          <p:cNvSpPr txBox="1">
            <a:spLocks/>
          </p:cNvSpPr>
          <p:nvPr/>
        </p:nvSpPr>
        <p:spPr>
          <a:xfrm>
            <a:off x="6177756" y="5632450"/>
            <a:ext cx="3200400" cy="1576290"/>
          </a:xfrm>
          <a:prstGeom prst="rect">
            <a:avLst/>
          </a:prstGeom>
        </p:spPr>
        <p:txBody>
          <a:bodyPr vert="horz" lIns="91440" tIns="0" rIns="91440" bIns="0" rtlCol="0" anchor="t" anchorCtr="0">
            <a:normAutofit/>
          </a:bodyPr>
          <a:lstStyle>
            <a:lvl1pPr marL="0" indent="0" algn="r" defTabSz="945032" rtl="0" eaLnBrk="1" latinLnBrk="0" hangingPunct="1">
              <a:spcBef>
                <a:spcPts val="310"/>
              </a:spcBef>
              <a:buClr>
                <a:schemeClr val="accent1"/>
              </a:buClr>
              <a:buSzPct val="75000"/>
              <a:buFont typeface="Wingdings" pitchFamily="2" charset="2"/>
              <a:buNone/>
              <a:defRPr sz="1860" kern="1200">
                <a:solidFill>
                  <a:schemeClr val="tx1">
                    <a:lumMod val="50000"/>
                    <a:lumOff val="50000"/>
                  </a:schemeClr>
                </a:solidFill>
                <a:latin typeface="+mn-lt"/>
                <a:ea typeface="+mn-ea"/>
                <a:cs typeface="+mn-cs"/>
              </a:defRPr>
            </a:lvl1pPr>
            <a:lvl2pPr marL="472516" indent="0" algn="l" defTabSz="945032" rtl="0" eaLnBrk="1" latinLnBrk="0" hangingPunct="1">
              <a:spcBef>
                <a:spcPts val="620"/>
              </a:spcBef>
              <a:buClr>
                <a:schemeClr val="accent1"/>
              </a:buClr>
              <a:buSzPct val="75000"/>
              <a:buFont typeface="Wingdings" pitchFamily="2" charset="2"/>
              <a:buNone/>
              <a:defRPr sz="1860" kern="1200">
                <a:solidFill>
                  <a:schemeClr val="tx1">
                    <a:tint val="75000"/>
                  </a:schemeClr>
                </a:solidFill>
                <a:latin typeface="+mn-lt"/>
                <a:ea typeface="+mn-ea"/>
                <a:cs typeface="+mn-cs"/>
              </a:defRPr>
            </a:lvl2pPr>
            <a:lvl3pPr marL="945032" indent="0" algn="l" defTabSz="945032" rtl="0" eaLnBrk="1" latinLnBrk="0" hangingPunct="1">
              <a:spcBef>
                <a:spcPts val="620"/>
              </a:spcBef>
              <a:buClr>
                <a:schemeClr val="accent1"/>
              </a:buClr>
              <a:buSzPct val="75000"/>
              <a:buFont typeface="Wingdings" pitchFamily="2" charset="2"/>
              <a:buNone/>
              <a:defRPr sz="1654" kern="1200">
                <a:solidFill>
                  <a:schemeClr val="tx1">
                    <a:tint val="75000"/>
                  </a:schemeClr>
                </a:solidFill>
                <a:latin typeface="+mn-lt"/>
                <a:ea typeface="+mn-ea"/>
                <a:cs typeface="+mn-cs"/>
              </a:defRPr>
            </a:lvl3pPr>
            <a:lvl4pPr marL="1417549" indent="0" algn="l" defTabSz="945032" rtl="0" eaLnBrk="1" latinLnBrk="0" hangingPunct="1">
              <a:spcBef>
                <a:spcPts val="620"/>
              </a:spcBef>
              <a:buClr>
                <a:schemeClr val="accent1"/>
              </a:buClr>
              <a:buSzPct val="75000"/>
              <a:buFont typeface="Wingdings" pitchFamily="2" charset="2"/>
              <a:buNone/>
              <a:defRPr sz="1447" kern="1200">
                <a:solidFill>
                  <a:schemeClr val="tx1">
                    <a:tint val="75000"/>
                  </a:schemeClr>
                </a:solidFill>
                <a:latin typeface="+mn-lt"/>
                <a:ea typeface="+mn-ea"/>
                <a:cs typeface="+mn-cs"/>
              </a:defRPr>
            </a:lvl4pPr>
            <a:lvl5pPr marL="1890065" indent="0" algn="l" defTabSz="945032" rtl="0" eaLnBrk="1" latinLnBrk="0" hangingPunct="1">
              <a:spcBef>
                <a:spcPts val="620"/>
              </a:spcBef>
              <a:buClr>
                <a:schemeClr val="accent1"/>
              </a:buClr>
              <a:buSzPct val="75000"/>
              <a:buFont typeface="Wingdings" pitchFamily="2" charset="2"/>
              <a:buNone/>
              <a:defRPr sz="1447" kern="1200">
                <a:solidFill>
                  <a:schemeClr val="tx1">
                    <a:tint val="75000"/>
                  </a:schemeClr>
                </a:solidFill>
                <a:latin typeface="+mn-lt"/>
                <a:ea typeface="+mn-ea"/>
                <a:cs typeface="+mn-cs"/>
              </a:defRPr>
            </a:lvl5pPr>
            <a:lvl6pPr marL="2362581" indent="0" algn="l" defTabSz="945032" rtl="0" eaLnBrk="1" latinLnBrk="0" hangingPunct="1">
              <a:spcBef>
                <a:spcPct val="20000"/>
              </a:spcBef>
              <a:buFont typeface="Arial" pitchFamily="34" charset="0"/>
              <a:buNone/>
              <a:defRPr sz="1447" kern="1200">
                <a:solidFill>
                  <a:schemeClr val="tx1">
                    <a:tint val="75000"/>
                  </a:schemeClr>
                </a:solidFill>
                <a:latin typeface="+mn-lt"/>
                <a:ea typeface="+mn-ea"/>
                <a:cs typeface="+mn-cs"/>
              </a:defRPr>
            </a:lvl6pPr>
            <a:lvl7pPr marL="2835097" indent="0" algn="l" defTabSz="945032" rtl="0" eaLnBrk="1" latinLnBrk="0" hangingPunct="1">
              <a:spcBef>
                <a:spcPct val="20000"/>
              </a:spcBef>
              <a:buFont typeface="Arial" pitchFamily="34" charset="0"/>
              <a:buNone/>
              <a:defRPr sz="1447" kern="1200">
                <a:solidFill>
                  <a:schemeClr val="tx1">
                    <a:tint val="75000"/>
                  </a:schemeClr>
                </a:solidFill>
                <a:latin typeface="+mn-lt"/>
                <a:ea typeface="+mn-ea"/>
                <a:cs typeface="+mn-cs"/>
              </a:defRPr>
            </a:lvl7pPr>
            <a:lvl8pPr marL="3307613" indent="0" algn="l" defTabSz="945032" rtl="0" eaLnBrk="1" latinLnBrk="0" hangingPunct="1">
              <a:spcBef>
                <a:spcPct val="20000"/>
              </a:spcBef>
              <a:buFont typeface="Arial" pitchFamily="34" charset="0"/>
              <a:buNone/>
              <a:defRPr sz="1447" kern="1200">
                <a:solidFill>
                  <a:schemeClr val="tx1">
                    <a:tint val="75000"/>
                  </a:schemeClr>
                </a:solidFill>
                <a:latin typeface="+mn-lt"/>
                <a:ea typeface="+mn-ea"/>
                <a:cs typeface="+mn-cs"/>
              </a:defRPr>
            </a:lvl8pPr>
            <a:lvl9pPr marL="3780130" indent="0" algn="l" defTabSz="945032" rtl="0" eaLnBrk="1" latinLnBrk="0" hangingPunct="1">
              <a:spcBef>
                <a:spcPct val="20000"/>
              </a:spcBef>
              <a:buFont typeface="Arial" pitchFamily="34" charset="0"/>
              <a:buNone/>
              <a:defRPr sz="1447" kern="1200">
                <a:solidFill>
                  <a:schemeClr val="tx1">
                    <a:tint val="75000"/>
                  </a:schemeClr>
                </a:solidFill>
                <a:latin typeface="+mn-lt"/>
                <a:ea typeface="+mn-ea"/>
                <a:cs typeface="+mn-cs"/>
              </a:defRPr>
            </a:lvl9pPr>
          </a:lstStyle>
          <a:p>
            <a:pPr fontAlgn="auto">
              <a:spcAft>
                <a:spcPts val="0"/>
              </a:spcAft>
            </a:pPr>
            <a:r>
              <a:rPr lang="en-US" dirty="0">
                <a:solidFill>
                  <a:schemeClr val="tx1"/>
                </a:solidFill>
              </a:rPr>
              <a:t>Amjad Alam</a:t>
            </a:r>
            <a:endParaRPr lang="en-US" sz="2400" dirty="0">
              <a:solidFill>
                <a:schemeClr val="tx1"/>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pattFill prst="pct30">
          <a:fgClr>
            <a:srgbClr val="38FF24"/>
          </a:fgClr>
          <a:bgClr>
            <a:schemeClr val="bg1"/>
          </a:bgClr>
        </a:pattFill>
        <a:effectLst/>
      </p:bgPr>
    </p:bg>
    <p:spTree>
      <p:nvGrpSpPr>
        <p:cNvPr id="1" name=""/>
        <p:cNvGrpSpPr/>
        <p:nvPr/>
      </p:nvGrpSpPr>
      <p:grpSpPr>
        <a:xfrm>
          <a:off x="0" y="0"/>
          <a:ext cx="0" cy="0"/>
          <a:chOff x="0" y="0"/>
          <a:chExt cx="0" cy="0"/>
        </a:xfrm>
      </p:grpSpPr>
      <p:sp>
        <p:nvSpPr>
          <p:cNvPr id="6146" name="Title 1"/>
          <p:cNvSpPr>
            <a:spLocks noGrp="1"/>
          </p:cNvSpPr>
          <p:nvPr>
            <p:ph type="title"/>
          </p:nvPr>
        </p:nvSpPr>
        <p:spPr>
          <a:xfrm>
            <a:off x="919956" y="191165"/>
            <a:ext cx="12268344" cy="1555798"/>
          </a:xfrm>
          <a:solidFill>
            <a:schemeClr val="accent2"/>
          </a:solidFill>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Summary of Earlier Concepts</a:t>
            </a:r>
          </a:p>
        </p:txBody>
      </p:sp>
      <p:sp>
        <p:nvSpPr>
          <p:cNvPr id="6147" name="Content Placeholder 2"/>
          <p:cNvSpPr>
            <a:spLocks noGrp="1"/>
          </p:cNvSpPr>
          <p:nvPr>
            <p:ph sz="half" idx="1"/>
          </p:nvPr>
        </p:nvSpPr>
        <p:spPr>
          <a:xfrm>
            <a:off x="254404" y="2092321"/>
            <a:ext cx="6613516" cy="5781014"/>
          </a:xfrm>
        </p:spPr>
        <p:txBody>
          <a:bodyPr>
            <a:normAutofit fontScale="92500" lnSpcReduction="20000"/>
          </a:bodyPr>
          <a:lstStyle/>
          <a:p>
            <a:pPr>
              <a:lnSpc>
                <a:spcPct val="80000"/>
              </a:lnSpc>
              <a:buNone/>
            </a:pPr>
            <a:endParaRPr lang="en-US" dirty="0"/>
          </a:p>
          <a:p>
            <a:pPr lvl="1">
              <a:lnSpc>
                <a:spcPct val="120000"/>
              </a:lnSpc>
            </a:pPr>
            <a:r>
              <a:rPr lang="en-US" sz="2588" dirty="0"/>
              <a:t>A computer platform consists of a collection of hardware resources, E.g. processor, main memory, I/O modules, timers, disks etc.</a:t>
            </a:r>
          </a:p>
          <a:p>
            <a:pPr lvl="1">
              <a:lnSpc>
                <a:spcPct val="120000"/>
              </a:lnSpc>
            </a:pPr>
            <a:endParaRPr lang="en-US" sz="2588" dirty="0"/>
          </a:p>
          <a:p>
            <a:pPr lvl="1">
              <a:lnSpc>
                <a:spcPct val="120000"/>
              </a:lnSpc>
            </a:pPr>
            <a:r>
              <a:rPr lang="en-US" sz="2588" dirty="0"/>
              <a:t>Computer applications are developed to perform some task, </a:t>
            </a:r>
            <a:r>
              <a:rPr lang="en-GB" sz="2240" dirty="0">
                <a:solidFill>
                  <a:srgbClr val="202124"/>
                </a:solidFill>
                <a:latin typeface="arial" panose="020B0604020202020204" pitchFamily="34" charset="0"/>
              </a:rPr>
              <a:t>(garbage in, garbage out)</a:t>
            </a:r>
          </a:p>
          <a:p>
            <a:pPr lvl="1">
              <a:lnSpc>
                <a:spcPct val="120000"/>
              </a:lnSpc>
            </a:pPr>
            <a:endParaRPr lang="en-US" sz="2588" dirty="0"/>
          </a:p>
          <a:p>
            <a:pPr lvl="1">
              <a:lnSpc>
                <a:spcPct val="120000"/>
              </a:lnSpc>
            </a:pPr>
            <a:r>
              <a:rPr lang="en-GB" sz="2588" dirty="0"/>
              <a:t>If a system does not employ virtual memory each process to be executed must be fully loaded into main memory.</a:t>
            </a:r>
          </a:p>
          <a:p>
            <a:pPr lvl="1">
              <a:lnSpc>
                <a:spcPct val="120000"/>
              </a:lnSpc>
            </a:pPr>
            <a:endParaRPr lang="en-US" sz="2588" dirty="0"/>
          </a:p>
          <a:p>
            <a:pPr lvl="1">
              <a:lnSpc>
                <a:spcPct val="120000"/>
              </a:lnSpc>
            </a:pPr>
            <a:r>
              <a:rPr lang="en-GB" sz="2588" dirty="0"/>
              <a:t>The OS may create a process on behalf of an application.</a:t>
            </a:r>
            <a:endParaRPr lang="en-US" dirty="0"/>
          </a:p>
          <a:p>
            <a:endParaRPr lang="en-US" dirty="0"/>
          </a:p>
        </p:txBody>
      </p:sp>
      <p:sp>
        <p:nvSpPr>
          <p:cNvPr id="4" name="Content Placeholder 3"/>
          <p:cNvSpPr>
            <a:spLocks noGrp="1"/>
          </p:cNvSpPr>
          <p:nvPr>
            <p:ph sz="half" idx="2"/>
          </p:nvPr>
        </p:nvSpPr>
        <p:spPr>
          <a:xfrm>
            <a:off x="6705638" y="2239744"/>
            <a:ext cx="7152435" cy="5288235"/>
          </a:xfrm>
        </p:spPr>
        <p:txBody>
          <a:bodyPr>
            <a:noAutofit/>
          </a:bodyPr>
          <a:lstStyle/>
          <a:p>
            <a:pPr>
              <a:lnSpc>
                <a:spcPct val="120000"/>
              </a:lnSpc>
            </a:pPr>
            <a:r>
              <a:rPr lang="en-US" sz="2400" dirty="0"/>
              <a:t>The OS was developed to provide a convenient, feature-rich, secure, and consistent interface for applications to use</a:t>
            </a:r>
          </a:p>
          <a:p>
            <a:pPr>
              <a:lnSpc>
                <a:spcPct val="120000"/>
              </a:lnSpc>
            </a:pPr>
            <a:r>
              <a:rPr lang="en-GB" sz="2400" dirty="0"/>
              <a:t>The OS may suspend a process if it detects or suspects a problem.</a:t>
            </a:r>
          </a:p>
          <a:p>
            <a:pPr>
              <a:lnSpc>
                <a:spcPct val="120000"/>
              </a:lnSpc>
            </a:pPr>
            <a:r>
              <a:rPr lang="en-GB" sz="2400" dirty="0"/>
              <a:t>A process that is not in main memory is NOT immediately available for execution, regardless of its status.</a:t>
            </a:r>
          </a:p>
          <a:p>
            <a:pPr>
              <a:lnSpc>
                <a:spcPct val="120000"/>
              </a:lnSpc>
            </a:pPr>
            <a:r>
              <a:rPr lang="en-GB" sz="2400" dirty="0"/>
              <a:t>A process is an entity corresponding to a user job or application that owns resources such as memory and open files.</a:t>
            </a:r>
            <a:endParaRPr lang="en-US" sz="2400" dirty="0"/>
          </a:p>
        </p:txBody>
      </p:sp>
      <p:sp>
        <p:nvSpPr>
          <p:cNvPr id="5" name="Footer Placeholder 4"/>
          <p:cNvSpPr>
            <a:spLocks noGrp="1"/>
          </p:cNvSpPr>
          <p:nvPr>
            <p:ph type="ftr" sz="quarter" idx="11"/>
          </p:nvPr>
        </p:nvSpPr>
        <p:spPr>
          <a:xfrm>
            <a:off x="2166397" y="7635043"/>
            <a:ext cx="7152435" cy="429348"/>
          </a:xfrm>
        </p:spPr>
        <p:txBody>
          <a:bodyPr/>
          <a:lstStyle/>
          <a:p>
            <a:pPr>
              <a:defRPr/>
            </a:pPr>
            <a:r>
              <a:rPr lang="en-US" dirty="0">
                <a:solidFill>
                  <a:prstClr val="white">
                    <a:lumMod val="65000"/>
                  </a:prstClr>
                </a:solidFill>
              </a:rPr>
              <a:t>© 2017 Pearson Education, Inc., Hoboken, NJ. All rights reserved.</a:t>
            </a:r>
          </a:p>
        </p:txBody>
      </p:sp>
    </p:spTree>
    <p:extLst>
      <p:ext uri="{BB962C8B-B14F-4D97-AF65-F5344CB8AC3E}">
        <p14:creationId xmlns:p14="http://schemas.microsoft.com/office/powerpoint/2010/main" val="374835012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5860" y="882254"/>
            <a:ext cx="7717492" cy="1181249"/>
          </a:xfrm>
        </p:spPr>
        <p:txBody>
          <a:bodyPr/>
          <a:lstStyle/>
          <a:p>
            <a:r>
              <a:rPr lang="en-US" b="1" dirty="0">
                <a:solidFill>
                  <a:schemeClr val="accent1">
                    <a:lumMod val="50000"/>
                  </a:schemeClr>
                </a:solidFill>
              </a:rPr>
              <a:t>Processes and Threads</a:t>
            </a:r>
          </a:p>
        </p:txBody>
      </p:sp>
      <p:sp>
        <p:nvSpPr>
          <p:cNvPr id="11" name="Text Placeholder 10"/>
          <p:cNvSpPr>
            <a:spLocks noGrp="1"/>
          </p:cNvSpPr>
          <p:nvPr>
            <p:ph type="body" idx="1"/>
          </p:nvPr>
        </p:nvSpPr>
        <p:spPr>
          <a:xfrm>
            <a:off x="1066719" y="2279650"/>
            <a:ext cx="5021550" cy="754857"/>
          </a:xfrm>
        </p:spPr>
        <p:txBody>
          <a:bodyPr/>
          <a:lstStyle/>
          <a:p>
            <a:r>
              <a:rPr lang="en-US" dirty="0"/>
              <a:t>Resource Ownership</a:t>
            </a:r>
          </a:p>
        </p:txBody>
      </p:sp>
      <p:sp>
        <p:nvSpPr>
          <p:cNvPr id="3" name="Content Placeholder 2"/>
          <p:cNvSpPr>
            <a:spLocks noGrp="1"/>
          </p:cNvSpPr>
          <p:nvPr>
            <p:ph sz="half" idx="2"/>
          </p:nvPr>
        </p:nvSpPr>
        <p:spPr>
          <a:xfrm>
            <a:off x="234156" y="3034507"/>
            <a:ext cx="6352051" cy="3901499"/>
          </a:xfrm>
          <a:noFill/>
        </p:spPr>
        <p:txBody>
          <a:bodyPr>
            <a:normAutofit fontScale="92500" lnSpcReduction="10000"/>
          </a:bodyPr>
          <a:lstStyle/>
          <a:p>
            <a:pPr lvl="1">
              <a:buNone/>
            </a:pPr>
            <a:r>
              <a:rPr lang="en-US" sz="3200" dirty="0">
                <a:solidFill>
                  <a:schemeClr val="tx1"/>
                </a:solidFill>
              </a:rPr>
              <a:t>Process includes a virtual address space to hold the process image</a:t>
            </a:r>
          </a:p>
          <a:p>
            <a:pPr lvl="2">
              <a:lnSpc>
                <a:spcPct val="130000"/>
              </a:lnSpc>
            </a:pPr>
            <a:r>
              <a:rPr lang="en-GB" sz="2400" dirty="0"/>
              <a:t>recall from Chapter 3 that the process image is the collection of program, data, stack, and attributes defined in the process control block</a:t>
            </a:r>
            <a:endParaRPr lang="en-US" sz="2400" dirty="0"/>
          </a:p>
          <a:p>
            <a:pPr lvl="2">
              <a:lnSpc>
                <a:spcPct val="130000"/>
              </a:lnSpc>
            </a:pPr>
            <a:r>
              <a:rPr lang="en-US" sz="2400" dirty="0"/>
              <a:t>the OS performs a protection function to prevent unwanted interference between processes with respect to resources</a:t>
            </a:r>
          </a:p>
          <a:p>
            <a:endParaRPr lang="en-US" dirty="0"/>
          </a:p>
        </p:txBody>
      </p:sp>
      <p:sp>
        <p:nvSpPr>
          <p:cNvPr id="12" name="Text Placeholder 11"/>
          <p:cNvSpPr>
            <a:spLocks noGrp="1"/>
          </p:cNvSpPr>
          <p:nvPr>
            <p:ph type="body" sz="quarter" idx="3"/>
          </p:nvPr>
        </p:nvSpPr>
        <p:spPr>
          <a:xfrm>
            <a:off x="8814860" y="2189381"/>
            <a:ext cx="4716750" cy="754857"/>
          </a:xfrm>
        </p:spPr>
        <p:txBody>
          <a:bodyPr/>
          <a:lstStyle/>
          <a:p>
            <a:r>
              <a:rPr lang="en-US" dirty="0"/>
              <a:t>Scheduling/Execution</a:t>
            </a:r>
          </a:p>
        </p:txBody>
      </p:sp>
      <p:sp>
        <p:nvSpPr>
          <p:cNvPr id="5" name="TextBox 4"/>
          <p:cNvSpPr txBox="1"/>
          <p:nvPr/>
        </p:nvSpPr>
        <p:spPr>
          <a:xfrm>
            <a:off x="8768556" y="2870273"/>
            <a:ext cx="4809358" cy="4166910"/>
          </a:xfrm>
          <a:prstGeom prst="rect">
            <a:avLst/>
          </a:prstGeom>
          <a:noFill/>
        </p:spPr>
        <p:txBody>
          <a:bodyPr wrap="square" rtlCol="0">
            <a:spAutoFit/>
          </a:bodyPr>
          <a:lstStyle/>
          <a:p>
            <a:pPr lvl="1">
              <a:buNone/>
            </a:pPr>
            <a:r>
              <a:rPr lang="en-US" sz="2800" dirty="0">
                <a:latin typeface="+mn-lt"/>
              </a:rPr>
              <a:t>Follows an execution path that may be interleaved with other processes</a:t>
            </a:r>
          </a:p>
          <a:p>
            <a:pPr marL="889249" lvl="2" indent="-292041">
              <a:lnSpc>
                <a:spcPct val="150000"/>
              </a:lnSpc>
              <a:spcBef>
                <a:spcPts val="620"/>
              </a:spcBef>
              <a:buClr>
                <a:schemeClr val="accent1"/>
              </a:buClr>
              <a:buSzPct val="75000"/>
              <a:buFont typeface="Wingdings" pitchFamily="2" charset="2"/>
              <a:buChar char="n"/>
            </a:pPr>
            <a:r>
              <a:rPr lang="en-US" sz="2400" dirty="0">
                <a:solidFill>
                  <a:schemeClr val="tx1">
                    <a:lumMod val="85000"/>
                    <a:lumOff val="15000"/>
                  </a:schemeClr>
                </a:solidFill>
                <a:latin typeface="+mn-lt"/>
              </a:rPr>
              <a:t>a process has an execution state (Running, Ready, etc.) and a dispatching priority and is scheduled and dispatched by the OS</a:t>
            </a:r>
          </a:p>
        </p:txBody>
      </p:sp>
      <p:sp>
        <p:nvSpPr>
          <p:cNvPr id="4" name="Slide Number Placeholder 3"/>
          <p:cNvSpPr>
            <a:spLocks noGrp="1"/>
          </p:cNvSpPr>
          <p:nvPr>
            <p:ph type="sldNum" sz="quarter" idx="12"/>
          </p:nvPr>
        </p:nvSpPr>
        <p:spPr/>
        <p:txBody>
          <a:bodyPr/>
          <a:lstStyle/>
          <a:p>
            <a:pPr>
              <a:defRPr/>
            </a:pPr>
            <a:fld id="{D56104A5-FF6A-4891-8FE3-D539A7A66E05}" type="slidenum">
              <a:rPr lang="en-US" smtClean="0"/>
              <a:pPr>
                <a:defRPr/>
              </a:pPr>
              <a:t>3</a:t>
            </a:fld>
            <a:endParaRPr lang="en-US" dirty="0"/>
          </a:p>
        </p:txBody>
      </p:sp>
      <p:pic>
        <p:nvPicPr>
          <p:cNvPr id="9" name="Picture 8">
            <a:extLst>
              <a:ext uri="{FF2B5EF4-FFF2-40B4-BE49-F238E27FC236}">
                <a16:creationId xmlns:a16="http://schemas.microsoft.com/office/drawing/2014/main" id="{2F8410FE-25A1-2ADB-2A14-C012637D2FE6}"/>
              </a:ext>
            </a:extLst>
          </p:cNvPr>
          <p:cNvPicPr>
            <a:picLocks noChangeAspect="1"/>
          </p:cNvPicPr>
          <p:nvPr/>
        </p:nvPicPr>
        <p:blipFill>
          <a:blip r:embed="rId3">
            <a:duotone>
              <a:prstClr val="black"/>
              <a:schemeClr val="accent2">
                <a:tint val="45000"/>
                <a:satMod val="400000"/>
              </a:schemeClr>
            </a:duotone>
            <a:extLst>
              <a:ext uri="{BEBA8EAE-BF5A-486C-A8C5-ECC9F3942E4B}">
                <a14:imgProps xmlns:a14="http://schemas.microsoft.com/office/drawing/2010/main">
                  <a14:imgLayer r:embed="rId4">
                    <a14:imgEffect>
                      <a14:saturation sat="364000"/>
                    </a14:imgEffect>
                  </a14:imgLayer>
                </a14:imgProps>
              </a:ext>
            </a:extLst>
          </a:blip>
          <a:stretch>
            <a:fillRect/>
          </a:stretch>
        </p:blipFill>
        <p:spPr>
          <a:xfrm>
            <a:off x="6920832" y="2643108"/>
            <a:ext cx="2029949" cy="507405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Processes and Threads</a:t>
            </a:r>
          </a:p>
        </p:txBody>
      </p:sp>
      <p:sp>
        <p:nvSpPr>
          <p:cNvPr id="3" name="Content Placeholder 2"/>
          <p:cNvSpPr>
            <a:spLocks noGrp="1"/>
          </p:cNvSpPr>
          <p:nvPr>
            <p:ph sz="half" idx="1"/>
          </p:nvPr>
        </p:nvSpPr>
        <p:spPr>
          <a:xfrm>
            <a:off x="691356" y="2851002"/>
            <a:ext cx="12039599" cy="4724995"/>
          </a:xfrm>
        </p:spPr>
        <p:txBody>
          <a:bodyPr>
            <a:normAutofit/>
          </a:bodyPr>
          <a:lstStyle/>
          <a:p>
            <a:pPr>
              <a:lnSpc>
                <a:spcPct val="150000"/>
              </a:lnSpc>
            </a:pPr>
            <a:r>
              <a:rPr lang="en-US" sz="2894" dirty="0"/>
              <a:t>The unit of dispatching is referred to as a </a:t>
            </a:r>
            <a:r>
              <a:rPr lang="en-US" sz="2894" b="1" i="1" dirty="0"/>
              <a:t>thread </a:t>
            </a:r>
            <a:r>
              <a:rPr lang="en-US" sz="2894" dirty="0"/>
              <a:t>or </a:t>
            </a:r>
            <a:r>
              <a:rPr lang="en-US" sz="2894" b="1" i="1" dirty="0"/>
              <a:t>lightweight process</a:t>
            </a:r>
          </a:p>
          <a:p>
            <a:pPr>
              <a:lnSpc>
                <a:spcPct val="150000"/>
              </a:lnSpc>
            </a:pPr>
            <a:r>
              <a:rPr lang="en-US" sz="2894" dirty="0"/>
              <a:t>The unit of resource ownership is referred to as a </a:t>
            </a:r>
            <a:r>
              <a:rPr lang="en-US" sz="2894" b="1" i="1" dirty="0"/>
              <a:t>process</a:t>
            </a:r>
            <a:r>
              <a:rPr lang="en-US" sz="2894" dirty="0"/>
              <a:t> or </a:t>
            </a:r>
            <a:r>
              <a:rPr lang="en-US" sz="2894" b="1" i="1" dirty="0"/>
              <a:t>task</a:t>
            </a:r>
          </a:p>
          <a:p>
            <a:pPr>
              <a:lnSpc>
                <a:spcPct val="150000"/>
              </a:lnSpc>
            </a:pPr>
            <a:r>
              <a:rPr lang="en-NZ" sz="2894" b="1" i="1" dirty="0"/>
              <a:t>Multithreading - </a:t>
            </a:r>
            <a:r>
              <a:rPr lang="en-NZ" sz="2894" dirty="0"/>
              <a:t>The ability of an OS to support multiple, concurrent paths of execution within a single process</a:t>
            </a:r>
            <a:endParaRPr lang="en-US" sz="2894" dirty="0"/>
          </a:p>
          <a:p>
            <a:endParaRPr lang="en-US" b="1" dirty="0"/>
          </a:p>
          <a:p>
            <a:endParaRPr lang="en-US" dirty="0"/>
          </a:p>
        </p:txBody>
      </p:sp>
      <p:pic>
        <p:nvPicPr>
          <p:cNvPr id="5" name="Picture 4"/>
          <p:cNvPicPr>
            <a:picLocks noChangeAspect="1"/>
          </p:cNvPicPr>
          <p:nvPr/>
        </p:nvPicPr>
        <p:blipFill>
          <a:blip r:embed="rId3"/>
          <a:stretch>
            <a:fillRect/>
          </a:stretch>
        </p:blipFill>
        <p:spPr>
          <a:xfrm>
            <a:off x="1430013" y="542870"/>
            <a:ext cx="1869094" cy="1555798"/>
          </a:xfrm>
          <a:prstGeom prst="rect">
            <a:avLst/>
          </a:prstGeom>
        </p:spPr>
      </p:pic>
      <p:sp>
        <p:nvSpPr>
          <p:cNvPr id="4" name="Slide Number Placeholder 3"/>
          <p:cNvSpPr>
            <a:spLocks noGrp="1"/>
          </p:cNvSpPr>
          <p:nvPr>
            <p:ph type="sldNum" sz="quarter" idx="12"/>
          </p:nvPr>
        </p:nvSpPr>
        <p:spPr/>
        <p:txBody>
          <a:bodyPr/>
          <a:lstStyle/>
          <a:p>
            <a:pPr>
              <a:defRPr/>
            </a:pPr>
            <a:fld id="{FD77EB8B-B6EB-443D-9CB4-B019CEC8F476}" type="slidenum">
              <a:rPr lang="en-US" smtClean="0"/>
              <a:pPr>
                <a:defRPr/>
              </a:pPr>
              <a:t>4</a:t>
            </a:fld>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86756" y="831850"/>
            <a:ext cx="9449991" cy="774453"/>
          </a:xfrm>
        </p:spPr>
        <p:txBody>
          <a:bodyPr/>
          <a:lstStyle/>
          <a:p>
            <a:r>
              <a:rPr lang="en-NZ" b="1" dirty="0">
                <a:solidFill>
                  <a:schemeClr val="accent1">
                    <a:lumMod val="50000"/>
                  </a:schemeClr>
                </a:solidFill>
              </a:rPr>
              <a:t>Single Threaded Approaches+</a:t>
            </a:r>
          </a:p>
        </p:txBody>
      </p:sp>
      <p:sp>
        <p:nvSpPr>
          <p:cNvPr id="3" name="Content Placeholder 2"/>
          <p:cNvSpPr>
            <a:spLocks noGrp="1"/>
          </p:cNvSpPr>
          <p:nvPr>
            <p:ph idx="4294967295"/>
          </p:nvPr>
        </p:nvSpPr>
        <p:spPr>
          <a:xfrm>
            <a:off x="767556" y="2327632"/>
            <a:ext cx="4234646" cy="5118745"/>
          </a:xfrm>
        </p:spPr>
        <p:txBody>
          <a:bodyPr/>
          <a:lstStyle/>
          <a:p>
            <a:endParaRPr lang="en-US" sz="2687" dirty="0"/>
          </a:p>
          <a:p>
            <a:r>
              <a:rPr lang="en-US" sz="2687" dirty="0"/>
              <a:t>A single thread of execution per process, in which the concept of a thread is not recognized, is referred to as a single-threaded approach</a:t>
            </a:r>
            <a:endParaRPr lang="en-US" sz="1447" dirty="0"/>
          </a:p>
          <a:p>
            <a:r>
              <a:rPr lang="en-US" sz="2687" dirty="0"/>
              <a:t>MS-DOS is an example</a:t>
            </a:r>
          </a:p>
          <a:p>
            <a:endParaRPr lang="en-NZ" sz="2894" dirty="0"/>
          </a:p>
        </p:txBody>
      </p:sp>
      <p:pic>
        <p:nvPicPr>
          <p:cNvPr id="6" name="Picture 5" descr="f1.pdf"/>
          <p:cNvPicPr>
            <a:picLocks noChangeAspect="1"/>
          </p:cNvPicPr>
          <p:nvPr/>
        </p:nvPicPr>
        <p:blipFill>
          <a:blip r:embed="rId3"/>
          <a:stretch>
            <a:fillRect/>
          </a:stretch>
        </p:blipFill>
        <p:spPr>
          <a:xfrm>
            <a:off x="5176053" y="1670050"/>
            <a:ext cx="8570051" cy="5991007"/>
          </a:xfrm>
          <a:prstGeom prst="rect">
            <a:avLst/>
          </a:prstGeom>
        </p:spPr>
      </p:pic>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5</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96356" y="679450"/>
            <a:ext cx="8504992" cy="848103"/>
          </a:xfrm>
        </p:spPr>
        <p:txBody>
          <a:bodyPr/>
          <a:lstStyle/>
          <a:p>
            <a:r>
              <a:rPr lang="en-US" b="1" dirty="0">
                <a:solidFill>
                  <a:schemeClr val="accent1">
                    <a:lumMod val="50000"/>
                  </a:schemeClr>
                </a:solidFill>
              </a:rPr>
              <a:t>Multithreaded Approaches</a:t>
            </a:r>
          </a:p>
        </p:txBody>
      </p:sp>
      <p:sp>
        <p:nvSpPr>
          <p:cNvPr id="3" name="Content Placeholder 2"/>
          <p:cNvSpPr>
            <a:spLocks noGrp="1"/>
          </p:cNvSpPr>
          <p:nvPr>
            <p:ph idx="4294967295"/>
          </p:nvPr>
        </p:nvSpPr>
        <p:spPr>
          <a:xfrm>
            <a:off x="2824956" y="7196728"/>
            <a:ext cx="7031851" cy="499298"/>
          </a:xfrm>
        </p:spPr>
        <p:txBody>
          <a:bodyPr>
            <a:normAutofit lnSpcReduction="10000"/>
          </a:bodyPr>
          <a:lstStyle/>
          <a:p>
            <a:r>
              <a:rPr lang="en-US" sz="2687" dirty="0"/>
              <a:t>Figure 4.1 depicts multithreaded approaches</a:t>
            </a:r>
            <a:endParaRPr lang="en-US" sz="1137" dirty="0"/>
          </a:p>
        </p:txBody>
      </p:sp>
      <p:pic>
        <p:nvPicPr>
          <p:cNvPr id="7" name="Picture 6" descr="f1.pdf"/>
          <p:cNvPicPr>
            <a:picLocks noChangeAspect="1"/>
          </p:cNvPicPr>
          <p:nvPr/>
        </p:nvPicPr>
        <p:blipFill rotWithShape="1">
          <a:blip r:embed="rId3"/>
          <a:srcRect l="49971" t="7890" r="5087" b="25999"/>
          <a:stretch/>
        </p:blipFill>
        <p:spPr>
          <a:xfrm>
            <a:off x="2215356" y="1492584"/>
            <a:ext cx="6718935" cy="5704144"/>
          </a:xfrm>
          <a:prstGeom prst="rect">
            <a:avLst/>
          </a:prstGeom>
        </p:spPr>
      </p:pic>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6</a:t>
            </a:fld>
            <a:endParaRPr lang="en-US" dirty="0"/>
          </a:p>
        </p:txBody>
      </p:sp>
      <p:sp>
        <p:nvSpPr>
          <p:cNvPr id="6" name="TextBox 5">
            <a:extLst>
              <a:ext uri="{FF2B5EF4-FFF2-40B4-BE49-F238E27FC236}">
                <a16:creationId xmlns:a16="http://schemas.microsoft.com/office/drawing/2014/main" id="{A955C13C-1162-85D4-6A7F-E425BD90339A}"/>
              </a:ext>
            </a:extLst>
          </p:cNvPr>
          <p:cNvSpPr txBox="1"/>
          <p:nvPr/>
        </p:nvSpPr>
        <p:spPr>
          <a:xfrm>
            <a:off x="7473156" y="2279650"/>
            <a:ext cx="3886200" cy="369332"/>
          </a:xfrm>
          <a:prstGeom prst="rect">
            <a:avLst/>
          </a:prstGeom>
          <a:noFill/>
        </p:spPr>
        <p:txBody>
          <a:bodyPr wrap="square">
            <a:spAutoFit/>
          </a:bodyPr>
          <a:lstStyle/>
          <a:p>
            <a:r>
              <a:rPr lang="en-US" dirty="0"/>
              <a:t>e</a:t>
            </a:r>
            <a:r>
              <a:rPr lang="en-US" sz="1800" dirty="0"/>
              <a:t>.g., Java run-time environment </a:t>
            </a:r>
            <a:endParaRPr lang="en-GB" dirty="0"/>
          </a:p>
        </p:txBody>
      </p:sp>
      <p:sp>
        <p:nvSpPr>
          <p:cNvPr id="9" name="TextBox 8">
            <a:extLst>
              <a:ext uri="{FF2B5EF4-FFF2-40B4-BE49-F238E27FC236}">
                <a16:creationId xmlns:a16="http://schemas.microsoft.com/office/drawing/2014/main" id="{6CFF2285-B287-1084-FEAD-95E548F61036}"/>
              </a:ext>
            </a:extLst>
          </p:cNvPr>
          <p:cNvSpPr txBox="1"/>
          <p:nvPr/>
        </p:nvSpPr>
        <p:spPr>
          <a:xfrm>
            <a:off x="9149557" y="4946650"/>
            <a:ext cx="4368502" cy="646331"/>
          </a:xfrm>
          <a:prstGeom prst="rect">
            <a:avLst/>
          </a:prstGeom>
          <a:noFill/>
        </p:spPr>
        <p:txBody>
          <a:bodyPr wrap="square">
            <a:spAutoFit/>
          </a:bodyPr>
          <a:lstStyle/>
          <a:p>
            <a:r>
              <a:rPr lang="en-US" sz="1800" kern="1200" baseline="0" dirty="0">
                <a:solidFill>
                  <a:schemeClr val="tx1"/>
                </a:solidFill>
                <a:latin typeface="+mn-lt"/>
                <a:ea typeface="+mn-ea"/>
                <a:cs typeface="+mn-cs"/>
              </a:rPr>
              <a:t>e.g., Windows, Solaris, and many modern versions of UNIX, among others</a:t>
            </a:r>
            <a:endParaRPr lang="en-GB"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3361" y="1039754"/>
            <a:ext cx="8086633" cy="1024728"/>
          </a:xfrm>
        </p:spPr>
        <p:txBody>
          <a:bodyPr/>
          <a:lstStyle/>
          <a:p>
            <a:pPr algn="ctr"/>
            <a:r>
              <a:rPr lang="en-US" sz="6821" dirty="0">
                <a:solidFill>
                  <a:schemeClr val="accent1">
                    <a:lumMod val="75000"/>
                  </a:schemeClr>
                </a:solidFill>
              </a:rPr>
              <a:t>Processes</a:t>
            </a:r>
          </a:p>
        </p:txBody>
      </p:sp>
      <p:sp>
        <p:nvSpPr>
          <p:cNvPr id="3" name="Content Placeholder 2"/>
          <p:cNvSpPr>
            <a:spLocks noGrp="1"/>
          </p:cNvSpPr>
          <p:nvPr>
            <p:ph sz="half" idx="1"/>
          </p:nvPr>
        </p:nvSpPr>
        <p:spPr>
          <a:xfrm>
            <a:off x="1300956" y="2584450"/>
            <a:ext cx="11582400" cy="5732104"/>
          </a:xfrm>
        </p:spPr>
        <p:txBody>
          <a:bodyPr>
            <a:normAutofit/>
          </a:bodyPr>
          <a:lstStyle/>
          <a:p>
            <a:pPr marL="0" indent="0">
              <a:buSzPct val="155000"/>
              <a:buNone/>
            </a:pPr>
            <a:r>
              <a:rPr lang="en-US" sz="3200" i="1" kern="1200" baseline="0" dirty="0">
                <a:solidFill>
                  <a:schemeClr val="tx1"/>
                </a:solidFill>
                <a:latin typeface="+mn-lt"/>
                <a:ea typeface="+mn-ea"/>
                <a:cs typeface="+mn-cs"/>
              </a:rPr>
              <a:t>In a multithreaded environment, a </a:t>
            </a:r>
            <a:r>
              <a:rPr lang="en-US" sz="3200" i="1" kern="1200" baseline="0" dirty="0">
                <a:solidFill>
                  <a:schemeClr val="tx1"/>
                </a:solidFill>
                <a:highlight>
                  <a:srgbClr val="FFFF00"/>
                </a:highlight>
                <a:latin typeface="+mn-lt"/>
                <a:ea typeface="+mn-ea"/>
                <a:cs typeface="+mn-cs"/>
              </a:rPr>
              <a:t>process</a:t>
            </a:r>
            <a:r>
              <a:rPr lang="en-US" sz="3200" i="1" kern="1200" baseline="0" dirty="0">
                <a:solidFill>
                  <a:schemeClr val="tx1"/>
                </a:solidFill>
                <a:latin typeface="+mn-lt"/>
                <a:ea typeface="+mn-ea"/>
                <a:cs typeface="+mn-cs"/>
              </a:rPr>
              <a:t> is defined as: </a:t>
            </a:r>
            <a:endParaRPr lang="en-US" sz="2894" i="1" dirty="0"/>
          </a:p>
          <a:p>
            <a:pPr>
              <a:buSzPct val="155000"/>
              <a:buFont typeface="Wingdings" charset="2"/>
              <a:buChar char="§"/>
            </a:pPr>
            <a:r>
              <a:rPr lang="en-US" sz="2894" dirty="0"/>
              <a:t>The unit or resource allocation and a unit of protection</a:t>
            </a:r>
          </a:p>
          <a:p>
            <a:pPr>
              <a:buSzPct val="155000"/>
              <a:buFont typeface="Wingdings" charset="2"/>
              <a:buChar char="§"/>
            </a:pPr>
            <a:r>
              <a:rPr lang="en-US" sz="2894" dirty="0"/>
              <a:t>A virtual address space that holds the process image</a:t>
            </a:r>
          </a:p>
          <a:p>
            <a:pPr>
              <a:buSzPct val="155000"/>
              <a:buFont typeface="Wingdings" charset="2"/>
              <a:buChar char="§"/>
            </a:pPr>
            <a:r>
              <a:rPr lang="en-US" sz="2894" dirty="0"/>
              <a:t>Protected access to:</a:t>
            </a:r>
          </a:p>
          <a:p>
            <a:pPr marL="1353563" lvl="1" indent="-410170">
              <a:buSzPct val="100000"/>
              <a:buFont typeface="Wingdings" charset="2"/>
              <a:buChar char="§"/>
            </a:pPr>
            <a:r>
              <a:rPr lang="en-US" sz="2894" dirty="0"/>
              <a:t>processors</a:t>
            </a:r>
          </a:p>
          <a:p>
            <a:pPr marL="1353563" lvl="1" indent="-410170">
              <a:buSzPct val="100000"/>
              <a:buFont typeface="Wingdings" charset="2"/>
              <a:buChar char="§"/>
            </a:pPr>
            <a:r>
              <a:rPr lang="en-US" sz="2894" dirty="0"/>
              <a:t>other processes </a:t>
            </a:r>
          </a:p>
          <a:p>
            <a:pPr marL="1353563" lvl="1" indent="-410170">
              <a:buSzPct val="100000"/>
              <a:buFont typeface="Wingdings" charset="2"/>
              <a:buChar char="§"/>
            </a:pPr>
            <a:r>
              <a:rPr lang="en-US" sz="2894" dirty="0"/>
              <a:t>files</a:t>
            </a:r>
          </a:p>
          <a:p>
            <a:pPr marL="1353563" lvl="1" indent="-410170">
              <a:buSzPct val="100000"/>
              <a:buFont typeface="Wingdings" charset="2"/>
              <a:buChar char="§"/>
            </a:pPr>
            <a:r>
              <a:rPr lang="en-US" sz="2894" dirty="0"/>
              <a:t>I/O resources</a:t>
            </a:r>
          </a:p>
          <a:p>
            <a:endParaRPr lang="en-US" dirty="0"/>
          </a:p>
        </p:txBody>
      </p:sp>
      <p:pic>
        <p:nvPicPr>
          <p:cNvPr id="4" name="Picture 3"/>
          <p:cNvPicPr>
            <a:picLocks noChangeAspect="1"/>
          </p:cNvPicPr>
          <p:nvPr/>
        </p:nvPicPr>
        <p:blipFill>
          <a:blip r:embed="rId3"/>
          <a:stretch>
            <a:fillRect/>
          </a:stretch>
        </p:blipFill>
        <p:spPr>
          <a:xfrm>
            <a:off x="8822105" y="4898500"/>
            <a:ext cx="2404584" cy="2139373"/>
          </a:xfrm>
          <a:prstGeom prst="rect">
            <a:avLst/>
          </a:prstGeom>
        </p:spPr>
      </p:pic>
      <p:sp>
        <p:nvSpPr>
          <p:cNvPr id="5" name="Slide Number Placeholder 4"/>
          <p:cNvSpPr>
            <a:spLocks noGrp="1"/>
          </p:cNvSpPr>
          <p:nvPr>
            <p:ph type="sldNum" sz="quarter" idx="12"/>
          </p:nvPr>
        </p:nvSpPr>
        <p:spPr/>
        <p:txBody>
          <a:bodyPr/>
          <a:lstStyle/>
          <a:p>
            <a:pPr>
              <a:defRPr/>
            </a:pPr>
            <a:fld id="{FD77EB8B-B6EB-443D-9CB4-B019CEC8F476}" type="slidenum">
              <a:rPr lang="en-US" smtClean="0"/>
              <a:pPr>
                <a:defRPr/>
              </a:pPr>
              <a:t>7</a:t>
            </a:fld>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3756" y="1039755"/>
            <a:ext cx="12344399" cy="782695"/>
          </a:xfrm>
        </p:spPr>
        <p:txBody>
          <a:bodyPr/>
          <a:lstStyle/>
          <a:p>
            <a:pPr algn="ctr"/>
            <a:r>
              <a:rPr lang="en-US" b="1" dirty="0">
                <a:solidFill>
                  <a:schemeClr val="accent1">
                    <a:lumMod val="50000"/>
                  </a:schemeClr>
                </a:solidFill>
              </a:rPr>
              <a:t>One or More Threads in a Process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051550796"/>
              </p:ext>
            </p:extLst>
          </p:nvPr>
        </p:nvGraphicFramePr>
        <p:xfrm>
          <a:off x="843756" y="2407070"/>
          <a:ext cx="11353800" cy="52539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8</a:t>
            </a:fld>
            <a:endParaRPr lang="en-US" dirty="0"/>
          </a:p>
        </p:txBody>
      </p:sp>
      <p:pic>
        <p:nvPicPr>
          <p:cNvPr id="9" name="Picture 8">
            <a:extLst>
              <a:ext uri="{FF2B5EF4-FFF2-40B4-BE49-F238E27FC236}">
                <a16:creationId xmlns:a16="http://schemas.microsoft.com/office/drawing/2014/main" id="{72E8FAD6-CFB2-69A9-BE32-06A75BDAF34A}"/>
              </a:ext>
            </a:extLst>
          </p:cNvPr>
          <p:cNvPicPr>
            <a:picLocks noChangeAspect="1"/>
          </p:cNvPicPr>
          <p:nvPr/>
        </p:nvPicPr>
        <p:blipFill>
          <a:blip r:embed="rId8"/>
          <a:stretch>
            <a:fillRect/>
          </a:stretch>
        </p:blipFill>
        <p:spPr>
          <a:xfrm>
            <a:off x="8387556" y="3270250"/>
            <a:ext cx="2580892" cy="645223"/>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rcRect l="8182" t="10588" r="6364" b="15294"/>
          <a:stretch>
            <a:fillRect/>
          </a:stretch>
        </p:blipFill>
        <p:spPr>
          <a:xfrm>
            <a:off x="1491456" y="603250"/>
            <a:ext cx="11353800" cy="7162800"/>
          </a:xfrm>
          <a:prstGeom prst="rect">
            <a:avLst/>
          </a:prstGeom>
        </p:spPr>
      </p:pic>
      <p:sp>
        <p:nvSpPr>
          <p:cNvPr id="2" name="Slide Number Placeholder 1"/>
          <p:cNvSpPr>
            <a:spLocks noGrp="1"/>
          </p:cNvSpPr>
          <p:nvPr>
            <p:ph type="sldNum" sz="quarter" idx="12"/>
          </p:nvPr>
        </p:nvSpPr>
        <p:spPr/>
        <p:txBody>
          <a:bodyPr/>
          <a:lstStyle/>
          <a:p>
            <a:pPr>
              <a:defRPr/>
            </a:pPr>
            <a:fld id="{0A9A6F0D-A611-4358-861D-7B01E8303898}" type="slidenum">
              <a:rPr lang="en-US" smtClean="0"/>
              <a:pPr>
                <a:defRPr/>
              </a:pPr>
              <a:t>9</a:t>
            </a:fld>
            <a:endParaRPr lang="en-US" dirty="0"/>
          </a:p>
        </p:txBody>
      </p:sp>
    </p:spTree>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12463DD-AF3D-5141-027C-FBA7E764393B}"/>
              </a:ext>
            </a:extLst>
          </p:cNvPr>
          <p:cNvSpPr>
            <a:spLocks noGrp="1"/>
          </p:cNvSpPr>
          <p:nvPr>
            <p:ph type="title"/>
          </p:nvPr>
        </p:nvSpPr>
        <p:spPr>
          <a:xfrm>
            <a:off x="3129756" y="885901"/>
            <a:ext cx="5181600" cy="879468"/>
          </a:xfrm>
        </p:spPr>
        <p:txBody>
          <a:bodyPr/>
          <a:lstStyle/>
          <a:p>
            <a:r>
              <a:rPr lang="en-US" dirty="0"/>
              <a:t>Class Activity 1</a:t>
            </a:r>
          </a:p>
        </p:txBody>
      </p:sp>
      <p:sp>
        <p:nvSpPr>
          <p:cNvPr id="4" name="TextBox 3">
            <a:extLst>
              <a:ext uri="{FF2B5EF4-FFF2-40B4-BE49-F238E27FC236}">
                <a16:creationId xmlns:a16="http://schemas.microsoft.com/office/drawing/2014/main" id="{C260F5F1-AACD-C2BD-3A4B-7D2E46A4A402}"/>
              </a:ext>
            </a:extLst>
          </p:cNvPr>
          <p:cNvSpPr txBox="1"/>
          <p:nvPr/>
        </p:nvSpPr>
        <p:spPr>
          <a:xfrm>
            <a:off x="1033085" y="2688170"/>
            <a:ext cx="5734685" cy="1953679"/>
          </a:xfrm>
          <a:prstGeom prst="rect">
            <a:avLst/>
          </a:prstGeom>
        </p:spPr>
        <p:txBody>
          <a:bodyPr vert="horz" lIns="91440" tIns="45720" rIns="91440" bIns="45720" rtlCol="0">
            <a:noAutofit/>
          </a:bodyPr>
          <a:lstStyle/>
          <a:p>
            <a:pPr defTabSz="945032">
              <a:spcAft>
                <a:spcPts val="600"/>
              </a:spcAft>
              <a:buClr>
                <a:schemeClr val="accent1"/>
              </a:buClr>
              <a:buSzPct val="75000"/>
              <a:buFont typeface="Wingdings" pitchFamily="2" charset="2"/>
              <a:buChar char="n"/>
            </a:pPr>
            <a:r>
              <a:rPr lang="en-GB" sz="2800" b="0" i="0" dirty="0">
                <a:solidFill>
                  <a:schemeClr val="tx1">
                    <a:lumMod val="85000"/>
                    <a:lumOff val="15000"/>
                  </a:schemeClr>
                </a:solidFill>
                <a:effectLst/>
                <a:latin typeface="+mn-lt"/>
              </a:rPr>
              <a:t>1. In a multithreaded environment, a __________ is defined as the unit of resource allocation and a unit of protection.</a:t>
            </a:r>
            <a:endParaRPr lang="en-GB" sz="2800" dirty="0">
              <a:solidFill>
                <a:schemeClr val="tx1">
                  <a:lumMod val="85000"/>
                  <a:lumOff val="15000"/>
                </a:schemeClr>
              </a:solidFill>
              <a:latin typeface="+mn-lt"/>
            </a:endParaRPr>
          </a:p>
        </p:txBody>
      </p:sp>
      <p:pic>
        <p:nvPicPr>
          <p:cNvPr id="10" name="Picture 9">
            <a:extLst>
              <a:ext uri="{FF2B5EF4-FFF2-40B4-BE49-F238E27FC236}">
                <a16:creationId xmlns:a16="http://schemas.microsoft.com/office/drawing/2014/main" id="{94398935-1588-04D6-B5B7-F80A2AA561CE}"/>
              </a:ext>
            </a:extLst>
          </p:cNvPr>
          <p:cNvPicPr>
            <a:picLocks noChangeAspect="1"/>
          </p:cNvPicPr>
          <p:nvPr/>
        </p:nvPicPr>
        <p:blipFill>
          <a:blip r:embed="rId2"/>
          <a:stretch>
            <a:fillRect/>
          </a:stretch>
        </p:blipFill>
        <p:spPr>
          <a:xfrm>
            <a:off x="8006556" y="2248947"/>
            <a:ext cx="5867400" cy="5815553"/>
          </a:xfrm>
          <a:prstGeom prst="rect">
            <a:avLst/>
          </a:prstGeom>
          <a:noFill/>
        </p:spPr>
      </p:pic>
      <p:sp>
        <p:nvSpPr>
          <p:cNvPr id="2" name="Slide Number Placeholder 1">
            <a:extLst>
              <a:ext uri="{FF2B5EF4-FFF2-40B4-BE49-F238E27FC236}">
                <a16:creationId xmlns:a16="http://schemas.microsoft.com/office/drawing/2014/main" id="{C13EF1BB-E74D-1718-D0C2-1B25FE10D265}"/>
              </a:ext>
            </a:extLst>
          </p:cNvPr>
          <p:cNvSpPr>
            <a:spLocks noGrp="1"/>
          </p:cNvSpPr>
          <p:nvPr>
            <p:ph type="sldNum" sz="quarter" idx="12"/>
          </p:nvPr>
        </p:nvSpPr>
        <p:spPr>
          <a:xfrm>
            <a:off x="593705" y="7231697"/>
            <a:ext cx="836308" cy="429360"/>
          </a:xfrm>
        </p:spPr>
        <p:txBody>
          <a:bodyPr vert="horz" lIns="91440" tIns="91440" rIns="91440" bIns="91440" rtlCol="0" anchor="ctr">
            <a:normAutofit/>
          </a:bodyPr>
          <a:lstStyle/>
          <a:p>
            <a:pPr>
              <a:lnSpc>
                <a:spcPct val="90000"/>
              </a:lnSpc>
              <a:spcAft>
                <a:spcPts val="600"/>
              </a:spcAft>
              <a:defRPr/>
            </a:pPr>
            <a:fld id="{0A9A6F0D-A611-4358-861D-7B01E8303898}" type="slidenum">
              <a:rPr lang="en-US" sz="1700" smtClean="0"/>
              <a:pPr>
                <a:lnSpc>
                  <a:spcPct val="90000"/>
                </a:lnSpc>
                <a:spcAft>
                  <a:spcPts val="600"/>
                </a:spcAft>
                <a:defRPr/>
              </a:pPr>
              <a:t>10</a:t>
            </a:fld>
            <a:endParaRPr lang="en-US" sz="1700"/>
          </a:p>
        </p:txBody>
      </p:sp>
      <p:sp>
        <p:nvSpPr>
          <p:cNvPr id="12" name="TextBox 11">
            <a:extLst>
              <a:ext uri="{FF2B5EF4-FFF2-40B4-BE49-F238E27FC236}">
                <a16:creationId xmlns:a16="http://schemas.microsoft.com/office/drawing/2014/main" id="{A5885CFD-1891-F01F-E417-8F0A9739D098}"/>
              </a:ext>
            </a:extLst>
          </p:cNvPr>
          <p:cNvSpPr txBox="1"/>
          <p:nvPr/>
        </p:nvSpPr>
        <p:spPr>
          <a:xfrm>
            <a:off x="839798" y="6013450"/>
            <a:ext cx="7166758" cy="646331"/>
          </a:xfrm>
          <a:prstGeom prst="rect">
            <a:avLst/>
          </a:prstGeom>
          <a:noFill/>
        </p:spPr>
        <p:txBody>
          <a:bodyPr wrap="square">
            <a:spAutoFit/>
          </a:bodyPr>
          <a:lstStyle/>
          <a:p>
            <a:r>
              <a:rPr lang="en-GB" dirty="0">
                <a:hlinkClick r:id="rId3"/>
              </a:rPr>
              <a:t>https://ulsteruniversity.display.vevox.com/#/present/403909/113MF37LDC3RK67KP2GL</a:t>
            </a:r>
            <a:endParaRPr lang="en-GB" dirty="0"/>
          </a:p>
        </p:txBody>
      </p:sp>
      <p:sp>
        <p:nvSpPr>
          <p:cNvPr id="14" name="TextBox 13">
            <a:extLst>
              <a:ext uri="{FF2B5EF4-FFF2-40B4-BE49-F238E27FC236}">
                <a16:creationId xmlns:a16="http://schemas.microsoft.com/office/drawing/2014/main" id="{77214ABF-079B-A901-95D1-6D801D887197}"/>
              </a:ext>
            </a:extLst>
          </p:cNvPr>
          <p:cNvSpPr txBox="1"/>
          <p:nvPr/>
        </p:nvSpPr>
        <p:spPr>
          <a:xfrm>
            <a:off x="10063956" y="1325635"/>
            <a:ext cx="3962400" cy="461665"/>
          </a:xfrm>
          <a:prstGeom prst="rect">
            <a:avLst/>
          </a:prstGeom>
          <a:noFill/>
        </p:spPr>
        <p:txBody>
          <a:bodyPr wrap="square">
            <a:spAutoFit/>
          </a:bodyPr>
          <a:lstStyle/>
          <a:p>
            <a:r>
              <a:rPr lang="en-GB" sz="2400" b="1" dirty="0"/>
              <a:t>Session ID: 112-025-853</a:t>
            </a:r>
          </a:p>
        </p:txBody>
      </p:sp>
    </p:spTree>
    <p:extLst>
      <p:ext uri="{BB962C8B-B14F-4D97-AF65-F5344CB8AC3E}">
        <p14:creationId xmlns:p14="http://schemas.microsoft.com/office/powerpoint/2010/main" val="413093289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0861" y="1039754"/>
            <a:ext cx="8086633" cy="1024729"/>
          </a:xfrm>
        </p:spPr>
        <p:txBody>
          <a:bodyPr/>
          <a:lstStyle/>
          <a:p>
            <a:pPr algn="ctr"/>
            <a:r>
              <a:rPr lang="en-US" sz="6201" dirty="0">
                <a:solidFill>
                  <a:schemeClr val="tx1"/>
                </a:solidFill>
              </a:rPr>
              <a:t>Benefits of Threads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208210455"/>
              </p:ext>
            </p:extLst>
          </p:nvPr>
        </p:nvGraphicFramePr>
        <p:xfrm>
          <a:off x="1072356" y="2064483"/>
          <a:ext cx="12801600" cy="61597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11</a:t>
            </a:fld>
            <a:endParaRPr 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592" y="670896"/>
            <a:ext cx="8086633" cy="1417499"/>
          </a:xfrm>
        </p:spPr>
        <p:txBody>
          <a:bodyPr/>
          <a:lstStyle/>
          <a:p>
            <a:pPr algn="ctr"/>
            <a:r>
              <a:rPr lang="en-US" sz="4961" b="1" dirty="0">
                <a:solidFill>
                  <a:schemeClr val="accent1">
                    <a:lumMod val="50000"/>
                  </a:schemeClr>
                </a:solidFill>
              </a:rPr>
              <a:t>Thread Use in a </a:t>
            </a:r>
            <a:br>
              <a:rPr lang="en-US" sz="4961" b="1" dirty="0">
                <a:solidFill>
                  <a:schemeClr val="accent1">
                    <a:lumMod val="50000"/>
                  </a:schemeClr>
                </a:solidFill>
              </a:rPr>
            </a:br>
            <a:r>
              <a:rPr lang="en-US" sz="4961" b="1" dirty="0">
                <a:solidFill>
                  <a:schemeClr val="accent1">
                    <a:lumMod val="50000"/>
                  </a:schemeClr>
                </a:solidFill>
              </a:rPr>
              <a:t>Single-User System</a:t>
            </a:r>
          </a:p>
        </p:txBody>
      </p:sp>
      <p:sp>
        <p:nvSpPr>
          <p:cNvPr id="3" name="Content Placeholder 2"/>
          <p:cNvSpPr>
            <a:spLocks noGrp="1"/>
          </p:cNvSpPr>
          <p:nvPr>
            <p:ph sz="half" idx="1"/>
          </p:nvPr>
        </p:nvSpPr>
        <p:spPr>
          <a:xfrm>
            <a:off x="593705" y="2759293"/>
            <a:ext cx="12899251" cy="5305207"/>
          </a:xfrm>
        </p:spPr>
        <p:txBody>
          <a:bodyPr>
            <a:normAutofit/>
          </a:bodyPr>
          <a:lstStyle/>
          <a:p>
            <a:r>
              <a:rPr lang="en-US" sz="3721" dirty="0"/>
              <a:t>Foreground and background work - </a:t>
            </a:r>
            <a:r>
              <a:rPr lang="en-US" sz="2200" kern="1200" baseline="0" dirty="0">
                <a:solidFill>
                  <a:schemeClr val="tx1"/>
                </a:solidFill>
                <a:latin typeface="+mn-lt"/>
                <a:ea typeface="+mn-ea"/>
                <a:cs typeface="+mn-cs"/>
              </a:rPr>
              <a:t>one thread could display menus and read user input, while another thread executes user commands and updates the spreadsheet.</a:t>
            </a:r>
            <a:endParaRPr lang="en-US" sz="2200" dirty="0"/>
          </a:p>
          <a:p>
            <a:r>
              <a:rPr lang="en-US" sz="3721" dirty="0"/>
              <a:t>Asynchronous processing – </a:t>
            </a:r>
            <a:r>
              <a:rPr lang="en-US" sz="2200" dirty="0">
                <a:solidFill>
                  <a:schemeClr val="tx1"/>
                </a:solidFill>
              </a:rPr>
              <a:t>e.g.,</a:t>
            </a:r>
            <a:r>
              <a:rPr lang="en-US" sz="2200" kern="1200" baseline="0" dirty="0">
                <a:solidFill>
                  <a:schemeClr val="tx1"/>
                </a:solidFill>
                <a:latin typeface="+mn-lt"/>
                <a:ea typeface="+mn-ea"/>
                <a:cs typeface="+mn-cs"/>
              </a:rPr>
              <a:t> as a protection against power failure, one can design a word processor to write its random-access memory (RAM) buffer to disk once every minute.</a:t>
            </a:r>
            <a:endParaRPr lang="en-US" sz="2200" dirty="0"/>
          </a:p>
          <a:p>
            <a:r>
              <a:rPr lang="en-US" sz="3721" dirty="0"/>
              <a:t>Speed of execution - </a:t>
            </a:r>
            <a:r>
              <a:rPr lang="en-US" sz="2200" kern="1200" baseline="0" dirty="0">
                <a:solidFill>
                  <a:schemeClr val="tx1"/>
                </a:solidFill>
                <a:latin typeface="+mn-lt"/>
                <a:ea typeface="+mn-ea"/>
                <a:cs typeface="+mn-cs"/>
              </a:rPr>
              <a:t>On a multiprocessor system, multiple threads from the same process may be able to execute simultaneously. </a:t>
            </a:r>
            <a:endParaRPr lang="en-US" sz="2200" dirty="0"/>
          </a:p>
          <a:p>
            <a:r>
              <a:rPr lang="en-US" sz="3721" dirty="0"/>
              <a:t>Modular program structure - </a:t>
            </a:r>
            <a:r>
              <a:rPr lang="en-US" sz="2200" b="0" kern="1200" baseline="0" dirty="0">
                <a:solidFill>
                  <a:schemeClr val="tx1"/>
                </a:solidFill>
                <a:latin typeface="+mn-lt"/>
                <a:ea typeface="+mn-ea"/>
                <a:cs typeface="+mn-cs"/>
              </a:rPr>
              <a:t>Programs that involve a variety of activities/</a:t>
            </a:r>
            <a:r>
              <a:rPr lang="en-US" sz="2200" kern="1200" baseline="0" dirty="0">
                <a:solidFill>
                  <a:schemeClr val="tx1"/>
                </a:solidFill>
                <a:latin typeface="+mn-lt"/>
                <a:ea typeface="+mn-ea"/>
                <a:cs typeface="+mn-cs"/>
              </a:rPr>
              <a:t>sources and destinations of input and output may be easier to design and implement using threads. </a:t>
            </a:r>
            <a:endParaRPr lang="en-US" sz="2200" b="0" dirty="0"/>
          </a:p>
          <a:p>
            <a:endParaRPr lang="en-US" sz="3721" dirty="0"/>
          </a:p>
          <a:p>
            <a:endParaRPr lang="en-US" dirty="0"/>
          </a:p>
        </p:txBody>
      </p:sp>
      <p:sp>
        <p:nvSpPr>
          <p:cNvPr id="4" name="Slide Number Placeholder 3"/>
          <p:cNvSpPr>
            <a:spLocks noGrp="1"/>
          </p:cNvSpPr>
          <p:nvPr>
            <p:ph type="sldNum" sz="quarter" idx="12"/>
          </p:nvPr>
        </p:nvSpPr>
        <p:spPr/>
        <p:txBody>
          <a:bodyPr/>
          <a:lstStyle/>
          <a:p>
            <a:pPr>
              <a:defRPr/>
            </a:pPr>
            <a:fld id="{FD77EB8B-B6EB-443D-9CB4-B019CEC8F476}" type="slidenum">
              <a:rPr lang="en-US" smtClean="0"/>
              <a:pPr>
                <a:defRPr/>
              </a:pPr>
              <a:t>12</a:t>
            </a:fld>
            <a:endParaRPr lang="en-US" dirty="0"/>
          </a:p>
        </p:txBody>
      </p:sp>
      <p:pic>
        <p:nvPicPr>
          <p:cNvPr id="2050" name="Picture 2" descr="Why Choose Modular Construction? | ArchDaily">
            <a:extLst>
              <a:ext uri="{FF2B5EF4-FFF2-40B4-BE49-F238E27FC236}">
                <a16:creationId xmlns:a16="http://schemas.microsoft.com/office/drawing/2014/main" id="{183507C4-5092-F5E1-99B1-D04FC4407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1818" y="0"/>
            <a:ext cx="4421944" cy="2339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B4D6101-4A25-9ED9-E078-F49BDC512EA5}"/>
              </a:ext>
            </a:extLst>
          </p:cNvPr>
          <p:cNvSpPr txBox="1"/>
          <p:nvPr/>
        </p:nvSpPr>
        <p:spPr>
          <a:xfrm>
            <a:off x="9680864" y="1985449"/>
            <a:ext cx="3983852" cy="369332"/>
          </a:xfrm>
          <a:prstGeom prst="rect">
            <a:avLst/>
          </a:prstGeom>
          <a:noFill/>
        </p:spPr>
        <p:txBody>
          <a:bodyPr wrap="square">
            <a:spAutoFit/>
          </a:bodyPr>
          <a:lstStyle/>
          <a:p>
            <a:pPr algn="l" fontAlgn="base">
              <a:buFont typeface="Arial" panose="020B0604020202020204" pitchFamily="34" charset="0"/>
              <a:buChar char="•"/>
            </a:pPr>
            <a:r>
              <a:rPr lang="en-GB" b="1" i="1" dirty="0">
                <a:solidFill>
                  <a:schemeClr val="bg1"/>
                </a:solidFill>
                <a:effectLst/>
                <a:latin typeface="Source Sans Pro" panose="020B0503030403020204" pitchFamily="34" charset="0"/>
              </a:rPr>
              <a:t>Written by </a:t>
            </a:r>
            <a:r>
              <a:rPr lang="en-GB" b="1" i="1" u="none" strike="noStrike" dirty="0">
                <a:solidFill>
                  <a:schemeClr val="bg1"/>
                </a:solidFill>
                <a:effectLst/>
                <a:latin typeface="inherit"/>
                <a:hlinkClick r:id="rId4">
                  <a:extLst>
                    <a:ext uri="{A12FA001-AC4F-418D-AE19-62706E023703}">
                      <ahyp:hlinkClr xmlns:ahyp="http://schemas.microsoft.com/office/drawing/2018/hyperlinkcolor" val="tx"/>
                    </a:ext>
                  </a:extLst>
                </a:hlinkClick>
              </a:rPr>
              <a:t>Lilly Cao</a:t>
            </a:r>
            <a:r>
              <a:rPr lang="en-GB" b="1" i="1" u="none" strike="noStrike" dirty="0">
                <a:solidFill>
                  <a:schemeClr val="bg1"/>
                </a:solidFill>
                <a:latin typeface="Source Sans Pro" panose="020B0503030403020204" pitchFamily="34" charset="0"/>
              </a:rPr>
              <a:t> </a:t>
            </a:r>
            <a:r>
              <a:rPr lang="en-GB" b="1" i="1" dirty="0">
                <a:solidFill>
                  <a:schemeClr val="bg1"/>
                </a:solidFill>
                <a:effectLst/>
                <a:latin typeface="Source Sans Pro" panose="020B0503030403020204" pitchFamily="34" charset="0"/>
              </a:rPr>
              <a:t>19</a:t>
            </a:r>
            <a:r>
              <a:rPr lang="en-GB" b="1" i="1" dirty="0">
                <a:solidFill>
                  <a:schemeClr val="bg1"/>
                </a:solidFill>
                <a:latin typeface="Source Sans Pro" panose="020B0503030403020204" pitchFamily="34" charset="0"/>
              </a:rPr>
              <a:t>/10/</a:t>
            </a:r>
            <a:r>
              <a:rPr lang="en-GB" b="1" i="1" dirty="0">
                <a:solidFill>
                  <a:schemeClr val="bg1"/>
                </a:solidFill>
                <a:effectLst/>
                <a:latin typeface="Source Sans Pro" panose="020B0503030403020204" pitchFamily="34" charset="0"/>
              </a:rPr>
              <a:t> 2020</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21" y="960026"/>
            <a:ext cx="8086633" cy="1103478"/>
          </a:xfrm>
        </p:spPr>
        <p:txBody>
          <a:bodyPr/>
          <a:lstStyle/>
          <a:p>
            <a:pPr algn="ctr"/>
            <a:r>
              <a:rPr lang="en-US" dirty="0">
                <a:ln>
                  <a:solidFill>
                    <a:schemeClr val="tx1"/>
                  </a:solidFill>
                </a:ln>
                <a:solidFill>
                  <a:schemeClr val="accent1">
                    <a:lumMod val="50000"/>
                  </a:schemeClr>
                </a:solidFill>
              </a:rPr>
              <a:t>Threads</a:t>
            </a:r>
          </a:p>
        </p:txBody>
      </p:sp>
      <p:graphicFrame>
        <p:nvGraphicFramePr>
          <p:cNvPr id="5" name="Content Placeholder 4"/>
          <p:cNvGraphicFramePr>
            <a:graphicFrameLocks noGrp="1"/>
          </p:cNvGraphicFramePr>
          <p:nvPr>
            <p:ph sz="half" idx="4294967295"/>
            <p:extLst>
              <p:ext uri="{D42A27DB-BD31-4B8C-83A1-F6EECF244321}">
                <p14:modId xmlns:p14="http://schemas.microsoft.com/office/powerpoint/2010/main" val="1060093867"/>
              </p:ext>
            </p:extLst>
          </p:nvPr>
        </p:nvGraphicFramePr>
        <p:xfrm>
          <a:off x="2512995" y="2855724"/>
          <a:ext cx="8697859" cy="42049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1224756" y="2851003"/>
            <a:ext cx="10117346" cy="978729"/>
          </a:xfrm>
          <a:prstGeom prst="rect">
            <a:avLst/>
          </a:prstGeom>
          <a:noFill/>
        </p:spPr>
        <p:txBody>
          <a:bodyPr wrap="square" rtlCol="0">
            <a:spAutoFit/>
          </a:bodyPr>
          <a:lstStyle/>
          <a:p>
            <a:pPr marL="292041" indent="-292041">
              <a:lnSpc>
                <a:spcPct val="90000"/>
              </a:lnSpc>
              <a:spcBef>
                <a:spcPts val="1860"/>
              </a:spcBef>
              <a:spcAft>
                <a:spcPct val="35000"/>
              </a:spcAft>
              <a:buClr>
                <a:schemeClr val="accent1"/>
              </a:buClr>
              <a:buSzPct val="75000"/>
              <a:buFont typeface="Wingdings" pitchFamily="2" charset="2"/>
              <a:buChar char="n"/>
            </a:pPr>
            <a:r>
              <a:rPr lang="en-US" sz="2894" dirty="0">
                <a:solidFill>
                  <a:schemeClr val="tx1">
                    <a:lumMod val="85000"/>
                    <a:lumOff val="15000"/>
                  </a:schemeClr>
                </a:solidFill>
                <a:latin typeface="+mn-lt"/>
              </a:rPr>
              <a:t> </a:t>
            </a:r>
            <a:r>
              <a:rPr lang="en-US" sz="3200" dirty="0">
                <a:solidFill>
                  <a:schemeClr val="tx1">
                    <a:lumMod val="85000"/>
                    <a:lumOff val="15000"/>
                  </a:schemeClr>
                </a:solidFill>
                <a:latin typeface="+mn-lt"/>
              </a:rPr>
              <a:t>In an OS that supports threads, scheduling and dispatching is done on a thread basis</a:t>
            </a:r>
          </a:p>
        </p:txBody>
      </p:sp>
      <p:sp>
        <p:nvSpPr>
          <p:cNvPr id="6" name="TextBox 5"/>
          <p:cNvSpPr txBox="1"/>
          <p:nvPr/>
        </p:nvSpPr>
        <p:spPr>
          <a:xfrm>
            <a:off x="1834356" y="5525851"/>
            <a:ext cx="11209412" cy="1920526"/>
          </a:xfrm>
          <a:prstGeom prst="rect">
            <a:avLst/>
          </a:prstGeom>
          <a:noFill/>
        </p:spPr>
        <p:txBody>
          <a:bodyPr wrap="square" rtlCol="0">
            <a:spAutoFit/>
          </a:bodyPr>
          <a:lstStyle/>
          <a:p>
            <a:pPr lvl="1" defTabSz="275634">
              <a:lnSpc>
                <a:spcPct val="90000"/>
              </a:lnSpc>
              <a:spcAft>
                <a:spcPct val="35000"/>
              </a:spcAft>
              <a:buClr>
                <a:schemeClr val="accent1"/>
              </a:buClr>
              <a:buSzPct val="100000"/>
              <a:buFont typeface="Wingdings" charset="2"/>
              <a:buChar char="§"/>
            </a:pPr>
            <a:r>
              <a:rPr lang="en-US" sz="2800" dirty="0">
                <a:solidFill>
                  <a:schemeClr val="tx1">
                    <a:lumMod val="85000"/>
                    <a:lumOff val="15000"/>
                  </a:schemeClr>
                </a:solidFill>
                <a:latin typeface="+mn-lt"/>
              </a:rPr>
              <a:t>suspending a process involves suspending all threads of the process </a:t>
            </a:r>
          </a:p>
          <a:p>
            <a:pPr lvl="1" defTabSz="275634">
              <a:lnSpc>
                <a:spcPct val="200000"/>
              </a:lnSpc>
              <a:spcAft>
                <a:spcPct val="35000"/>
              </a:spcAft>
              <a:buClr>
                <a:schemeClr val="accent1"/>
              </a:buClr>
              <a:buSzPct val="100000"/>
              <a:buFont typeface="Wingdings" charset="2"/>
              <a:buChar char="§"/>
            </a:pPr>
            <a:r>
              <a:rPr lang="en-US" sz="2800" dirty="0">
                <a:solidFill>
                  <a:schemeClr val="tx1">
                    <a:lumMod val="85000"/>
                    <a:lumOff val="15000"/>
                  </a:schemeClr>
                </a:solidFill>
                <a:latin typeface="+mn-lt"/>
              </a:rPr>
              <a:t>termination of a process terminates all threads within the process</a:t>
            </a:r>
          </a:p>
          <a:p>
            <a:endParaRPr lang="en-US" dirty="0"/>
          </a:p>
        </p:txBody>
      </p:sp>
      <p:pic>
        <p:nvPicPr>
          <p:cNvPr id="9" name="Picture 8"/>
          <p:cNvPicPr>
            <a:picLocks noChangeAspect="1"/>
          </p:cNvPicPr>
          <p:nvPr/>
        </p:nvPicPr>
        <p:blipFill>
          <a:blip r:embed="rId8"/>
          <a:stretch>
            <a:fillRect/>
          </a:stretch>
        </p:blipFill>
        <p:spPr>
          <a:xfrm>
            <a:off x="11658531" y="450850"/>
            <a:ext cx="1653748" cy="1811248"/>
          </a:xfrm>
          <a:prstGeom prst="rect">
            <a:avLst/>
          </a:prstGeom>
        </p:spPr>
      </p:pic>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13</a:t>
            </a:fld>
            <a:endParaRPr 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5861" y="961004"/>
            <a:ext cx="8086633" cy="1182228"/>
          </a:xfrm>
        </p:spPr>
        <p:txBody>
          <a:bodyPr/>
          <a:lstStyle/>
          <a:p>
            <a:r>
              <a:rPr lang="en-NZ" b="1" dirty="0">
                <a:ln>
                  <a:solidFill>
                    <a:schemeClr val="tx1"/>
                  </a:solidFill>
                </a:ln>
                <a:solidFill>
                  <a:schemeClr val="accent6">
                    <a:lumMod val="75000"/>
                  </a:schemeClr>
                </a:solidFill>
              </a:rPr>
              <a:t>Thread Execution States</a:t>
            </a:r>
            <a:endParaRPr lang="en-US" b="1" dirty="0">
              <a:ln>
                <a:solidFill>
                  <a:schemeClr val="tx1"/>
                </a:solidFill>
              </a:ln>
              <a:solidFill>
                <a:schemeClr val="accent6">
                  <a:lumMod val="75000"/>
                </a:schemeClr>
              </a:solidFill>
            </a:endParaRPr>
          </a:p>
        </p:txBody>
      </p:sp>
      <p:sp>
        <p:nvSpPr>
          <p:cNvPr id="3" name="Content Placeholder 2"/>
          <p:cNvSpPr>
            <a:spLocks noGrp="1"/>
          </p:cNvSpPr>
          <p:nvPr>
            <p:ph sz="half" idx="1"/>
          </p:nvPr>
        </p:nvSpPr>
        <p:spPr>
          <a:xfrm>
            <a:off x="744100" y="3263029"/>
            <a:ext cx="6160356" cy="3968668"/>
          </a:xfrm>
        </p:spPr>
        <p:txBody>
          <a:bodyPr>
            <a:normAutofit/>
          </a:bodyPr>
          <a:lstStyle/>
          <a:p>
            <a:endParaRPr lang="en-US" dirty="0"/>
          </a:p>
          <a:p>
            <a:pPr>
              <a:lnSpc>
                <a:spcPct val="150000"/>
              </a:lnSpc>
              <a:buNone/>
            </a:pPr>
            <a:r>
              <a:rPr lang="en-US" sz="3307" dirty="0"/>
              <a:t>The key states for a thread are:</a:t>
            </a:r>
            <a:endParaRPr lang="en-US" sz="3721" dirty="0"/>
          </a:p>
          <a:p>
            <a:pPr marL="1417549" lvl="3">
              <a:lnSpc>
                <a:spcPct val="150000"/>
              </a:lnSpc>
              <a:spcBef>
                <a:spcPct val="0"/>
              </a:spcBef>
            </a:pPr>
            <a:r>
              <a:rPr lang="en-US" sz="2894" dirty="0"/>
              <a:t>Running</a:t>
            </a:r>
          </a:p>
          <a:p>
            <a:pPr marL="1417549" lvl="3">
              <a:lnSpc>
                <a:spcPct val="150000"/>
              </a:lnSpc>
              <a:spcBef>
                <a:spcPct val="0"/>
              </a:spcBef>
            </a:pPr>
            <a:r>
              <a:rPr lang="en-US" sz="2894" dirty="0"/>
              <a:t>Ready</a:t>
            </a:r>
          </a:p>
          <a:p>
            <a:pPr marL="1417549" lvl="3">
              <a:lnSpc>
                <a:spcPct val="150000"/>
              </a:lnSpc>
              <a:spcBef>
                <a:spcPct val="0"/>
              </a:spcBef>
            </a:pPr>
            <a:r>
              <a:rPr lang="en-US" sz="2894" dirty="0"/>
              <a:t>Blocked</a:t>
            </a:r>
          </a:p>
          <a:p>
            <a:endParaRPr lang="en-US" dirty="0"/>
          </a:p>
        </p:txBody>
      </p:sp>
      <p:cxnSp>
        <p:nvCxnSpPr>
          <p:cNvPr id="5" name="Straight Connector 4"/>
          <p:cNvCxnSpPr/>
          <p:nvPr/>
        </p:nvCxnSpPr>
        <p:spPr>
          <a:xfrm rot="5400000">
            <a:off x="4359679" y="5613559"/>
            <a:ext cx="4094175" cy="821"/>
          </a:xfrm>
          <a:prstGeom prst="line">
            <a:avLst/>
          </a:prstGeom>
          <a:ln>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991728" y="3642243"/>
            <a:ext cx="6619200" cy="3943452"/>
          </a:xfrm>
          <a:prstGeom prst="rect">
            <a:avLst/>
          </a:prstGeom>
        </p:spPr>
        <p:txBody>
          <a:bodyPr wrap="square">
            <a:spAutoFit/>
          </a:bodyPr>
          <a:lstStyle/>
          <a:p>
            <a:pPr marL="354387" indent="-354387" eaLnBrk="0" hangingPunct="0">
              <a:spcBef>
                <a:spcPct val="20000"/>
              </a:spcBef>
              <a:buFont typeface="Arial" charset="0"/>
            </a:pPr>
            <a:endParaRPr lang="en-US" sz="3307" dirty="0">
              <a:latin typeface="+mn-lt"/>
            </a:endParaRPr>
          </a:p>
          <a:p>
            <a:pPr marL="354387" indent="-354387" eaLnBrk="0" hangingPunct="0">
              <a:spcBef>
                <a:spcPct val="20000"/>
              </a:spcBef>
              <a:buFont typeface="Arial" charset="0"/>
            </a:pPr>
            <a:r>
              <a:rPr lang="en-US" sz="3307" dirty="0">
                <a:latin typeface="+mn-lt"/>
              </a:rPr>
              <a:t>  Thread operations associated with a change in thread state are:</a:t>
            </a:r>
            <a:endParaRPr lang="en-US" sz="1550" dirty="0">
              <a:latin typeface="+mn-lt"/>
            </a:endParaRPr>
          </a:p>
          <a:p>
            <a:pPr lvl="3" indent="-292041">
              <a:lnSpc>
                <a:spcPct val="150000"/>
              </a:lnSpc>
              <a:buClr>
                <a:schemeClr val="accent1"/>
              </a:buClr>
              <a:buSzPct val="75000"/>
              <a:buFont typeface="Wingdings" pitchFamily="2" charset="2"/>
              <a:buChar char="n"/>
            </a:pPr>
            <a:r>
              <a:rPr lang="en-US" sz="2480" dirty="0">
                <a:solidFill>
                  <a:schemeClr val="tx1">
                    <a:lumMod val="85000"/>
                    <a:lumOff val="15000"/>
                  </a:schemeClr>
                </a:solidFill>
                <a:latin typeface="+mn-lt"/>
              </a:rPr>
              <a:t>Spawn</a:t>
            </a:r>
          </a:p>
          <a:p>
            <a:pPr lvl="3" indent="-292041">
              <a:lnSpc>
                <a:spcPct val="150000"/>
              </a:lnSpc>
              <a:buClr>
                <a:schemeClr val="accent1"/>
              </a:buClr>
              <a:buSzPct val="75000"/>
              <a:buFont typeface="Wingdings" pitchFamily="2" charset="2"/>
              <a:buChar char="n"/>
            </a:pPr>
            <a:r>
              <a:rPr lang="en-US" sz="2480" dirty="0">
                <a:solidFill>
                  <a:schemeClr val="tx1">
                    <a:lumMod val="85000"/>
                    <a:lumOff val="15000"/>
                  </a:schemeClr>
                </a:solidFill>
                <a:latin typeface="+mn-lt"/>
              </a:rPr>
              <a:t>Block</a:t>
            </a:r>
          </a:p>
          <a:p>
            <a:pPr lvl="3" indent="-292041">
              <a:lnSpc>
                <a:spcPct val="150000"/>
              </a:lnSpc>
              <a:buClr>
                <a:schemeClr val="accent1"/>
              </a:buClr>
              <a:buSzPct val="75000"/>
              <a:buFont typeface="Wingdings" pitchFamily="2" charset="2"/>
              <a:buChar char="n"/>
            </a:pPr>
            <a:r>
              <a:rPr lang="en-US" sz="2480" dirty="0">
                <a:solidFill>
                  <a:schemeClr val="tx1">
                    <a:lumMod val="85000"/>
                    <a:lumOff val="15000"/>
                  </a:schemeClr>
                </a:solidFill>
                <a:latin typeface="+mn-lt"/>
              </a:rPr>
              <a:t>Unblock</a:t>
            </a:r>
          </a:p>
          <a:p>
            <a:pPr lvl="3" indent="-292041">
              <a:lnSpc>
                <a:spcPct val="150000"/>
              </a:lnSpc>
              <a:buClr>
                <a:schemeClr val="accent1"/>
              </a:buClr>
              <a:buSzPct val="75000"/>
              <a:buFont typeface="Wingdings" pitchFamily="2" charset="2"/>
              <a:buChar char="n"/>
            </a:pPr>
            <a:r>
              <a:rPr lang="en-US" sz="2480" dirty="0">
                <a:solidFill>
                  <a:schemeClr val="tx1">
                    <a:lumMod val="85000"/>
                    <a:lumOff val="15000"/>
                  </a:schemeClr>
                </a:solidFill>
                <a:latin typeface="+mn-lt"/>
              </a:rPr>
              <a:t>Finish</a:t>
            </a:r>
          </a:p>
        </p:txBody>
      </p:sp>
      <p:sp>
        <p:nvSpPr>
          <p:cNvPr id="4" name="Slide Number Placeholder 3"/>
          <p:cNvSpPr>
            <a:spLocks noGrp="1"/>
          </p:cNvSpPr>
          <p:nvPr>
            <p:ph type="sldNum" sz="quarter" idx="12"/>
          </p:nvPr>
        </p:nvSpPr>
        <p:spPr/>
        <p:txBody>
          <a:bodyPr/>
          <a:lstStyle/>
          <a:p>
            <a:pPr>
              <a:defRPr/>
            </a:pPr>
            <a:fld id="{FD77EB8B-B6EB-443D-9CB4-B019CEC8F476}" type="slidenum">
              <a:rPr lang="en-US" smtClean="0"/>
              <a:pPr>
                <a:defRPr/>
              </a:pPr>
              <a:t>14</a:t>
            </a:fld>
            <a:endParaRPr lang="en-US" dirty="0"/>
          </a:p>
        </p:txBody>
      </p:sp>
      <p:sp>
        <p:nvSpPr>
          <p:cNvPr id="8" name="TextBox 7">
            <a:extLst>
              <a:ext uri="{FF2B5EF4-FFF2-40B4-BE49-F238E27FC236}">
                <a16:creationId xmlns:a16="http://schemas.microsoft.com/office/drawing/2014/main" id="{F2494F1B-FD20-B876-73C2-E96C93CB9CAF}"/>
              </a:ext>
            </a:extLst>
          </p:cNvPr>
          <p:cNvSpPr txBox="1"/>
          <p:nvPr/>
        </p:nvSpPr>
        <p:spPr>
          <a:xfrm>
            <a:off x="413930" y="2403217"/>
            <a:ext cx="13508851" cy="707886"/>
          </a:xfrm>
          <a:prstGeom prst="rect">
            <a:avLst/>
          </a:prstGeom>
          <a:noFill/>
        </p:spPr>
        <p:txBody>
          <a:bodyPr wrap="square">
            <a:spAutoFit/>
          </a:bodyPr>
          <a:lstStyle/>
          <a:p>
            <a:r>
              <a:rPr lang="en-US" sz="2000" i="0" kern="1200" baseline="0" dirty="0">
                <a:solidFill>
                  <a:schemeClr val="tx1"/>
                </a:solidFill>
                <a:latin typeface="+mn-lt"/>
                <a:ea typeface="+mn-ea"/>
                <a:cs typeface="+mn-cs"/>
              </a:rPr>
              <a:t>Generally, suspend states are not usually associated with threads because such states are process-level concepts. If a process is swapped out, all of its threads are necessarily swapped out because they all share the address space of the process. Hence,</a:t>
            </a:r>
            <a:endParaRPr lang="en-GB" sz="20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4610" y="1039754"/>
            <a:ext cx="8032492" cy="1024729"/>
          </a:xfrm>
        </p:spPr>
        <p:txBody>
          <a:bodyPr/>
          <a:lstStyle/>
          <a:p>
            <a:r>
              <a:rPr lang="en-US" b="1" dirty="0">
                <a:solidFill>
                  <a:schemeClr val="accent1">
                    <a:lumMod val="50000"/>
                  </a:schemeClr>
                </a:solidFill>
              </a:rPr>
              <a:t>Thread Synchronization</a:t>
            </a:r>
          </a:p>
        </p:txBody>
      </p:sp>
      <p:sp>
        <p:nvSpPr>
          <p:cNvPr id="3" name="Content Placeholder 2"/>
          <p:cNvSpPr>
            <a:spLocks noGrp="1"/>
          </p:cNvSpPr>
          <p:nvPr>
            <p:ph sz="half" idx="1"/>
          </p:nvPr>
        </p:nvSpPr>
        <p:spPr>
          <a:xfrm>
            <a:off x="996156" y="2851003"/>
            <a:ext cx="12344400" cy="3968668"/>
          </a:xfrm>
        </p:spPr>
        <p:txBody>
          <a:bodyPr>
            <a:noAutofit/>
          </a:bodyPr>
          <a:lstStyle/>
          <a:p>
            <a:pPr>
              <a:lnSpc>
                <a:spcPct val="150000"/>
              </a:lnSpc>
            </a:pPr>
            <a:r>
              <a:rPr lang="en-US" sz="3101" dirty="0"/>
              <a:t>It is necessary to synchronize the activities of the various threads. Thus:</a:t>
            </a:r>
          </a:p>
          <a:p>
            <a:pPr lvl="3">
              <a:lnSpc>
                <a:spcPct val="150000"/>
              </a:lnSpc>
            </a:pPr>
            <a:r>
              <a:rPr lang="en-US" sz="2894" dirty="0"/>
              <a:t>all threads of a process share the same address space and other resources</a:t>
            </a:r>
          </a:p>
          <a:p>
            <a:pPr lvl="3">
              <a:lnSpc>
                <a:spcPct val="150000"/>
              </a:lnSpc>
            </a:pPr>
            <a:r>
              <a:rPr lang="en-US" sz="2894" dirty="0"/>
              <a:t>any alteration of a resource by one thread affects the other threads in the same process</a:t>
            </a:r>
          </a:p>
        </p:txBody>
      </p:sp>
      <p:sp>
        <p:nvSpPr>
          <p:cNvPr id="4" name="Slide Number Placeholder 3"/>
          <p:cNvSpPr>
            <a:spLocks noGrp="1"/>
          </p:cNvSpPr>
          <p:nvPr>
            <p:ph type="sldNum" sz="quarter" idx="12"/>
          </p:nvPr>
        </p:nvSpPr>
        <p:spPr/>
        <p:txBody>
          <a:bodyPr/>
          <a:lstStyle/>
          <a:p>
            <a:pPr>
              <a:defRPr/>
            </a:pPr>
            <a:fld id="{FD77EB8B-B6EB-443D-9CB4-B019CEC8F476}" type="slidenum">
              <a:rPr lang="en-US" smtClean="0"/>
              <a:pPr>
                <a:defRPr/>
              </a:pPr>
              <a:t>15</a:t>
            </a:fld>
            <a:endParaRPr 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21" y="960025"/>
            <a:ext cx="8086633" cy="1182228"/>
          </a:xfrm>
        </p:spPr>
        <p:txBody>
          <a:bodyPr/>
          <a:lstStyle/>
          <a:p>
            <a:pPr algn="ctr"/>
            <a:r>
              <a:rPr lang="en-NZ" sz="4961" b="1" dirty="0">
                <a:solidFill>
                  <a:schemeClr val="tx1"/>
                </a:solidFill>
              </a:rPr>
              <a:t>Types of Threads</a:t>
            </a:r>
          </a:p>
        </p:txBody>
      </p:sp>
      <p:graphicFrame>
        <p:nvGraphicFramePr>
          <p:cNvPr id="5" name="Content Placeholder 4"/>
          <p:cNvGraphicFramePr>
            <a:graphicFrameLocks noGrp="1"/>
          </p:cNvGraphicFramePr>
          <p:nvPr>
            <p:ph idx="4294967295"/>
          </p:nvPr>
        </p:nvGraphicFramePr>
        <p:xfrm>
          <a:off x="2994610" y="2142253"/>
          <a:ext cx="8426242" cy="5039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16</a:t>
            </a:fld>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443956" y="450850"/>
            <a:ext cx="8898741" cy="1181249"/>
          </a:xfrm>
        </p:spPr>
        <p:txBody>
          <a:bodyPr/>
          <a:lstStyle/>
          <a:p>
            <a:r>
              <a:rPr lang="en-US" b="1" dirty="0">
                <a:solidFill>
                  <a:schemeClr val="accent5">
                    <a:lumMod val="50000"/>
                  </a:schemeClr>
                </a:solidFill>
              </a:rPr>
              <a:t>User-Level Threads (ULTs)</a:t>
            </a:r>
          </a:p>
        </p:txBody>
      </p:sp>
      <p:sp>
        <p:nvSpPr>
          <p:cNvPr id="3" name="Content Placeholder 2"/>
          <p:cNvSpPr>
            <a:spLocks noGrp="1"/>
          </p:cNvSpPr>
          <p:nvPr>
            <p:ph idx="4294967295"/>
          </p:nvPr>
        </p:nvSpPr>
        <p:spPr>
          <a:xfrm>
            <a:off x="592160" y="2508250"/>
            <a:ext cx="6726009" cy="5105400"/>
          </a:xfrm>
          <a:ln w="12700">
            <a:solidFill>
              <a:schemeClr val="accent3">
                <a:lumMod val="50000"/>
              </a:schemeClr>
            </a:solidFill>
          </a:ln>
        </p:spPr>
        <p:txBody>
          <a:bodyPr>
            <a:normAutofit/>
          </a:bodyPr>
          <a:lstStyle/>
          <a:p>
            <a:pPr>
              <a:lnSpc>
                <a:spcPct val="110000"/>
              </a:lnSpc>
            </a:pPr>
            <a:r>
              <a:rPr lang="en-GB" sz="2800" dirty="0"/>
              <a:t>It is a user-created unit of execution within a process.</a:t>
            </a:r>
            <a:endParaRPr lang="en-US" sz="2800" dirty="0"/>
          </a:p>
          <a:p>
            <a:pPr>
              <a:lnSpc>
                <a:spcPct val="110000"/>
              </a:lnSpc>
            </a:pPr>
            <a:r>
              <a:rPr lang="en-US" sz="2800" b="0" i="0" kern="1200" baseline="0" dirty="0">
                <a:solidFill>
                  <a:schemeClr val="tx1"/>
                </a:solidFill>
                <a:latin typeface="+mn-lt"/>
                <a:ea typeface="+mn-ea"/>
                <a:cs typeface="+mn-cs"/>
              </a:rPr>
              <a:t>In a pure ULT facility, a</a:t>
            </a:r>
            <a:r>
              <a:rPr lang="en-US" sz="2800" dirty="0"/>
              <a:t>ll thread management is done by the application</a:t>
            </a:r>
          </a:p>
          <a:p>
            <a:pPr>
              <a:lnSpc>
                <a:spcPct val="110000"/>
              </a:lnSpc>
            </a:pPr>
            <a:r>
              <a:rPr lang="en-US" sz="2800" dirty="0"/>
              <a:t>The kernel is not aware of the existence of threads</a:t>
            </a:r>
          </a:p>
          <a:p>
            <a:pPr>
              <a:lnSpc>
                <a:spcPct val="110000"/>
              </a:lnSpc>
            </a:pPr>
            <a:r>
              <a:rPr lang="en-US" sz="2800" kern="1200" baseline="0" dirty="0">
                <a:solidFill>
                  <a:schemeClr val="tx1"/>
                </a:solidFill>
                <a:latin typeface="+mn-lt"/>
                <a:ea typeface="+mn-ea"/>
                <a:cs typeface="+mn-cs"/>
              </a:rPr>
              <a:t>The threads library contains code for creating and destroying threads etc.</a:t>
            </a:r>
            <a:endParaRPr lang="en-US" sz="2800" dirty="0"/>
          </a:p>
          <a:p>
            <a:endParaRPr lang="en-US" dirty="0"/>
          </a:p>
        </p:txBody>
      </p:sp>
      <p:pic>
        <p:nvPicPr>
          <p:cNvPr id="5" name="Picture 4" descr="f5.pdf"/>
          <p:cNvPicPr>
            <a:picLocks noChangeAspect="1"/>
          </p:cNvPicPr>
          <p:nvPr/>
        </p:nvPicPr>
        <p:blipFill rotWithShape="1">
          <a:blip r:embed="rId3"/>
          <a:srcRect l="2728" t="17039" r="62045" b="35294"/>
          <a:stretch/>
        </p:blipFill>
        <p:spPr>
          <a:xfrm>
            <a:off x="7505109" y="2244725"/>
            <a:ext cx="6256319" cy="5368925"/>
          </a:xfrm>
          <a:prstGeom prst="rect">
            <a:avLst/>
          </a:prstGeom>
        </p:spPr>
      </p:pic>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17</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mv="urn:schemas-microsoft-com:mac:vml">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21" y="960025"/>
            <a:ext cx="8086633" cy="1024729"/>
          </a:xfrm>
        </p:spPr>
        <p:txBody>
          <a:bodyPr/>
          <a:lstStyle/>
          <a:p>
            <a:pPr algn="ctr"/>
            <a:r>
              <a:rPr lang="en-US" b="1" dirty="0">
                <a:ln>
                  <a:solidFill>
                    <a:schemeClr val="accent6">
                      <a:lumMod val="75000"/>
                    </a:schemeClr>
                  </a:solidFill>
                </a:ln>
                <a:solidFill>
                  <a:schemeClr val="accent6">
                    <a:lumMod val="50000"/>
                  </a:schemeClr>
                </a:solidFill>
              </a:rPr>
              <a:t>  </a:t>
            </a:r>
            <a:r>
              <a:rPr lang="en-US" b="1" dirty="0">
                <a:ln>
                  <a:solidFill>
                    <a:schemeClr val="accent6">
                      <a:lumMod val="75000"/>
                    </a:schemeClr>
                  </a:solidFill>
                </a:ln>
                <a:solidFill>
                  <a:schemeClr val="accent1">
                    <a:lumMod val="75000"/>
                  </a:schemeClr>
                </a:solidFill>
              </a:rPr>
              <a:t>Advantages of ULTs</a:t>
            </a:r>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2870546478"/>
              </p:ext>
            </p:extLst>
          </p:nvPr>
        </p:nvGraphicFramePr>
        <p:xfrm>
          <a:off x="578941" y="2163321"/>
          <a:ext cx="10310343" cy="54487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Picture 12"/>
          <p:cNvPicPr>
            <a:picLocks noChangeAspect="1"/>
          </p:cNvPicPr>
          <p:nvPr/>
        </p:nvPicPr>
        <p:blipFill>
          <a:blip r:embed="rId8"/>
          <a:stretch>
            <a:fillRect/>
          </a:stretch>
        </p:blipFill>
        <p:spPr>
          <a:xfrm>
            <a:off x="11968956" y="288858"/>
            <a:ext cx="1649434" cy="1695896"/>
          </a:xfrm>
          <a:prstGeom prst="rect">
            <a:avLst/>
          </a:prstGeom>
        </p:spPr>
      </p:pic>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18</a:t>
            </a:fld>
            <a:endParaRPr lang="en-US" dirty="0"/>
          </a:p>
        </p:txBody>
      </p:sp>
      <p:sp>
        <p:nvSpPr>
          <p:cNvPr id="5" name="TextBox 4">
            <a:extLst>
              <a:ext uri="{FF2B5EF4-FFF2-40B4-BE49-F238E27FC236}">
                <a16:creationId xmlns:a16="http://schemas.microsoft.com/office/drawing/2014/main" id="{017AD0CF-4C01-6ED6-A69E-009074F9422A}"/>
              </a:ext>
            </a:extLst>
          </p:cNvPr>
          <p:cNvSpPr txBox="1"/>
          <p:nvPr/>
        </p:nvSpPr>
        <p:spPr>
          <a:xfrm>
            <a:off x="7625444" y="4904418"/>
            <a:ext cx="5992946" cy="1015663"/>
          </a:xfrm>
          <a:prstGeom prst="rect">
            <a:avLst/>
          </a:prstGeom>
          <a:noFill/>
        </p:spPr>
        <p:txBody>
          <a:bodyPr wrap="square">
            <a:spAutoFit/>
          </a:bodyPr>
          <a:lstStyle/>
          <a:p>
            <a:r>
              <a:rPr lang="en-US" sz="2000" kern="1200" baseline="0" dirty="0">
                <a:solidFill>
                  <a:srgbClr val="E145ED"/>
                </a:solidFill>
                <a:latin typeface="+mn-lt"/>
                <a:ea typeface="+mn-ea"/>
                <a:cs typeface="+mn-cs"/>
              </a:rPr>
              <a:t>The scheduling algorithm can be tailored to the application without disturbing the underlying OS scheduler.</a:t>
            </a:r>
          </a:p>
        </p:txBody>
      </p:sp>
      <p:sp>
        <p:nvSpPr>
          <p:cNvPr id="8" name="TextBox 7">
            <a:extLst>
              <a:ext uri="{FF2B5EF4-FFF2-40B4-BE49-F238E27FC236}">
                <a16:creationId xmlns:a16="http://schemas.microsoft.com/office/drawing/2014/main" id="{D13280FC-2358-0197-9AAE-1B6E8E3C9C1E}"/>
              </a:ext>
            </a:extLst>
          </p:cNvPr>
          <p:cNvSpPr txBox="1"/>
          <p:nvPr/>
        </p:nvSpPr>
        <p:spPr>
          <a:xfrm>
            <a:off x="6253957" y="5970789"/>
            <a:ext cx="7239000" cy="923330"/>
          </a:xfrm>
          <a:prstGeom prst="rect">
            <a:avLst/>
          </a:prstGeom>
          <a:noFill/>
        </p:spPr>
        <p:txBody>
          <a:bodyPr wrap="square">
            <a:spAutoFit/>
          </a:bodyPr>
          <a:lstStyle/>
          <a:p>
            <a:r>
              <a:rPr lang="en-US" sz="1800" kern="1200" baseline="0" dirty="0">
                <a:latin typeface="+mn-lt"/>
                <a:ea typeface="+mn-ea"/>
                <a:cs typeface="+mn-cs"/>
              </a:rPr>
              <a:t>all of the thread management data structures are within the user address space of a single process. Therefore, process does not switch to the kernel mode to do thread management</a:t>
            </a:r>
            <a:endParaRPr lang="en-GB" dirty="0"/>
          </a:p>
        </p:txBody>
      </p:sp>
      <p:sp>
        <p:nvSpPr>
          <p:cNvPr id="10" name="TextBox 9">
            <a:extLst>
              <a:ext uri="{FF2B5EF4-FFF2-40B4-BE49-F238E27FC236}">
                <a16:creationId xmlns:a16="http://schemas.microsoft.com/office/drawing/2014/main" id="{97BF7543-C330-C4F1-5854-7F367DFF8D7E}"/>
              </a:ext>
            </a:extLst>
          </p:cNvPr>
          <p:cNvSpPr txBox="1"/>
          <p:nvPr/>
        </p:nvSpPr>
        <p:spPr>
          <a:xfrm>
            <a:off x="9454356" y="3678307"/>
            <a:ext cx="3886200" cy="707886"/>
          </a:xfrm>
          <a:prstGeom prst="rect">
            <a:avLst/>
          </a:prstGeom>
          <a:noFill/>
        </p:spPr>
        <p:txBody>
          <a:bodyPr wrap="square">
            <a:spAutoFit/>
          </a:bodyPr>
          <a:lstStyle/>
          <a:p>
            <a:r>
              <a:rPr lang="en-US" sz="2000" i="1" kern="1200" baseline="0" dirty="0">
                <a:solidFill>
                  <a:schemeClr val="accent5"/>
                </a:solidFill>
                <a:latin typeface="+mn-lt"/>
                <a:ea typeface="+mn-ea"/>
                <a:cs typeface="+mn-cs"/>
              </a:rPr>
              <a:t>No changes are required to the underlying kernel to support ULTs</a:t>
            </a:r>
            <a:endParaRPr lang="en-GB" sz="2000" i="1" dirty="0">
              <a:solidFill>
                <a:schemeClr val="accent5"/>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8361" y="1039754"/>
            <a:ext cx="8086633" cy="1103479"/>
          </a:xfrm>
        </p:spPr>
        <p:txBody>
          <a:bodyPr/>
          <a:lstStyle/>
          <a:p>
            <a:r>
              <a:rPr lang="en-US" b="1" dirty="0">
                <a:solidFill>
                  <a:schemeClr val="accent6">
                    <a:lumMod val="50000"/>
                  </a:schemeClr>
                </a:solidFill>
              </a:rPr>
              <a:t>Disadvantages of ULTs</a:t>
            </a:r>
          </a:p>
        </p:txBody>
      </p:sp>
      <p:sp>
        <p:nvSpPr>
          <p:cNvPr id="3" name="Content Placeholder 2"/>
          <p:cNvSpPr>
            <a:spLocks noGrp="1"/>
          </p:cNvSpPr>
          <p:nvPr>
            <p:ph idx="4294967295"/>
          </p:nvPr>
        </p:nvSpPr>
        <p:spPr>
          <a:xfrm>
            <a:off x="2915860" y="2772251"/>
            <a:ext cx="9967496" cy="3858746"/>
          </a:xfrm>
        </p:spPr>
        <p:txBody>
          <a:bodyPr>
            <a:noAutofit/>
          </a:bodyPr>
          <a:lstStyle/>
          <a:p>
            <a:r>
              <a:rPr lang="en-US" sz="3101" b="1" dirty="0"/>
              <a:t>In a typical OS </a:t>
            </a:r>
            <a:r>
              <a:rPr lang="en-US" sz="3101" dirty="0"/>
              <a:t>many system calls are blocking </a:t>
            </a:r>
          </a:p>
          <a:p>
            <a:pPr lvl="2">
              <a:buSzPct val="100000"/>
              <a:buFont typeface="Wingdings" charset="2"/>
              <a:buChar char="§"/>
            </a:pPr>
            <a:r>
              <a:rPr lang="en-US" sz="2800" dirty="0"/>
              <a:t>as a result, when a ULT executes a system call, not only is that thread blocked, but all of the threads within the process are blocked</a:t>
            </a:r>
          </a:p>
          <a:p>
            <a:r>
              <a:rPr lang="en-US" sz="3101" b="1" dirty="0"/>
              <a:t>In a pure ULT strategy</a:t>
            </a:r>
            <a:r>
              <a:rPr lang="en-US" sz="3101" dirty="0"/>
              <a:t>, </a:t>
            </a:r>
            <a:r>
              <a:rPr lang="en-US" sz="2800" dirty="0"/>
              <a:t>a multithreaded application cannot take advantage of multiprocessing because </a:t>
            </a:r>
            <a:r>
              <a:rPr lang="en-US" sz="2800" kern="1200" baseline="0" dirty="0">
                <a:solidFill>
                  <a:schemeClr val="tx1"/>
                </a:solidFill>
                <a:latin typeface="+mn-lt"/>
                <a:ea typeface="+mn-ea"/>
                <a:cs typeface="+mn-cs"/>
              </a:rPr>
              <a:t>a kernel assigns one process to only one processor at a time. </a:t>
            </a:r>
            <a:endParaRPr lang="en-US" sz="2800" dirty="0"/>
          </a:p>
        </p:txBody>
      </p:sp>
      <p:pic>
        <p:nvPicPr>
          <p:cNvPr id="10" name="Picture 9"/>
          <p:cNvPicPr>
            <a:picLocks noChangeAspect="1"/>
          </p:cNvPicPr>
          <p:nvPr/>
        </p:nvPicPr>
        <p:blipFill>
          <a:blip r:embed="rId3"/>
          <a:stretch>
            <a:fillRect/>
          </a:stretch>
        </p:blipFill>
        <p:spPr>
          <a:xfrm>
            <a:off x="10397104" y="6079749"/>
            <a:ext cx="1102499" cy="1124550"/>
          </a:xfrm>
          <a:prstGeom prst="rect">
            <a:avLst/>
          </a:prstGeom>
        </p:spPr>
      </p:pic>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19</a:t>
            </a:fld>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12463DD-AF3D-5141-027C-FBA7E764393B}"/>
              </a:ext>
            </a:extLst>
          </p:cNvPr>
          <p:cNvSpPr>
            <a:spLocks noGrp="1"/>
          </p:cNvSpPr>
          <p:nvPr>
            <p:ph type="title"/>
          </p:nvPr>
        </p:nvSpPr>
        <p:spPr>
          <a:xfrm>
            <a:off x="3129756" y="885901"/>
            <a:ext cx="5181600" cy="879468"/>
          </a:xfrm>
        </p:spPr>
        <p:txBody>
          <a:bodyPr/>
          <a:lstStyle/>
          <a:p>
            <a:r>
              <a:rPr lang="en-US" b="1" dirty="0">
                <a:solidFill>
                  <a:srgbClr val="38FF24"/>
                </a:solidFill>
              </a:rPr>
              <a:t>Class Activity 2</a:t>
            </a:r>
          </a:p>
        </p:txBody>
      </p:sp>
      <p:sp>
        <p:nvSpPr>
          <p:cNvPr id="4" name="TextBox 3">
            <a:extLst>
              <a:ext uri="{FF2B5EF4-FFF2-40B4-BE49-F238E27FC236}">
                <a16:creationId xmlns:a16="http://schemas.microsoft.com/office/drawing/2014/main" id="{C260F5F1-AACD-C2BD-3A4B-7D2E46A4A402}"/>
              </a:ext>
            </a:extLst>
          </p:cNvPr>
          <p:cNvSpPr txBox="1"/>
          <p:nvPr/>
        </p:nvSpPr>
        <p:spPr>
          <a:xfrm>
            <a:off x="1033085" y="2688170"/>
            <a:ext cx="5734685" cy="1953679"/>
          </a:xfrm>
          <a:prstGeom prst="rect">
            <a:avLst/>
          </a:prstGeom>
        </p:spPr>
        <p:txBody>
          <a:bodyPr vert="horz" lIns="91440" tIns="45720" rIns="91440" bIns="45720" rtlCol="0">
            <a:noAutofit/>
          </a:bodyPr>
          <a:lstStyle/>
          <a:p>
            <a:pPr marL="0" marR="0" lvl="0" indent="0" algn="l" defTabSz="945032" rtl="0" eaLnBrk="1" fontAlgn="base" latinLnBrk="0" hangingPunct="1">
              <a:lnSpc>
                <a:spcPct val="100000"/>
              </a:lnSpc>
              <a:spcBef>
                <a:spcPct val="0"/>
              </a:spcBef>
              <a:spcAft>
                <a:spcPts val="600"/>
              </a:spcAft>
              <a:buClr>
                <a:srgbClr val="990000"/>
              </a:buClr>
              <a:buSzPct val="75000"/>
              <a:buFont typeface="Wingdings" pitchFamily="2" charset="2"/>
              <a:buChar char="n"/>
              <a:tabLst/>
              <a:defRPr/>
            </a:pPr>
            <a:r>
              <a:rPr kumimoji="0" lang="en-GB" sz="2800" b="0" i="0" u="none" strike="noStrike" kern="1200" cap="none" spc="0" normalizeH="0" baseline="0" noProof="0" dirty="0">
                <a:ln>
                  <a:noFill/>
                </a:ln>
                <a:solidFill>
                  <a:prstClr val="black">
                    <a:lumMod val="85000"/>
                    <a:lumOff val="15000"/>
                  </a:prstClr>
                </a:solidFill>
                <a:effectLst/>
                <a:uLnTx/>
                <a:uFillTx/>
                <a:latin typeface="Calisto MT"/>
                <a:ea typeface="+mn-ea"/>
                <a:cs typeface="+mn-cs"/>
              </a:rPr>
              <a:t> </a:t>
            </a:r>
          </a:p>
        </p:txBody>
      </p:sp>
      <p:sp>
        <p:nvSpPr>
          <p:cNvPr id="2" name="Slide Number Placeholder 1">
            <a:extLst>
              <a:ext uri="{FF2B5EF4-FFF2-40B4-BE49-F238E27FC236}">
                <a16:creationId xmlns:a16="http://schemas.microsoft.com/office/drawing/2014/main" id="{C13EF1BB-E74D-1718-D0C2-1B25FE10D265}"/>
              </a:ext>
            </a:extLst>
          </p:cNvPr>
          <p:cNvSpPr>
            <a:spLocks noGrp="1"/>
          </p:cNvSpPr>
          <p:nvPr>
            <p:ph type="sldNum" sz="quarter" idx="12"/>
          </p:nvPr>
        </p:nvSpPr>
        <p:spPr>
          <a:xfrm>
            <a:off x="593705" y="7231697"/>
            <a:ext cx="836308" cy="429360"/>
          </a:xfrm>
        </p:spPr>
        <p:txBody>
          <a:bodyPr vert="horz" lIns="91440" tIns="91440" rIns="91440" bIns="91440" rtlCol="0" anchor="ctr">
            <a:normAutofit/>
          </a:bodyPr>
          <a:lstStyle/>
          <a:p>
            <a:pPr marL="0" marR="0" lvl="0" indent="0" algn="l" defTabSz="914400" rtl="0" eaLnBrk="1" fontAlgn="base" latinLnBrk="0" hangingPunct="1">
              <a:lnSpc>
                <a:spcPct val="90000"/>
              </a:lnSpc>
              <a:spcBef>
                <a:spcPct val="0"/>
              </a:spcBef>
              <a:spcAft>
                <a:spcPts val="600"/>
              </a:spcAft>
              <a:buClrTx/>
              <a:buSzTx/>
              <a:buFontTx/>
              <a:buNone/>
              <a:tabLst/>
              <a:defRPr/>
            </a:pPr>
            <a:fld id="{0A9A6F0D-A611-4358-861D-7B01E8303898}" type="slidenum">
              <a:rPr kumimoji="0" lang="en-US" sz="1700" b="0" i="0" u="none" strike="noStrike" kern="1200" cap="none" spc="0" normalizeH="0" baseline="0" noProof="0" smtClean="0">
                <a:ln>
                  <a:noFill/>
                </a:ln>
                <a:solidFill>
                  <a:srgbClr val="990000"/>
                </a:solidFill>
                <a:effectLst/>
                <a:uLnTx/>
                <a:uFillTx/>
                <a:latin typeface="Calibri" pitchFamily="34" charset="0"/>
                <a:ea typeface="+mn-ea"/>
                <a:cs typeface="+mn-cs"/>
              </a:rPr>
              <a:pPr marL="0" marR="0" lvl="0" indent="0" algn="l" defTabSz="914400" rtl="0" eaLnBrk="1" fontAlgn="base" latinLnBrk="0" hangingPunct="1">
                <a:lnSpc>
                  <a:spcPct val="90000"/>
                </a:lnSpc>
                <a:spcBef>
                  <a:spcPct val="0"/>
                </a:spcBef>
                <a:spcAft>
                  <a:spcPts val="600"/>
                </a:spcAft>
                <a:buClrTx/>
                <a:buSzTx/>
                <a:buFontTx/>
                <a:buNone/>
                <a:tabLst/>
                <a:defRPr/>
              </a:pPr>
              <a:t>20</a:t>
            </a:fld>
            <a:endParaRPr kumimoji="0" lang="en-US" sz="1700" b="0" i="0" u="none" strike="noStrike" kern="1200" cap="none" spc="0" normalizeH="0" baseline="0" noProof="0">
              <a:ln>
                <a:noFill/>
              </a:ln>
              <a:solidFill>
                <a:srgbClr val="990000"/>
              </a:solidFill>
              <a:effectLst/>
              <a:uLnTx/>
              <a:uFillTx/>
              <a:latin typeface="Calibri" pitchFamily="34" charset="0"/>
              <a:ea typeface="+mn-ea"/>
              <a:cs typeface="+mn-cs"/>
            </a:endParaRPr>
          </a:p>
        </p:txBody>
      </p:sp>
      <p:sp>
        <p:nvSpPr>
          <p:cNvPr id="12" name="TextBox 11">
            <a:extLst>
              <a:ext uri="{FF2B5EF4-FFF2-40B4-BE49-F238E27FC236}">
                <a16:creationId xmlns:a16="http://schemas.microsoft.com/office/drawing/2014/main" id="{A5885CFD-1891-F01F-E417-8F0A9739D098}"/>
              </a:ext>
            </a:extLst>
          </p:cNvPr>
          <p:cNvSpPr txBox="1"/>
          <p:nvPr/>
        </p:nvSpPr>
        <p:spPr>
          <a:xfrm>
            <a:off x="839798" y="6013450"/>
            <a:ext cx="7166758"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charset="0"/>
                <a:ea typeface="+mn-ea"/>
                <a:cs typeface="+mn-cs"/>
                <a:hlinkClick r:id="rId2"/>
              </a:rPr>
              <a:t>https://ulsteruniversity.display.vevox.com/#/present/403909/113MF37LDC3RK67KP2GL</a:t>
            </a:r>
            <a:endParaRPr kumimoji="0" lang="en-GB" sz="18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TextBox 13">
            <a:extLst>
              <a:ext uri="{FF2B5EF4-FFF2-40B4-BE49-F238E27FC236}">
                <a16:creationId xmlns:a16="http://schemas.microsoft.com/office/drawing/2014/main" id="{77214ABF-079B-A901-95D1-6D801D887197}"/>
              </a:ext>
            </a:extLst>
          </p:cNvPr>
          <p:cNvSpPr txBox="1"/>
          <p:nvPr/>
        </p:nvSpPr>
        <p:spPr>
          <a:xfrm>
            <a:off x="8768556" y="1094802"/>
            <a:ext cx="4419601" cy="58477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rial" charset="0"/>
                <a:ea typeface="+mn-ea"/>
                <a:cs typeface="+mn-cs"/>
              </a:rPr>
              <a:t>Session ID: </a:t>
            </a:r>
            <a:r>
              <a:rPr kumimoji="0" lang="en-GB" sz="3200" b="1" i="0" u="none" strike="noStrike" kern="1200" cap="none" spc="0" normalizeH="0" baseline="0" noProof="0" dirty="0">
                <a:ln>
                  <a:noFill/>
                </a:ln>
                <a:solidFill>
                  <a:prstClr val="black"/>
                </a:solidFill>
                <a:effectLst/>
                <a:uLnTx/>
                <a:uFillTx/>
                <a:latin typeface="Arial" charset="0"/>
                <a:ea typeface="+mn-ea"/>
                <a:cs typeface="+mn-cs"/>
              </a:rPr>
              <a:t>112-025-853</a:t>
            </a:r>
          </a:p>
        </p:txBody>
      </p:sp>
      <p:sp>
        <p:nvSpPr>
          <p:cNvPr id="3" name="TextBox 2">
            <a:extLst>
              <a:ext uri="{FF2B5EF4-FFF2-40B4-BE49-F238E27FC236}">
                <a16:creationId xmlns:a16="http://schemas.microsoft.com/office/drawing/2014/main" id="{C37B204D-CDAD-88E1-1F59-DAE387AC067B}"/>
              </a:ext>
            </a:extLst>
          </p:cNvPr>
          <p:cNvSpPr txBox="1"/>
          <p:nvPr/>
        </p:nvSpPr>
        <p:spPr>
          <a:xfrm>
            <a:off x="989341" y="2813804"/>
            <a:ext cx="6179015" cy="1305165"/>
          </a:xfrm>
          <a:prstGeom prst="rect">
            <a:avLst/>
          </a:prstGeom>
          <a:noFill/>
        </p:spPr>
        <p:txBody>
          <a:bodyPr wrap="square">
            <a:spAutoFit/>
          </a:bodyPr>
          <a:lstStyle/>
          <a:p>
            <a:pPr>
              <a:lnSpc>
                <a:spcPct val="150000"/>
              </a:lnSpc>
            </a:pPr>
            <a:r>
              <a:rPr lang="en-GB" dirty="0"/>
              <a:t>	</a:t>
            </a:r>
            <a:r>
              <a:rPr lang="en-GB" sz="2800" dirty="0"/>
              <a:t>A ________ is a user-created unit of execution within a process.</a:t>
            </a:r>
          </a:p>
        </p:txBody>
      </p:sp>
      <p:pic>
        <p:nvPicPr>
          <p:cNvPr id="6" name="Picture 5">
            <a:extLst>
              <a:ext uri="{FF2B5EF4-FFF2-40B4-BE49-F238E27FC236}">
                <a16:creationId xmlns:a16="http://schemas.microsoft.com/office/drawing/2014/main" id="{74CB5D83-FDC5-C829-6822-8C5C214A0C83}"/>
              </a:ext>
            </a:extLst>
          </p:cNvPr>
          <p:cNvPicPr>
            <a:picLocks noChangeAspect="1"/>
          </p:cNvPicPr>
          <p:nvPr/>
        </p:nvPicPr>
        <p:blipFill>
          <a:blip r:embed="rId3"/>
          <a:stretch>
            <a:fillRect/>
          </a:stretch>
        </p:blipFill>
        <p:spPr>
          <a:xfrm>
            <a:off x="8463755" y="2216823"/>
            <a:ext cx="5872957" cy="5847677"/>
          </a:xfrm>
          <a:prstGeom prst="rect">
            <a:avLst/>
          </a:prstGeom>
        </p:spPr>
      </p:pic>
    </p:spTree>
    <p:extLst>
      <p:ext uri="{BB962C8B-B14F-4D97-AF65-F5344CB8AC3E}">
        <p14:creationId xmlns:p14="http://schemas.microsoft.com/office/powerpoint/2010/main" val="178312376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5862" y="882254"/>
            <a:ext cx="9292491" cy="1181249"/>
          </a:xfrm>
        </p:spPr>
        <p:txBody>
          <a:bodyPr/>
          <a:lstStyle/>
          <a:p>
            <a:r>
              <a:rPr lang="en-US" sz="5168" b="1" dirty="0">
                <a:solidFill>
                  <a:schemeClr val="accent5">
                    <a:lumMod val="50000"/>
                  </a:schemeClr>
                </a:solidFill>
              </a:rPr>
              <a:t>Kernel-Level Threads (KLTs)</a:t>
            </a:r>
          </a:p>
        </p:txBody>
      </p:sp>
      <p:sp>
        <p:nvSpPr>
          <p:cNvPr id="3" name="Content Placeholder 2"/>
          <p:cNvSpPr>
            <a:spLocks noGrp="1"/>
          </p:cNvSpPr>
          <p:nvPr>
            <p:ph idx="4294967295"/>
          </p:nvPr>
        </p:nvSpPr>
        <p:spPr>
          <a:xfrm>
            <a:off x="7010856" y="2693502"/>
            <a:ext cx="6863100" cy="5512495"/>
          </a:xfrm>
        </p:spPr>
        <p:txBody>
          <a:bodyPr/>
          <a:lstStyle/>
          <a:p>
            <a:pPr marL="354387" lvl="1" indent="-354387">
              <a:lnSpc>
                <a:spcPct val="150000"/>
              </a:lnSpc>
              <a:buSzPct val="100000"/>
              <a:buFont typeface="Wingdings" charset="2"/>
              <a:buChar char="§"/>
            </a:pPr>
            <a:r>
              <a:rPr lang="en-US" sz="3101" dirty="0"/>
              <a:t>Thread management is done by the kernel</a:t>
            </a:r>
          </a:p>
          <a:p>
            <a:pPr marL="938470" lvl="3" indent="-354387">
              <a:lnSpc>
                <a:spcPct val="150000"/>
              </a:lnSpc>
              <a:buSzPct val="100000"/>
              <a:buFont typeface="Wingdings" charset="2"/>
              <a:buChar char="§"/>
            </a:pPr>
            <a:r>
              <a:rPr lang="en-US" sz="2687" dirty="0"/>
              <a:t>no thread management is done by the application</a:t>
            </a:r>
          </a:p>
          <a:p>
            <a:pPr lvl="2">
              <a:lnSpc>
                <a:spcPct val="150000"/>
              </a:lnSpc>
              <a:buSzPct val="100000"/>
              <a:buFont typeface="Wingdings" charset="2"/>
              <a:buChar char="§"/>
            </a:pPr>
            <a:r>
              <a:rPr lang="en-US" sz="2687" dirty="0"/>
              <a:t>Windows is an example of this approach</a:t>
            </a:r>
          </a:p>
          <a:p>
            <a:endParaRPr lang="en-US" dirty="0"/>
          </a:p>
        </p:txBody>
      </p:sp>
      <p:pic>
        <p:nvPicPr>
          <p:cNvPr id="5" name="Picture 4" descr="f5.pdf"/>
          <p:cNvPicPr>
            <a:picLocks noChangeAspect="1"/>
          </p:cNvPicPr>
          <p:nvPr/>
        </p:nvPicPr>
        <p:blipFill>
          <a:blip r:embed="rId3"/>
          <a:srcRect l="35455" t="14118" r="34545" b="35294"/>
          <a:stretch>
            <a:fillRect/>
          </a:stretch>
        </p:blipFill>
        <p:spPr>
          <a:xfrm>
            <a:off x="1834356" y="2181953"/>
            <a:ext cx="4040050" cy="5264424"/>
          </a:xfrm>
          <a:prstGeom prst="rect">
            <a:avLst/>
          </a:prstGeom>
        </p:spPr>
      </p:pic>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21</a:t>
            </a:fld>
            <a:endParaRPr lang="en-US" dirty="0"/>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1">
                    <a:lumMod val="50000"/>
                  </a:schemeClr>
                </a:solidFill>
              </a:rPr>
              <a:t>Advantages of KLTs</a:t>
            </a:r>
          </a:p>
        </p:txBody>
      </p:sp>
      <p:sp>
        <p:nvSpPr>
          <p:cNvPr id="3" name="Content Placeholder 2"/>
          <p:cNvSpPr>
            <a:spLocks noGrp="1"/>
          </p:cNvSpPr>
          <p:nvPr>
            <p:ph idx="4294967295"/>
          </p:nvPr>
        </p:nvSpPr>
        <p:spPr>
          <a:xfrm>
            <a:off x="3073360" y="2851003"/>
            <a:ext cx="8347492" cy="3968668"/>
          </a:xfrm>
        </p:spPr>
        <p:txBody>
          <a:bodyPr/>
          <a:lstStyle/>
          <a:p>
            <a:r>
              <a:rPr lang="en-NZ" sz="2894" dirty="0"/>
              <a:t>The kernel can simultaneously schedule multiple threads from the same process on multiple processors </a:t>
            </a:r>
          </a:p>
          <a:p>
            <a:r>
              <a:rPr lang="en-NZ" sz="2894" dirty="0"/>
              <a:t>If one thread in a process is blocked, the kernel can schedule another thread of the same process</a:t>
            </a:r>
          </a:p>
          <a:p>
            <a:r>
              <a:rPr lang="en-NZ" sz="2894" dirty="0"/>
              <a:t> Kernel routines can be multithreaded</a:t>
            </a:r>
          </a:p>
          <a:p>
            <a:endParaRPr lang="en-NZ" dirty="0"/>
          </a:p>
        </p:txBody>
      </p:sp>
      <p:pic>
        <p:nvPicPr>
          <p:cNvPr id="10" name="Picture 9"/>
          <p:cNvPicPr>
            <a:picLocks noChangeAspect="1"/>
          </p:cNvPicPr>
          <p:nvPr/>
        </p:nvPicPr>
        <p:blipFill>
          <a:blip r:embed="rId3"/>
          <a:stretch>
            <a:fillRect/>
          </a:stretch>
        </p:blipFill>
        <p:spPr>
          <a:xfrm rot="791239">
            <a:off x="9817067" y="5667304"/>
            <a:ext cx="1365538" cy="1286249"/>
          </a:xfrm>
          <a:prstGeom prst="rect">
            <a:avLst/>
          </a:prstGeom>
        </p:spPr>
      </p:pic>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22</a:t>
            </a:fld>
            <a:endParaRPr 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34612" y="961004"/>
            <a:ext cx="8977491" cy="1181249"/>
          </a:xfrm>
        </p:spPr>
        <p:txBody>
          <a:bodyPr/>
          <a:lstStyle/>
          <a:p>
            <a:r>
              <a:rPr lang="en-NZ" b="1" dirty="0">
                <a:solidFill>
                  <a:schemeClr val="accent1">
                    <a:lumMod val="50000"/>
                  </a:schemeClr>
                </a:solidFill>
              </a:rPr>
              <a:t>Disadvantage of KLTs</a:t>
            </a:r>
          </a:p>
        </p:txBody>
      </p:sp>
      <p:sp>
        <p:nvSpPr>
          <p:cNvPr id="3" name="Content Placeholder 2"/>
          <p:cNvSpPr>
            <a:spLocks noGrp="1"/>
          </p:cNvSpPr>
          <p:nvPr>
            <p:ph idx="4294967295"/>
          </p:nvPr>
        </p:nvSpPr>
        <p:spPr>
          <a:xfrm>
            <a:off x="691356" y="2299752"/>
            <a:ext cx="13182600" cy="4803743"/>
          </a:xfrm>
        </p:spPr>
        <p:txBody>
          <a:bodyPr>
            <a:normAutofit/>
          </a:bodyPr>
          <a:lstStyle/>
          <a:p>
            <a:pPr>
              <a:buClr>
                <a:schemeClr val="accent1">
                  <a:lumMod val="50000"/>
                </a:schemeClr>
              </a:buClr>
              <a:buSzPct val="105000"/>
              <a:buFont typeface="Wingdings" charset="2"/>
              <a:buChar char="✽"/>
            </a:pPr>
            <a:r>
              <a:rPr lang="en-NZ" sz="2400" b="1" dirty="0"/>
              <a:t>The transfer of control from one thread to another within the same process requires a mode switch to the kernel</a:t>
            </a:r>
          </a:p>
        </p:txBody>
      </p:sp>
      <p:pic>
        <p:nvPicPr>
          <p:cNvPr id="7" name="Picture 6"/>
          <p:cNvPicPr>
            <a:picLocks noChangeAspect="1"/>
          </p:cNvPicPr>
          <p:nvPr/>
        </p:nvPicPr>
        <p:blipFill>
          <a:blip r:embed="rId3"/>
          <a:srcRect r="3013" b="15824"/>
          <a:stretch>
            <a:fillRect/>
          </a:stretch>
        </p:blipFill>
        <p:spPr>
          <a:xfrm>
            <a:off x="2596356" y="4032250"/>
            <a:ext cx="9525000" cy="1975907"/>
          </a:xfrm>
          <a:prstGeom prst="rect">
            <a:avLst/>
          </a:prstGeom>
          <a:ln w="22225">
            <a:solidFill>
              <a:schemeClr val="tx1"/>
            </a:solidFill>
          </a:ln>
        </p:spPr>
      </p:pic>
      <p:sp>
        <p:nvSpPr>
          <p:cNvPr id="8" name="Rectangle 7"/>
          <p:cNvSpPr/>
          <p:nvPr/>
        </p:nvSpPr>
        <p:spPr>
          <a:xfrm>
            <a:off x="4132659" y="6165656"/>
            <a:ext cx="6299994" cy="667960"/>
          </a:xfrm>
          <a:prstGeom prst="rect">
            <a:avLst/>
          </a:prstGeom>
        </p:spPr>
        <p:txBody>
          <a:bodyPr wrap="square">
            <a:spAutoFit/>
          </a:bodyPr>
          <a:lstStyle/>
          <a:p>
            <a:pPr algn="ctr"/>
            <a:r>
              <a:rPr lang="en-US" b="1" dirty="0">
                <a:latin typeface="+mn-lt"/>
              </a:rPr>
              <a:t>Table 4.1    </a:t>
            </a:r>
          </a:p>
          <a:p>
            <a:pPr algn="ctr"/>
            <a:r>
              <a:rPr lang="en-US" b="1" dirty="0">
                <a:latin typeface="+mn-lt"/>
              </a:rPr>
              <a:t>Thread and Process Operation Latencies (</a:t>
            </a:r>
            <a:r>
              <a:rPr lang="en-US" b="1" dirty="0" err="1">
                <a:latin typeface="+mn-lt"/>
                <a:sym typeface="Symbol"/>
              </a:rPr>
              <a:t></a:t>
            </a:r>
            <a:r>
              <a:rPr lang="en-US" b="1" dirty="0" err="1">
                <a:latin typeface="+mn-lt"/>
              </a:rPr>
              <a:t>s</a:t>
            </a:r>
            <a:r>
              <a:rPr lang="en-US" b="1" dirty="0"/>
              <a:t>) </a:t>
            </a:r>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23</a:t>
            </a:fld>
            <a:endParaRPr lang="en-US" dirty="0"/>
          </a:p>
        </p:txBody>
      </p:sp>
      <p:sp>
        <p:nvSpPr>
          <p:cNvPr id="6" name="TextBox 5">
            <a:extLst>
              <a:ext uri="{FF2B5EF4-FFF2-40B4-BE49-F238E27FC236}">
                <a16:creationId xmlns:a16="http://schemas.microsoft.com/office/drawing/2014/main" id="{AEFD64DA-8D5A-CB3F-F2B9-D55D068CB9A6}"/>
              </a:ext>
            </a:extLst>
          </p:cNvPr>
          <p:cNvSpPr txBox="1"/>
          <p:nvPr/>
        </p:nvSpPr>
        <p:spPr>
          <a:xfrm>
            <a:off x="1430013" y="7103495"/>
            <a:ext cx="12443943" cy="646331"/>
          </a:xfrm>
          <a:prstGeom prst="rect">
            <a:avLst/>
          </a:prstGeom>
          <a:noFill/>
        </p:spPr>
        <p:txBody>
          <a:bodyPr wrap="square">
            <a:spAutoFit/>
          </a:bodyPr>
          <a:lstStyle/>
          <a:p>
            <a:r>
              <a:rPr lang="en-US" sz="1800" b="1" kern="1200" baseline="0" dirty="0">
                <a:solidFill>
                  <a:schemeClr val="tx1"/>
                </a:solidFill>
                <a:latin typeface="+mn-lt"/>
                <a:ea typeface="+mn-ea"/>
                <a:cs typeface="+mn-cs"/>
              </a:rPr>
              <a:t>N/B: 	Null Fork</a:t>
            </a:r>
            <a:r>
              <a:rPr lang="en-US" sz="1800" kern="1200" baseline="0" dirty="0">
                <a:solidFill>
                  <a:schemeClr val="tx1"/>
                </a:solidFill>
                <a:latin typeface="+mn-lt"/>
                <a:ea typeface="+mn-ea"/>
                <a:cs typeface="+mn-cs"/>
              </a:rPr>
              <a:t>, the time to create, schedule, execute, and complete a process/thread that invokes the null procedure.</a:t>
            </a:r>
          </a:p>
          <a:p>
            <a:r>
              <a:rPr lang="en-US" b="1" dirty="0">
                <a:latin typeface="+mn-lt"/>
              </a:rPr>
              <a:t>	</a:t>
            </a:r>
            <a:r>
              <a:rPr lang="en-US" sz="1800" b="1" kern="1200" baseline="0" dirty="0">
                <a:solidFill>
                  <a:schemeClr val="tx1"/>
                </a:solidFill>
                <a:latin typeface="+mn-lt"/>
                <a:ea typeface="+mn-ea"/>
                <a:cs typeface="+mn-cs"/>
              </a:rPr>
              <a:t>Signal-Wait, </a:t>
            </a:r>
            <a:r>
              <a:rPr lang="en-US" sz="1800" kern="1200" baseline="0" dirty="0">
                <a:solidFill>
                  <a:schemeClr val="tx1"/>
                </a:solidFill>
                <a:latin typeface="+mn-lt"/>
                <a:ea typeface="+mn-ea"/>
                <a:cs typeface="+mn-cs"/>
              </a:rPr>
              <a:t>the time for a process/thread to signal a waiting process/thread and then wait on a condition.</a:t>
            </a:r>
            <a:endParaRPr lang="en-GB" dirty="0"/>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xmlns:mv="urn:schemas-microsoft-com:mac:vml">
      <p:transition spd="slow">
        <p:checker/>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443360" y="882254"/>
            <a:ext cx="8504992" cy="1181249"/>
          </a:xfrm>
        </p:spPr>
        <p:txBody>
          <a:bodyPr/>
          <a:lstStyle/>
          <a:p>
            <a:r>
              <a:rPr lang="en-US" sz="5168" b="1" dirty="0">
                <a:solidFill>
                  <a:schemeClr val="accent5">
                    <a:lumMod val="50000"/>
                  </a:schemeClr>
                </a:solidFill>
              </a:rPr>
              <a:t>Combined Approaches</a:t>
            </a:r>
          </a:p>
        </p:txBody>
      </p:sp>
      <p:sp>
        <p:nvSpPr>
          <p:cNvPr id="3" name="Content Placeholder 2"/>
          <p:cNvSpPr>
            <a:spLocks noGrp="1"/>
          </p:cNvSpPr>
          <p:nvPr>
            <p:ph idx="4294967295"/>
          </p:nvPr>
        </p:nvSpPr>
        <p:spPr>
          <a:xfrm>
            <a:off x="593706" y="2851002"/>
            <a:ext cx="6732152" cy="4961245"/>
          </a:xfrm>
        </p:spPr>
        <p:txBody>
          <a:bodyPr/>
          <a:lstStyle/>
          <a:p>
            <a:pPr>
              <a:lnSpc>
                <a:spcPct val="200000"/>
              </a:lnSpc>
            </a:pPr>
            <a:r>
              <a:rPr lang="en-US" sz="2687" dirty="0"/>
              <a:t>Thread creation is done in the user space</a:t>
            </a:r>
          </a:p>
          <a:p>
            <a:pPr>
              <a:lnSpc>
                <a:spcPct val="200000"/>
              </a:lnSpc>
            </a:pPr>
            <a:r>
              <a:rPr lang="en-US" sz="2687" dirty="0"/>
              <a:t>Bulk of scheduling and synchronization of threads is by the application</a:t>
            </a:r>
          </a:p>
          <a:p>
            <a:pPr>
              <a:lnSpc>
                <a:spcPct val="200000"/>
              </a:lnSpc>
            </a:pPr>
            <a:r>
              <a:rPr lang="en-US" sz="2687" dirty="0"/>
              <a:t>Solaris is an example</a:t>
            </a:r>
          </a:p>
          <a:p>
            <a:endParaRPr lang="en-US" dirty="0"/>
          </a:p>
        </p:txBody>
      </p:sp>
      <p:pic>
        <p:nvPicPr>
          <p:cNvPr id="5" name="Picture 4" descr="f5.pdf"/>
          <p:cNvPicPr>
            <a:picLocks noChangeAspect="1"/>
          </p:cNvPicPr>
          <p:nvPr/>
        </p:nvPicPr>
        <p:blipFill>
          <a:blip r:embed="rId3"/>
          <a:srcRect l="65455" t="10588" r="2727" b="35294"/>
          <a:stretch>
            <a:fillRect/>
          </a:stretch>
        </p:blipFill>
        <p:spPr>
          <a:xfrm>
            <a:off x="7325857" y="1669752"/>
            <a:ext cx="4332889" cy="5694746"/>
          </a:xfrm>
          <a:prstGeom prst="rect">
            <a:avLst/>
          </a:prstGeom>
        </p:spPr>
      </p:pic>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24</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1506" r="3013" b="5353"/>
          <a:stretch>
            <a:fillRect/>
          </a:stretch>
        </p:blipFill>
        <p:spPr>
          <a:xfrm>
            <a:off x="2443956" y="908050"/>
            <a:ext cx="10744200" cy="6139572"/>
          </a:xfrm>
          <a:prstGeom prst="rect">
            <a:avLst/>
          </a:prstGeom>
          <a:ln w="19050">
            <a:solidFill>
              <a:schemeClr val="tx1"/>
            </a:solidFill>
          </a:ln>
        </p:spPr>
      </p:pic>
      <p:sp>
        <p:nvSpPr>
          <p:cNvPr id="9" name="Rectangle 8"/>
          <p:cNvSpPr/>
          <p:nvPr/>
        </p:nvSpPr>
        <p:spPr>
          <a:xfrm>
            <a:off x="3703359" y="7047622"/>
            <a:ext cx="6929993" cy="667960"/>
          </a:xfrm>
          <a:prstGeom prst="rect">
            <a:avLst/>
          </a:prstGeom>
        </p:spPr>
        <p:txBody>
          <a:bodyPr wrap="square">
            <a:spAutoFit/>
          </a:bodyPr>
          <a:lstStyle/>
          <a:p>
            <a:pPr algn="ctr"/>
            <a:r>
              <a:rPr lang="en-US" b="1" dirty="0">
                <a:latin typeface="+mn-lt"/>
              </a:rPr>
              <a:t>Table 4.2    </a:t>
            </a:r>
          </a:p>
          <a:p>
            <a:pPr algn="ctr"/>
            <a:r>
              <a:rPr lang="en-US" b="1" dirty="0">
                <a:latin typeface="+mn-lt"/>
              </a:rPr>
              <a:t>Relationship between Threads and Processes </a:t>
            </a:r>
          </a:p>
        </p:txBody>
      </p:sp>
      <p:sp>
        <p:nvSpPr>
          <p:cNvPr id="2" name="Slide Number Placeholder 1"/>
          <p:cNvSpPr>
            <a:spLocks noGrp="1"/>
          </p:cNvSpPr>
          <p:nvPr>
            <p:ph type="sldNum" sz="quarter" idx="12"/>
          </p:nvPr>
        </p:nvSpPr>
        <p:spPr/>
        <p:txBody>
          <a:bodyPr/>
          <a:lstStyle/>
          <a:p>
            <a:pPr>
              <a:defRPr/>
            </a:pPr>
            <a:fld id="{BAB79F47-3AF0-4617-BC60-2E592392BB48}" type="slidenum">
              <a:rPr lang="en-US" smtClean="0"/>
              <a:pPr>
                <a:defRPr/>
              </a:pPr>
              <a:t>25</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4611" y="961004"/>
            <a:ext cx="8086633" cy="1103479"/>
          </a:xfrm>
        </p:spPr>
        <p:txBody>
          <a:bodyPr/>
          <a:lstStyle/>
          <a:p>
            <a:r>
              <a:rPr lang="en-US" b="1" dirty="0">
                <a:solidFill>
                  <a:schemeClr val="accent1">
                    <a:lumMod val="50000"/>
                  </a:schemeClr>
                </a:solidFill>
              </a:rPr>
              <a:t>Applications That Benefit</a:t>
            </a:r>
          </a:p>
        </p:txBody>
      </p:sp>
      <p:sp>
        <p:nvSpPr>
          <p:cNvPr id="3" name="Content Placeholder 2"/>
          <p:cNvSpPr>
            <a:spLocks noGrp="1"/>
          </p:cNvSpPr>
          <p:nvPr>
            <p:ph idx="4294967295"/>
          </p:nvPr>
        </p:nvSpPr>
        <p:spPr>
          <a:xfrm>
            <a:off x="996156" y="2660650"/>
            <a:ext cx="12877800" cy="4724400"/>
          </a:xfrm>
        </p:spPr>
        <p:txBody>
          <a:bodyPr>
            <a:normAutofit/>
          </a:bodyPr>
          <a:lstStyle/>
          <a:p>
            <a:pPr>
              <a:buSzPct val="110000"/>
              <a:buFont typeface="Wingdings" charset="2"/>
              <a:buChar char="§"/>
            </a:pPr>
            <a:r>
              <a:rPr lang="en-US" sz="2894" dirty="0"/>
              <a:t>Multithreaded native applications</a:t>
            </a:r>
          </a:p>
          <a:p>
            <a:pPr lvl="2">
              <a:buSzPct val="110000"/>
              <a:buFont typeface="Wingdings" charset="2"/>
              <a:buChar char="§"/>
            </a:pPr>
            <a:r>
              <a:rPr lang="en-US" sz="2480" dirty="0"/>
              <a:t>characterized by having a small number of highly threaded processes</a:t>
            </a:r>
          </a:p>
          <a:p>
            <a:pPr>
              <a:buSzPct val="110000"/>
              <a:buFont typeface="Wingdings" charset="2"/>
              <a:buChar char="§"/>
            </a:pPr>
            <a:r>
              <a:rPr lang="en-US" sz="2894" dirty="0"/>
              <a:t>Multiprocess applications</a:t>
            </a:r>
          </a:p>
          <a:p>
            <a:pPr lvl="2">
              <a:buSzPct val="110000"/>
              <a:buFont typeface="Wingdings" charset="2"/>
              <a:buChar char="§"/>
            </a:pPr>
            <a:r>
              <a:rPr lang="en-US" sz="2480" dirty="0"/>
              <a:t>characterized by the presence of many single-threaded processes</a:t>
            </a:r>
          </a:p>
          <a:p>
            <a:pPr>
              <a:buSzPct val="110000"/>
              <a:buFont typeface="Wingdings" charset="2"/>
              <a:buChar char="§"/>
            </a:pPr>
            <a:r>
              <a:rPr lang="en-US" sz="2894" dirty="0"/>
              <a:t>Java applications</a:t>
            </a:r>
          </a:p>
          <a:p>
            <a:pPr>
              <a:buSzPct val="110000"/>
              <a:buFont typeface="Wingdings" charset="2"/>
              <a:buChar char="§"/>
            </a:pPr>
            <a:r>
              <a:rPr lang="en-US" sz="2894" dirty="0"/>
              <a:t>Multi-instance applications</a:t>
            </a:r>
          </a:p>
          <a:p>
            <a:pPr lvl="2">
              <a:buSzPct val="110000"/>
              <a:buFont typeface="Wingdings" charset="2"/>
              <a:buChar char="§"/>
            </a:pPr>
            <a:r>
              <a:rPr lang="en-US" sz="2458" dirty="0"/>
              <a:t>multiple instances of the application in parallel</a:t>
            </a:r>
          </a:p>
        </p:txBody>
      </p:sp>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26</a:t>
            </a:fld>
            <a:endParaRPr 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7112" y="882255"/>
            <a:ext cx="8662490" cy="1181249"/>
          </a:xfrm>
        </p:spPr>
        <p:txBody>
          <a:bodyPr/>
          <a:lstStyle/>
          <a:p>
            <a:pPr algn="ctr"/>
            <a:r>
              <a:rPr lang="en-US" b="1" dirty="0">
                <a:ln>
                  <a:solidFill>
                    <a:schemeClr val="accent1">
                      <a:lumMod val="50000"/>
                    </a:schemeClr>
                  </a:solidFill>
                </a:ln>
                <a:solidFill>
                  <a:schemeClr val="accent1">
                    <a:lumMod val="75000"/>
                  </a:schemeClr>
                </a:solidFill>
              </a:rPr>
              <a:t>Windows Processes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2055826377"/>
              </p:ext>
            </p:extLst>
          </p:nvPr>
        </p:nvGraphicFramePr>
        <p:xfrm>
          <a:off x="3073360" y="2772252"/>
          <a:ext cx="8268742" cy="45674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2837111" y="5685999"/>
            <a:ext cx="1912391" cy="1606990"/>
          </a:xfrm>
          <a:prstGeom prst="rect">
            <a:avLst/>
          </a:prstGeom>
        </p:spPr>
      </p:pic>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27</a:t>
            </a:fld>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12463DD-AF3D-5141-027C-FBA7E764393B}"/>
              </a:ext>
            </a:extLst>
          </p:cNvPr>
          <p:cNvSpPr>
            <a:spLocks noGrp="1"/>
          </p:cNvSpPr>
          <p:nvPr>
            <p:ph type="title"/>
          </p:nvPr>
        </p:nvSpPr>
        <p:spPr>
          <a:xfrm>
            <a:off x="3129756" y="885901"/>
            <a:ext cx="5181600" cy="879468"/>
          </a:xfrm>
        </p:spPr>
        <p:txBody>
          <a:bodyPr/>
          <a:lstStyle/>
          <a:p>
            <a:r>
              <a:rPr lang="en-US" b="1" dirty="0">
                <a:solidFill>
                  <a:srgbClr val="38FF24"/>
                </a:solidFill>
              </a:rPr>
              <a:t>Class Activity 3</a:t>
            </a:r>
          </a:p>
        </p:txBody>
      </p:sp>
      <p:sp>
        <p:nvSpPr>
          <p:cNvPr id="4" name="TextBox 3">
            <a:extLst>
              <a:ext uri="{FF2B5EF4-FFF2-40B4-BE49-F238E27FC236}">
                <a16:creationId xmlns:a16="http://schemas.microsoft.com/office/drawing/2014/main" id="{C260F5F1-AACD-C2BD-3A4B-7D2E46A4A402}"/>
              </a:ext>
            </a:extLst>
          </p:cNvPr>
          <p:cNvSpPr txBox="1"/>
          <p:nvPr/>
        </p:nvSpPr>
        <p:spPr>
          <a:xfrm>
            <a:off x="1033085" y="2688170"/>
            <a:ext cx="5734685" cy="1953679"/>
          </a:xfrm>
          <a:prstGeom prst="rect">
            <a:avLst/>
          </a:prstGeom>
        </p:spPr>
        <p:txBody>
          <a:bodyPr vert="horz" lIns="91440" tIns="45720" rIns="91440" bIns="45720" rtlCol="0">
            <a:noAutofit/>
          </a:bodyPr>
          <a:lstStyle/>
          <a:p>
            <a:pPr marL="0" marR="0" lvl="0" indent="0" algn="l" defTabSz="945032" rtl="0" eaLnBrk="1" fontAlgn="base" latinLnBrk="0" hangingPunct="1">
              <a:lnSpc>
                <a:spcPct val="100000"/>
              </a:lnSpc>
              <a:spcBef>
                <a:spcPct val="0"/>
              </a:spcBef>
              <a:spcAft>
                <a:spcPts val="600"/>
              </a:spcAft>
              <a:buClr>
                <a:srgbClr val="990000"/>
              </a:buClr>
              <a:buSzPct val="75000"/>
              <a:buFont typeface="Wingdings" pitchFamily="2" charset="2"/>
              <a:buChar char="n"/>
              <a:tabLst/>
              <a:defRPr/>
            </a:pPr>
            <a:r>
              <a:rPr kumimoji="0" lang="en-GB" sz="2800" b="0" i="0" u="none" strike="noStrike" kern="1200" cap="none" spc="0" normalizeH="0" baseline="0" noProof="0" dirty="0">
                <a:ln>
                  <a:noFill/>
                </a:ln>
                <a:solidFill>
                  <a:prstClr val="black">
                    <a:lumMod val="85000"/>
                    <a:lumOff val="15000"/>
                  </a:prstClr>
                </a:solidFill>
                <a:effectLst/>
                <a:uLnTx/>
                <a:uFillTx/>
                <a:latin typeface="Calisto MT"/>
                <a:ea typeface="+mn-ea"/>
                <a:cs typeface="+mn-cs"/>
              </a:rPr>
              <a:t> </a:t>
            </a:r>
          </a:p>
        </p:txBody>
      </p:sp>
      <p:sp>
        <p:nvSpPr>
          <p:cNvPr id="2" name="Slide Number Placeholder 1">
            <a:extLst>
              <a:ext uri="{FF2B5EF4-FFF2-40B4-BE49-F238E27FC236}">
                <a16:creationId xmlns:a16="http://schemas.microsoft.com/office/drawing/2014/main" id="{C13EF1BB-E74D-1718-D0C2-1B25FE10D265}"/>
              </a:ext>
            </a:extLst>
          </p:cNvPr>
          <p:cNvSpPr>
            <a:spLocks noGrp="1"/>
          </p:cNvSpPr>
          <p:nvPr>
            <p:ph type="sldNum" sz="quarter" idx="12"/>
          </p:nvPr>
        </p:nvSpPr>
        <p:spPr>
          <a:xfrm>
            <a:off x="593705" y="7231697"/>
            <a:ext cx="836308" cy="429360"/>
          </a:xfrm>
        </p:spPr>
        <p:txBody>
          <a:bodyPr vert="horz" lIns="91440" tIns="91440" rIns="91440" bIns="91440" rtlCol="0" anchor="ctr">
            <a:normAutofit/>
          </a:bodyPr>
          <a:lstStyle/>
          <a:p>
            <a:pPr marL="0" marR="0" lvl="0" indent="0" algn="l" defTabSz="914400" rtl="0" eaLnBrk="1" fontAlgn="base" latinLnBrk="0" hangingPunct="1">
              <a:lnSpc>
                <a:spcPct val="90000"/>
              </a:lnSpc>
              <a:spcBef>
                <a:spcPct val="0"/>
              </a:spcBef>
              <a:spcAft>
                <a:spcPts val="600"/>
              </a:spcAft>
              <a:buClrTx/>
              <a:buSzTx/>
              <a:buFontTx/>
              <a:buNone/>
              <a:tabLst/>
              <a:defRPr/>
            </a:pPr>
            <a:fld id="{0A9A6F0D-A611-4358-861D-7B01E8303898}" type="slidenum">
              <a:rPr kumimoji="0" lang="en-US" sz="1700" b="0" i="0" u="none" strike="noStrike" kern="1200" cap="none" spc="0" normalizeH="0" baseline="0" noProof="0" smtClean="0">
                <a:ln>
                  <a:noFill/>
                </a:ln>
                <a:solidFill>
                  <a:srgbClr val="990000"/>
                </a:solidFill>
                <a:effectLst/>
                <a:uLnTx/>
                <a:uFillTx/>
                <a:latin typeface="Calibri" pitchFamily="34" charset="0"/>
                <a:ea typeface="+mn-ea"/>
                <a:cs typeface="+mn-cs"/>
              </a:rPr>
              <a:pPr marL="0" marR="0" lvl="0" indent="0" algn="l" defTabSz="914400" rtl="0" eaLnBrk="1" fontAlgn="base" latinLnBrk="0" hangingPunct="1">
                <a:lnSpc>
                  <a:spcPct val="90000"/>
                </a:lnSpc>
                <a:spcBef>
                  <a:spcPct val="0"/>
                </a:spcBef>
                <a:spcAft>
                  <a:spcPts val="600"/>
                </a:spcAft>
                <a:buClrTx/>
                <a:buSzTx/>
                <a:buFontTx/>
                <a:buNone/>
                <a:tabLst/>
                <a:defRPr/>
              </a:pPr>
              <a:t>28</a:t>
            </a:fld>
            <a:endParaRPr kumimoji="0" lang="en-US" sz="1700" b="0" i="0" u="none" strike="noStrike" kern="1200" cap="none" spc="0" normalizeH="0" baseline="0" noProof="0">
              <a:ln>
                <a:noFill/>
              </a:ln>
              <a:solidFill>
                <a:srgbClr val="990000"/>
              </a:solidFill>
              <a:effectLst/>
              <a:uLnTx/>
              <a:uFillTx/>
              <a:latin typeface="Calibri" pitchFamily="34" charset="0"/>
              <a:ea typeface="+mn-ea"/>
              <a:cs typeface="+mn-cs"/>
            </a:endParaRPr>
          </a:p>
        </p:txBody>
      </p:sp>
      <p:sp>
        <p:nvSpPr>
          <p:cNvPr id="12" name="TextBox 11">
            <a:extLst>
              <a:ext uri="{FF2B5EF4-FFF2-40B4-BE49-F238E27FC236}">
                <a16:creationId xmlns:a16="http://schemas.microsoft.com/office/drawing/2014/main" id="{A5885CFD-1891-F01F-E417-8F0A9739D098}"/>
              </a:ext>
            </a:extLst>
          </p:cNvPr>
          <p:cNvSpPr txBox="1"/>
          <p:nvPr/>
        </p:nvSpPr>
        <p:spPr>
          <a:xfrm>
            <a:off x="839798" y="6013450"/>
            <a:ext cx="7166758"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charset="0"/>
                <a:ea typeface="+mn-ea"/>
                <a:cs typeface="+mn-cs"/>
                <a:hlinkClick r:id="rId2"/>
              </a:rPr>
              <a:t>https://ulsteruniversity.display.vevox.com/#/present/403909/113MF37LDC3RK67KP2GL</a:t>
            </a:r>
            <a:endParaRPr kumimoji="0" lang="en-GB" sz="18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TextBox 13">
            <a:extLst>
              <a:ext uri="{FF2B5EF4-FFF2-40B4-BE49-F238E27FC236}">
                <a16:creationId xmlns:a16="http://schemas.microsoft.com/office/drawing/2014/main" id="{77214ABF-079B-A901-95D1-6D801D887197}"/>
              </a:ext>
            </a:extLst>
          </p:cNvPr>
          <p:cNvSpPr txBox="1"/>
          <p:nvPr/>
        </p:nvSpPr>
        <p:spPr>
          <a:xfrm>
            <a:off x="8768556" y="1094802"/>
            <a:ext cx="4419601" cy="58477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rial" charset="0"/>
                <a:ea typeface="+mn-ea"/>
                <a:cs typeface="+mn-cs"/>
              </a:rPr>
              <a:t>Session ID: </a:t>
            </a:r>
            <a:r>
              <a:rPr kumimoji="0" lang="en-GB" sz="3200" b="1" i="0" u="none" strike="noStrike" kern="1200" cap="none" spc="0" normalizeH="0" baseline="0" noProof="0" dirty="0">
                <a:ln>
                  <a:noFill/>
                </a:ln>
                <a:solidFill>
                  <a:prstClr val="black"/>
                </a:solidFill>
                <a:effectLst/>
                <a:uLnTx/>
                <a:uFillTx/>
                <a:latin typeface="Arial" charset="0"/>
                <a:ea typeface="+mn-ea"/>
                <a:cs typeface="+mn-cs"/>
              </a:rPr>
              <a:t>112-025-853</a:t>
            </a:r>
          </a:p>
        </p:txBody>
      </p:sp>
      <p:sp>
        <p:nvSpPr>
          <p:cNvPr id="3" name="TextBox 2">
            <a:extLst>
              <a:ext uri="{FF2B5EF4-FFF2-40B4-BE49-F238E27FC236}">
                <a16:creationId xmlns:a16="http://schemas.microsoft.com/office/drawing/2014/main" id="{C37B204D-CDAD-88E1-1F59-DAE387AC067B}"/>
              </a:ext>
            </a:extLst>
          </p:cNvPr>
          <p:cNvSpPr txBox="1"/>
          <p:nvPr/>
        </p:nvSpPr>
        <p:spPr>
          <a:xfrm>
            <a:off x="989341" y="2813804"/>
            <a:ext cx="6179015" cy="1305165"/>
          </a:xfrm>
          <a:prstGeom prst="rect">
            <a:avLst/>
          </a:prstGeom>
          <a:noFill/>
        </p:spPr>
        <p:txBody>
          <a:bodyPr wrap="square">
            <a:spAutoFit/>
          </a:bodyPr>
          <a:lstStyle/>
          <a:p>
            <a:pPr>
              <a:lnSpc>
                <a:spcPct val="150000"/>
              </a:lnSpc>
            </a:pPr>
            <a:r>
              <a:rPr lang="en-GB" sz="2800" dirty="0"/>
              <a:t>A Windows process must contain at least _________ thread(s) to execute</a:t>
            </a:r>
          </a:p>
        </p:txBody>
      </p:sp>
      <p:pic>
        <p:nvPicPr>
          <p:cNvPr id="6" name="Picture 5">
            <a:extLst>
              <a:ext uri="{FF2B5EF4-FFF2-40B4-BE49-F238E27FC236}">
                <a16:creationId xmlns:a16="http://schemas.microsoft.com/office/drawing/2014/main" id="{74CB5D83-FDC5-C829-6822-8C5C214A0C83}"/>
              </a:ext>
            </a:extLst>
          </p:cNvPr>
          <p:cNvPicPr>
            <a:picLocks noChangeAspect="1"/>
          </p:cNvPicPr>
          <p:nvPr/>
        </p:nvPicPr>
        <p:blipFill>
          <a:blip r:embed="rId3"/>
          <a:stretch>
            <a:fillRect/>
          </a:stretch>
        </p:blipFill>
        <p:spPr>
          <a:xfrm>
            <a:off x="8463755" y="2216823"/>
            <a:ext cx="5872957" cy="5847677"/>
          </a:xfrm>
          <a:prstGeom prst="rect">
            <a:avLst/>
          </a:prstGeom>
        </p:spPr>
      </p:pic>
    </p:spTree>
    <p:extLst>
      <p:ext uri="{BB962C8B-B14F-4D97-AF65-F5344CB8AC3E}">
        <p14:creationId xmlns:p14="http://schemas.microsoft.com/office/powerpoint/2010/main" val="32027400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solidFill>
                  <a:schemeClr val="accent1">
                    <a:lumMod val="75000"/>
                  </a:schemeClr>
                </a:solidFill>
              </a:rPr>
              <a:t>Process and Thread </a:t>
            </a:r>
            <a:br>
              <a:rPr lang="en-NZ" b="1" dirty="0">
                <a:solidFill>
                  <a:schemeClr val="accent1">
                    <a:lumMod val="75000"/>
                  </a:schemeClr>
                </a:solidFill>
              </a:rPr>
            </a:br>
            <a:r>
              <a:rPr lang="en-NZ" b="1" dirty="0">
                <a:solidFill>
                  <a:schemeClr val="accent1">
                    <a:lumMod val="75000"/>
                  </a:schemeClr>
                </a:solidFill>
              </a:rPr>
              <a:t>Objects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175601813"/>
              </p:ext>
            </p:extLst>
          </p:nvPr>
        </p:nvGraphicFramePr>
        <p:xfrm>
          <a:off x="3545860" y="3559751"/>
          <a:ext cx="8727896" cy="3622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p:cNvSpPr/>
          <p:nvPr/>
        </p:nvSpPr>
        <p:spPr>
          <a:xfrm>
            <a:off x="2915860" y="3495154"/>
            <a:ext cx="8504992" cy="10741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5800" tIns="117600" rIns="205800" bIns="117600" numCol="1" spcCol="1270" anchor="ctr" anchorCtr="0">
            <a:noAutofit/>
          </a:bodyPr>
          <a:lstStyle/>
          <a:p>
            <a:pPr algn="ctr" defTabSz="1286294">
              <a:lnSpc>
                <a:spcPct val="90000"/>
              </a:lnSpc>
              <a:spcAft>
                <a:spcPct val="35000"/>
              </a:spcAft>
            </a:pPr>
            <a:endParaRPr lang="en-US" sz="2894" dirty="0"/>
          </a:p>
        </p:txBody>
      </p:sp>
      <p:sp>
        <p:nvSpPr>
          <p:cNvPr id="9" name="TextBox 8"/>
          <p:cNvSpPr txBox="1"/>
          <p:nvPr/>
        </p:nvSpPr>
        <p:spPr>
          <a:xfrm>
            <a:off x="3467110" y="2693503"/>
            <a:ext cx="7638742" cy="923878"/>
          </a:xfrm>
          <a:prstGeom prst="rect">
            <a:avLst/>
          </a:prstGeom>
          <a:noFill/>
        </p:spPr>
        <p:txBody>
          <a:bodyPr wrap="square" rtlCol="0">
            <a:spAutoFit/>
          </a:bodyPr>
          <a:lstStyle/>
          <a:p>
            <a:pPr algn="ctr" defTabSz="1286294">
              <a:lnSpc>
                <a:spcPct val="90000"/>
              </a:lnSpc>
              <a:spcAft>
                <a:spcPct val="35000"/>
              </a:spcAft>
            </a:pPr>
            <a:r>
              <a:rPr lang="en-US" sz="2894" dirty="0">
                <a:latin typeface="+mn-lt"/>
              </a:rPr>
              <a:t>Windows makes use of two types of        process-related objects:</a:t>
            </a:r>
          </a:p>
        </p:txBody>
      </p:sp>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29</a:t>
            </a:fld>
            <a:endParaRPr 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9612" y="803505"/>
            <a:ext cx="8086633" cy="1181249"/>
          </a:xfrm>
        </p:spPr>
        <p:txBody>
          <a:bodyPr/>
          <a:lstStyle/>
          <a:p>
            <a:r>
              <a:rPr lang="en-US" b="1" dirty="0">
                <a:solidFill>
                  <a:schemeClr val="accent6">
                    <a:lumMod val="75000"/>
                  </a:schemeClr>
                </a:solidFill>
              </a:rPr>
              <a:t>Multithreaded Process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459661727"/>
              </p:ext>
            </p:extLst>
          </p:nvPr>
        </p:nvGraphicFramePr>
        <p:xfrm>
          <a:off x="2139156" y="2693500"/>
          <a:ext cx="10134600" cy="51487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p:cNvPicPr>
            <a:picLocks noChangeAspect="1"/>
          </p:cNvPicPr>
          <p:nvPr/>
        </p:nvPicPr>
        <p:blipFill>
          <a:blip r:embed="rId8"/>
          <a:stretch>
            <a:fillRect/>
          </a:stretch>
        </p:blipFill>
        <p:spPr>
          <a:xfrm rot="633825">
            <a:off x="8900855" y="4189751"/>
            <a:ext cx="1114725" cy="1049999"/>
          </a:xfrm>
          <a:prstGeom prst="rect">
            <a:avLst/>
          </a:prstGeom>
        </p:spPr>
      </p:pic>
      <p:pic>
        <p:nvPicPr>
          <p:cNvPr id="6" name="Picture 5"/>
          <p:cNvPicPr>
            <a:picLocks noChangeAspect="1"/>
          </p:cNvPicPr>
          <p:nvPr/>
        </p:nvPicPr>
        <p:blipFill>
          <a:blip r:embed="rId9"/>
          <a:stretch>
            <a:fillRect/>
          </a:stretch>
        </p:blipFill>
        <p:spPr>
          <a:xfrm rot="20945615">
            <a:off x="3384938" y="2969169"/>
            <a:ext cx="1417499" cy="1763998"/>
          </a:xfrm>
          <a:prstGeom prst="rect">
            <a:avLst/>
          </a:prstGeom>
        </p:spPr>
      </p:pic>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30</a:t>
            </a:fld>
            <a:endParaRPr 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8362" y="724756"/>
            <a:ext cx="8741241" cy="1367315"/>
          </a:xfrm>
        </p:spPr>
        <p:txBody>
          <a:bodyPr/>
          <a:lstStyle/>
          <a:p>
            <a:pPr algn="ctr"/>
            <a:r>
              <a:rPr lang="en-US" b="1" dirty="0">
                <a:solidFill>
                  <a:schemeClr val="accent1">
                    <a:lumMod val="75000"/>
                  </a:schemeClr>
                </a:solidFill>
              </a:rPr>
              <a:t>Interrupts as Threads</a:t>
            </a:r>
          </a:p>
        </p:txBody>
      </p:sp>
      <p:sp>
        <p:nvSpPr>
          <p:cNvPr id="3" name="Content Placeholder 2"/>
          <p:cNvSpPr>
            <a:spLocks noGrp="1"/>
          </p:cNvSpPr>
          <p:nvPr>
            <p:ph idx="4294967295"/>
          </p:nvPr>
        </p:nvSpPr>
        <p:spPr>
          <a:xfrm>
            <a:off x="2994610" y="2355850"/>
            <a:ext cx="8504992" cy="4432648"/>
          </a:xfrm>
        </p:spPr>
        <p:txBody>
          <a:bodyPr/>
          <a:lstStyle/>
          <a:p>
            <a:pPr marL="0" indent="0">
              <a:buNone/>
            </a:pPr>
            <a:endParaRPr lang="en-US" dirty="0"/>
          </a:p>
          <a:p>
            <a:pPr>
              <a:buSzPct val="110000"/>
              <a:buFont typeface="Wingdings" charset="2"/>
              <a:buChar char="§"/>
            </a:pPr>
            <a:r>
              <a:rPr lang="en-US" sz="2894" dirty="0"/>
              <a:t>Most operating systems contain two fundamental forms of concurrent activity:</a:t>
            </a:r>
          </a:p>
        </p:txBody>
      </p:sp>
      <p:graphicFrame>
        <p:nvGraphicFramePr>
          <p:cNvPr id="4" name="Diagram 3"/>
          <p:cNvGraphicFramePr/>
          <p:nvPr>
            <p:extLst>
              <p:ext uri="{D42A27DB-BD31-4B8C-83A1-F6EECF244321}">
                <p14:modId xmlns:p14="http://schemas.microsoft.com/office/powerpoint/2010/main" val="2951105303"/>
              </p:ext>
            </p:extLst>
          </p:nvPr>
        </p:nvGraphicFramePr>
        <p:xfrm>
          <a:off x="3129756" y="3874751"/>
          <a:ext cx="10215898" cy="27482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31</a:t>
            </a:fld>
            <a:endParaRPr 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75000"/>
                  </a:schemeClr>
                </a:solidFill>
              </a:rPr>
              <a:t>Processes and Threads</a:t>
            </a:r>
          </a:p>
        </p:txBody>
      </p:sp>
      <p:sp>
        <p:nvSpPr>
          <p:cNvPr id="5" name="Content Placeholder 4"/>
          <p:cNvSpPr>
            <a:spLocks noGrp="1"/>
          </p:cNvSpPr>
          <p:nvPr>
            <p:ph sz="half" idx="14"/>
          </p:nvPr>
        </p:nvSpPr>
        <p:spPr>
          <a:xfrm>
            <a:off x="593704" y="2614751"/>
            <a:ext cx="7641451" cy="4488746"/>
          </a:xfrm>
        </p:spPr>
        <p:txBody>
          <a:bodyPr>
            <a:normAutofit/>
          </a:bodyPr>
          <a:lstStyle/>
          <a:p>
            <a:r>
              <a:rPr lang="en-US" sz="2894" dirty="0"/>
              <a:t>A precedence hierarchy is used to determine which process or processes to kill in order to reclaim needed resources</a:t>
            </a:r>
          </a:p>
          <a:p>
            <a:r>
              <a:rPr lang="en-US" sz="2894" dirty="0"/>
              <a:t>Processes are killed beginning with the lowest precedence first</a:t>
            </a:r>
          </a:p>
          <a:p>
            <a:r>
              <a:rPr lang="en-US" sz="2905" dirty="0"/>
              <a:t>The levels of the hierarchy, in descending order of precedence are:</a:t>
            </a:r>
          </a:p>
        </p:txBody>
      </p:sp>
      <p:graphicFrame>
        <p:nvGraphicFramePr>
          <p:cNvPr id="3" name="Diagram 2"/>
          <p:cNvGraphicFramePr/>
          <p:nvPr>
            <p:extLst>
              <p:ext uri="{D42A27DB-BD31-4B8C-83A1-F6EECF244321}">
                <p14:modId xmlns:p14="http://schemas.microsoft.com/office/powerpoint/2010/main" val="2101482478"/>
              </p:ext>
            </p:extLst>
          </p:nvPr>
        </p:nvGraphicFramePr>
        <p:xfrm>
          <a:off x="7167114" y="2660688"/>
          <a:ext cx="6299994" cy="4396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own Arrow 3"/>
          <p:cNvSpPr/>
          <p:nvPr/>
        </p:nvSpPr>
        <p:spPr>
          <a:xfrm>
            <a:off x="10082103" y="3717250"/>
            <a:ext cx="157500" cy="236250"/>
          </a:xfrm>
          <a:prstGeom prst="downArrow">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p:cNvSpPr/>
          <p:nvPr/>
        </p:nvSpPr>
        <p:spPr>
          <a:xfrm>
            <a:off x="10082103" y="4347250"/>
            <a:ext cx="157500" cy="236250"/>
          </a:xfrm>
          <a:prstGeom prst="downArrow">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Down Arrow 6"/>
          <p:cNvSpPr/>
          <p:nvPr/>
        </p:nvSpPr>
        <p:spPr>
          <a:xfrm>
            <a:off x="10082103" y="5134749"/>
            <a:ext cx="157500" cy="236250"/>
          </a:xfrm>
          <a:prstGeom prst="downArrow">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Down Arrow 7"/>
          <p:cNvSpPr/>
          <p:nvPr/>
        </p:nvSpPr>
        <p:spPr>
          <a:xfrm>
            <a:off x="10082103" y="5843498"/>
            <a:ext cx="157500" cy="236250"/>
          </a:xfrm>
          <a:prstGeom prst="downArrow">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Slide Number Placeholder 8"/>
          <p:cNvSpPr>
            <a:spLocks noGrp="1"/>
          </p:cNvSpPr>
          <p:nvPr>
            <p:ph type="sldNum" sz="quarter" idx="12"/>
          </p:nvPr>
        </p:nvSpPr>
        <p:spPr/>
        <p:txBody>
          <a:bodyPr/>
          <a:lstStyle/>
          <a:p>
            <a:pPr>
              <a:defRPr/>
            </a:pPr>
            <a:fld id="{E4367C90-D8D8-4A11-9BC3-E7451ACC5EB2}" type="slidenum">
              <a:rPr lang="en-US" smtClean="0"/>
              <a:pPr>
                <a:defRPr/>
              </a:pPr>
              <a:t>32</a:t>
            </a:fld>
            <a:endParaRPr lang="en-US" dirty="0"/>
          </a:p>
        </p:txBody>
      </p:sp>
      <p:sp>
        <p:nvSpPr>
          <p:cNvPr id="10" name="Arrow: Right 9">
            <a:extLst>
              <a:ext uri="{FF2B5EF4-FFF2-40B4-BE49-F238E27FC236}">
                <a16:creationId xmlns:a16="http://schemas.microsoft.com/office/drawing/2014/main" id="{D04A82C2-CE06-7CD0-B988-985F1BAE3E37}"/>
              </a:ext>
            </a:extLst>
          </p:cNvPr>
          <p:cNvSpPr/>
          <p:nvPr/>
        </p:nvSpPr>
        <p:spPr>
          <a:xfrm>
            <a:off x="5187156" y="5851148"/>
            <a:ext cx="2133600" cy="4572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12463DD-AF3D-5141-027C-FBA7E764393B}"/>
              </a:ext>
            </a:extLst>
          </p:cNvPr>
          <p:cNvSpPr>
            <a:spLocks noGrp="1"/>
          </p:cNvSpPr>
          <p:nvPr>
            <p:ph type="title"/>
          </p:nvPr>
        </p:nvSpPr>
        <p:spPr>
          <a:xfrm>
            <a:off x="3129756" y="885901"/>
            <a:ext cx="5181600" cy="879468"/>
          </a:xfrm>
        </p:spPr>
        <p:txBody>
          <a:bodyPr/>
          <a:lstStyle/>
          <a:p>
            <a:r>
              <a:rPr lang="en-US" b="1" dirty="0">
                <a:solidFill>
                  <a:srgbClr val="38FF24"/>
                </a:solidFill>
              </a:rPr>
              <a:t>Class Activity 4</a:t>
            </a:r>
          </a:p>
        </p:txBody>
      </p:sp>
      <p:sp>
        <p:nvSpPr>
          <p:cNvPr id="4" name="TextBox 3">
            <a:extLst>
              <a:ext uri="{FF2B5EF4-FFF2-40B4-BE49-F238E27FC236}">
                <a16:creationId xmlns:a16="http://schemas.microsoft.com/office/drawing/2014/main" id="{C260F5F1-AACD-C2BD-3A4B-7D2E46A4A402}"/>
              </a:ext>
            </a:extLst>
          </p:cNvPr>
          <p:cNvSpPr txBox="1"/>
          <p:nvPr/>
        </p:nvSpPr>
        <p:spPr>
          <a:xfrm>
            <a:off x="1033085" y="2688170"/>
            <a:ext cx="5734685" cy="1953679"/>
          </a:xfrm>
          <a:prstGeom prst="rect">
            <a:avLst/>
          </a:prstGeom>
        </p:spPr>
        <p:txBody>
          <a:bodyPr vert="horz" lIns="91440" tIns="45720" rIns="91440" bIns="45720" rtlCol="0">
            <a:noAutofit/>
          </a:bodyPr>
          <a:lstStyle/>
          <a:p>
            <a:pPr marL="0" marR="0" lvl="0" indent="0" algn="l" defTabSz="945032" rtl="0" eaLnBrk="1" fontAlgn="base" latinLnBrk="0" hangingPunct="1">
              <a:lnSpc>
                <a:spcPct val="100000"/>
              </a:lnSpc>
              <a:spcBef>
                <a:spcPct val="0"/>
              </a:spcBef>
              <a:spcAft>
                <a:spcPts val="600"/>
              </a:spcAft>
              <a:buClr>
                <a:srgbClr val="990000"/>
              </a:buClr>
              <a:buSzPct val="75000"/>
              <a:buFont typeface="Wingdings" pitchFamily="2" charset="2"/>
              <a:buChar char="n"/>
              <a:tabLst/>
              <a:defRPr/>
            </a:pPr>
            <a:r>
              <a:rPr kumimoji="0" lang="en-GB" sz="2800" b="0" i="0" u="none" strike="noStrike" kern="1200" cap="none" spc="0" normalizeH="0" baseline="0" noProof="0" dirty="0">
                <a:ln>
                  <a:noFill/>
                </a:ln>
                <a:solidFill>
                  <a:prstClr val="black">
                    <a:lumMod val="85000"/>
                    <a:lumOff val="15000"/>
                  </a:prstClr>
                </a:solidFill>
                <a:effectLst/>
                <a:uLnTx/>
                <a:uFillTx/>
                <a:latin typeface="Calisto MT"/>
                <a:ea typeface="+mn-ea"/>
                <a:cs typeface="+mn-cs"/>
              </a:rPr>
              <a:t> </a:t>
            </a:r>
          </a:p>
        </p:txBody>
      </p:sp>
      <p:sp>
        <p:nvSpPr>
          <p:cNvPr id="2" name="Slide Number Placeholder 1">
            <a:extLst>
              <a:ext uri="{FF2B5EF4-FFF2-40B4-BE49-F238E27FC236}">
                <a16:creationId xmlns:a16="http://schemas.microsoft.com/office/drawing/2014/main" id="{C13EF1BB-E74D-1718-D0C2-1B25FE10D265}"/>
              </a:ext>
            </a:extLst>
          </p:cNvPr>
          <p:cNvSpPr>
            <a:spLocks noGrp="1"/>
          </p:cNvSpPr>
          <p:nvPr>
            <p:ph type="sldNum" sz="quarter" idx="12"/>
          </p:nvPr>
        </p:nvSpPr>
        <p:spPr>
          <a:xfrm>
            <a:off x="593705" y="7231697"/>
            <a:ext cx="836308" cy="429360"/>
          </a:xfrm>
        </p:spPr>
        <p:txBody>
          <a:bodyPr vert="horz" lIns="91440" tIns="91440" rIns="91440" bIns="91440" rtlCol="0" anchor="ctr">
            <a:normAutofit/>
          </a:bodyPr>
          <a:lstStyle/>
          <a:p>
            <a:pPr marL="0" marR="0" lvl="0" indent="0" algn="l" defTabSz="914400" rtl="0" eaLnBrk="1" fontAlgn="base" latinLnBrk="0" hangingPunct="1">
              <a:lnSpc>
                <a:spcPct val="90000"/>
              </a:lnSpc>
              <a:spcBef>
                <a:spcPct val="0"/>
              </a:spcBef>
              <a:spcAft>
                <a:spcPts val="600"/>
              </a:spcAft>
              <a:buClrTx/>
              <a:buSzTx/>
              <a:buFontTx/>
              <a:buNone/>
              <a:tabLst/>
              <a:defRPr/>
            </a:pPr>
            <a:fld id="{0A9A6F0D-A611-4358-861D-7B01E8303898}" type="slidenum">
              <a:rPr kumimoji="0" lang="en-US" sz="1700" b="0" i="0" u="none" strike="noStrike" kern="1200" cap="none" spc="0" normalizeH="0" baseline="0" noProof="0" smtClean="0">
                <a:ln>
                  <a:noFill/>
                </a:ln>
                <a:solidFill>
                  <a:srgbClr val="990000"/>
                </a:solidFill>
                <a:effectLst/>
                <a:uLnTx/>
                <a:uFillTx/>
                <a:latin typeface="Calibri" pitchFamily="34" charset="0"/>
                <a:ea typeface="+mn-ea"/>
                <a:cs typeface="+mn-cs"/>
              </a:rPr>
              <a:pPr marL="0" marR="0" lvl="0" indent="0" algn="l" defTabSz="914400" rtl="0" eaLnBrk="1" fontAlgn="base" latinLnBrk="0" hangingPunct="1">
                <a:lnSpc>
                  <a:spcPct val="90000"/>
                </a:lnSpc>
                <a:spcBef>
                  <a:spcPct val="0"/>
                </a:spcBef>
                <a:spcAft>
                  <a:spcPts val="600"/>
                </a:spcAft>
                <a:buClrTx/>
                <a:buSzTx/>
                <a:buFontTx/>
                <a:buNone/>
                <a:tabLst/>
                <a:defRPr/>
              </a:pPr>
              <a:t>33</a:t>
            </a:fld>
            <a:endParaRPr kumimoji="0" lang="en-US" sz="1700" b="0" i="0" u="none" strike="noStrike" kern="1200" cap="none" spc="0" normalizeH="0" baseline="0" noProof="0">
              <a:ln>
                <a:noFill/>
              </a:ln>
              <a:solidFill>
                <a:srgbClr val="990000"/>
              </a:solidFill>
              <a:effectLst/>
              <a:uLnTx/>
              <a:uFillTx/>
              <a:latin typeface="Calibri" pitchFamily="34" charset="0"/>
              <a:ea typeface="+mn-ea"/>
              <a:cs typeface="+mn-cs"/>
            </a:endParaRPr>
          </a:p>
        </p:txBody>
      </p:sp>
      <p:sp>
        <p:nvSpPr>
          <p:cNvPr id="12" name="TextBox 11">
            <a:extLst>
              <a:ext uri="{FF2B5EF4-FFF2-40B4-BE49-F238E27FC236}">
                <a16:creationId xmlns:a16="http://schemas.microsoft.com/office/drawing/2014/main" id="{A5885CFD-1891-F01F-E417-8F0A9739D098}"/>
              </a:ext>
            </a:extLst>
          </p:cNvPr>
          <p:cNvSpPr txBox="1"/>
          <p:nvPr/>
        </p:nvSpPr>
        <p:spPr>
          <a:xfrm>
            <a:off x="839798" y="6013450"/>
            <a:ext cx="7166758"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charset="0"/>
                <a:ea typeface="+mn-ea"/>
                <a:cs typeface="+mn-cs"/>
                <a:hlinkClick r:id="rId2"/>
              </a:rPr>
              <a:t>https://ulsteruniversity.display.vevox.com/#/present/403909/113MF37LDC3RK67KP2GL</a:t>
            </a:r>
            <a:endParaRPr kumimoji="0" lang="en-GB" sz="18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TextBox 13">
            <a:extLst>
              <a:ext uri="{FF2B5EF4-FFF2-40B4-BE49-F238E27FC236}">
                <a16:creationId xmlns:a16="http://schemas.microsoft.com/office/drawing/2014/main" id="{77214ABF-079B-A901-95D1-6D801D887197}"/>
              </a:ext>
            </a:extLst>
          </p:cNvPr>
          <p:cNvSpPr txBox="1"/>
          <p:nvPr/>
        </p:nvSpPr>
        <p:spPr>
          <a:xfrm>
            <a:off x="8768556" y="1094802"/>
            <a:ext cx="4419601" cy="58477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rial" charset="0"/>
                <a:ea typeface="+mn-ea"/>
                <a:cs typeface="+mn-cs"/>
              </a:rPr>
              <a:t>Session ID: </a:t>
            </a:r>
            <a:r>
              <a:rPr kumimoji="0" lang="en-GB" sz="3200" b="1" i="0" u="none" strike="noStrike" kern="1200" cap="none" spc="0" normalizeH="0" baseline="0" noProof="0" dirty="0">
                <a:ln>
                  <a:noFill/>
                </a:ln>
                <a:solidFill>
                  <a:prstClr val="black"/>
                </a:solidFill>
                <a:effectLst/>
                <a:uLnTx/>
                <a:uFillTx/>
                <a:latin typeface="Arial" charset="0"/>
                <a:ea typeface="+mn-ea"/>
                <a:cs typeface="+mn-cs"/>
              </a:rPr>
              <a:t>112-025-853</a:t>
            </a:r>
          </a:p>
        </p:txBody>
      </p:sp>
      <p:sp>
        <p:nvSpPr>
          <p:cNvPr id="3" name="TextBox 2">
            <a:extLst>
              <a:ext uri="{FF2B5EF4-FFF2-40B4-BE49-F238E27FC236}">
                <a16:creationId xmlns:a16="http://schemas.microsoft.com/office/drawing/2014/main" id="{C37B204D-CDAD-88E1-1F59-DAE387AC067B}"/>
              </a:ext>
            </a:extLst>
          </p:cNvPr>
          <p:cNvSpPr txBox="1"/>
          <p:nvPr/>
        </p:nvSpPr>
        <p:spPr>
          <a:xfrm>
            <a:off x="989341" y="2813804"/>
            <a:ext cx="6179015" cy="1951496"/>
          </a:xfrm>
          <a:prstGeom prst="rect">
            <a:avLst/>
          </a:prstGeom>
          <a:noFill/>
        </p:spPr>
        <p:txBody>
          <a:bodyPr wrap="square">
            <a:spAutoFit/>
          </a:bodyPr>
          <a:lstStyle/>
          <a:p>
            <a:pPr>
              <a:lnSpc>
                <a:spcPct val="150000"/>
              </a:lnSpc>
            </a:pPr>
            <a:r>
              <a:rPr lang="en-GB" sz="2800" dirty="0"/>
              <a:t>In a pure ULT facility, all of the work of thread management is done by the.................</a:t>
            </a:r>
          </a:p>
        </p:txBody>
      </p:sp>
      <p:pic>
        <p:nvPicPr>
          <p:cNvPr id="6" name="Picture 5">
            <a:extLst>
              <a:ext uri="{FF2B5EF4-FFF2-40B4-BE49-F238E27FC236}">
                <a16:creationId xmlns:a16="http://schemas.microsoft.com/office/drawing/2014/main" id="{74CB5D83-FDC5-C829-6822-8C5C214A0C83}"/>
              </a:ext>
            </a:extLst>
          </p:cNvPr>
          <p:cNvPicPr>
            <a:picLocks noChangeAspect="1"/>
          </p:cNvPicPr>
          <p:nvPr/>
        </p:nvPicPr>
        <p:blipFill>
          <a:blip r:embed="rId3"/>
          <a:stretch>
            <a:fillRect/>
          </a:stretch>
        </p:blipFill>
        <p:spPr>
          <a:xfrm>
            <a:off x="8463755" y="2216823"/>
            <a:ext cx="5872957" cy="5847677"/>
          </a:xfrm>
          <a:prstGeom prst="rect">
            <a:avLst/>
          </a:prstGeom>
        </p:spPr>
      </p:pic>
    </p:spTree>
    <p:extLst>
      <p:ext uri="{BB962C8B-B14F-4D97-AF65-F5344CB8AC3E}">
        <p14:creationId xmlns:p14="http://schemas.microsoft.com/office/powerpoint/2010/main" val="301660952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1859" y="222250"/>
            <a:ext cx="12268344" cy="1555798"/>
          </a:xfrm>
        </p:spPr>
        <p:txBody>
          <a:bodyPr/>
          <a:lstStyle/>
          <a:p>
            <a:pPr algn="ctr"/>
            <a:r>
              <a:rPr lang="en-US" b="1" dirty="0">
                <a:solidFill>
                  <a:schemeClr val="accent1">
                    <a:lumMod val="75000"/>
                  </a:schemeClr>
                </a:solidFill>
              </a:rPr>
              <a:t>Summary</a:t>
            </a:r>
          </a:p>
        </p:txBody>
      </p:sp>
      <p:sp>
        <p:nvSpPr>
          <p:cNvPr id="3" name="Content Placeholder 2"/>
          <p:cNvSpPr>
            <a:spLocks noGrp="1"/>
          </p:cNvSpPr>
          <p:nvPr>
            <p:ph sz="half" idx="1"/>
          </p:nvPr>
        </p:nvSpPr>
        <p:spPr>
          <a:xfrm>
            <a:off x="462756" y="2476056"/>
            <a:ext cx="6019800" cy="5684697"/>
          </a:xfrm>
        </p:spPr>
        <p:txBody>
          <a:bodyPr>
            <a:noAutofit/>
          </a:bodyPr>
          <a:lstStyle/>
          <a:p>
            <a:pPr marL="144000" indent="-239539"/>
            <a:r>
              <a:rPr lang="en-GB" sz="2000" b="0" i="0" dirty="0">
                <a:solidFill>
                  <a:srgbClr val="000000"/>
                </a:solidFill>
                <a:effectLst/>
                <a:latin typeface="Open Sans" panose="020B0606030504020204" pitchFamily="34" charset="0"/>
              </a:rPr>
              <a:t>A thread is a single execution path with an execution stack, processor state, and scheduling information.</a:t>
            </a:r>
          </a:p>
          <a:p>
            <a:pPr marL="144000" indent="-239539"/>
            <a:r>
              <a:rPr lang="en-GB" sz="2000" b="0" i="0" dirty="0">
                <a:solidFill>
                  <a:srgbClr val="000000"/>
                </a:solidFill>
                <a:effectLst/>
                <a:latin typeface="Open Sans" panose="020B0606030504020204" pitchFamily="34" charset="0"/>
              </a:rPr>
              <a:t>A thread is also a dispatchable unit of work that executes sequentially and is interruptible.</a:t>
            </a:r>
          </a:p>
          <a:p>
            <a:pPr marL="144000" indent="-239539"/>
            <a:r>
              <a:rPr lang="en-GB" sz="2000" b="0" i="0" dirty="0">
                <a:solidFill>
                  <a:srgbClr val="000000"/>
                </a:solidFill>
                <a:effectLst/>
                <a:latin typeface="Open Sans" panose="020B0606030504020204" pitchFamily="34" charset="0"/>
              </a:rPr>
              <a:t>An example of an application that could make use of threads is a file server.</a:t>
            </a:r>
          </a:p>
          <a:p>
            <a:pPr marL="144000" indent="-239539"/>
            <a:r>
              <a:rPr lang="en-GB" sz="2000" b="0" i="0" dirty="0">
                <a:solidFill>
                  <a:srgbClr val="000000"/>
                </a:solidFill>
                <a:effectLst/>
                <a:latin typeface="Open Sans" panose="020B0606030504020204" pitchFamily="34" charset="0"/>
              </a:rPr>
              <a:t>Termination of a process does terminate all threads within that process.</a:t>
            </a:r>
            <a:endParaRPr lang="en-US" sz="2000" b="0" i="0" dirty="0">
              <a:solidFill>
                <a:srgbClr val="000000"/>
              </a:solidFill>
              <a:effectLst/>
              <a:latin typeface="Open Sans" panose="020B0606030504020204" pitchFamily="34" charset="0"/>
            </a:endParaRPr>
          </a:p>
          <a:p>
            <a:pPr marL="144000" indent="-239539"/>
            <a:r>
              <a:rPr lang="en-GB" sz="2000" b="0" i="0" dirty="0">
                <a:solidFill>
                  <a:srgbClr val="000000"/>
                </a:solidFill>
                <a:effectLst/>
                <a:latin typeface="Open Sans" panose="020B0606030504020204" pitchFamily="34" charset="0"/>
              </a:rPr>
              <a:t>If a process is swapped out, all of its threads are necessarily swapped out because they all share the address space of the process.</a:t>
            </a:r>
          </a:p>
        </p:txBody>
      </p:sp>
      <p:sp>
        <p:nvSpPr>
          <p:cNvPr id="5" name="Content Placeholder 4"/>
          <p:cNvSpPr>
            <a:spLocks noGrp="1"/>
          </p:cNvSpPr>
          <p:nvPr>
            <p:ph sz="half" idx="2"/>
          </p:nvPr>
        </p:nvSpPr>
        <p:spPr>
          <a:xfrm>
            <a:off x="6711156" y="2457674"/>
            <a:ext cx="6879451" cy="4508550"/>
          </a:xfrm>
        </p:spPr>
        <p:txBody>
          <a:bodyPr>
            <a:noAutofit/>
          </a:bodyPr>
          <a:lstStyle/>
          <a:p>
            <a:pPr>
              <a:lnSpc>
                <a:spcPct val="120000"/>
              </a:lnSpc>
            </a:pPr>
            <a:r>
              <a:rPr lang="en-GB" sz="2000" dirty="0">
                <a:solidFill>
                  <a:srgbClr val="000000"/>
                </a:solidFill>
                <a:latin typeface="Open Sans" panose="020B0606030504020204" pitchFamily="34" charset="0"/>
              </a:rPr>
              <a:t>On a uniprocessor, multiprogramming does enable the interleaving (insertion/alternation) of multiple threads within multiple processes.</a:t>
            </a:r>
          </a:p>
          <a:p>
            <a:pPr>
              <a:lnSpc>
                <a:spcPct val="120000"/>
              </a:lnSpc>
            </a:pPr>
            <a:r>
              <a:rPr lang="en-GB" sz="2000" b="0" i="0" dirty="0">
                <a:solidFill>
                  <a:srgbClr val="000000"/>
                </a:solidFill>
                <a:effectLst/>
                <a:latin typeface="Open Sans" panose="020B0606030504020204" pitchFamily="34" charset="0"/>
              </a:rPr>
              <a:t>The principal disadvantage of the KLT approach is that the transfer of control from one thread to another within the same process requires a mode switch to the kernel.</a:t>
            </a:r>
          </a:p>
          <a:p>
            <a:pPr>
              <a:lnSpc>
                <a:spcPct val="120000"/>
              </a:lnSpc>
            </a:pPr>
            <a:r>
              <a:rPr lang="en-GB" sz="2000" dirty="0" err="1">
                <a:solidFill>
                  <a:srgbClr val="000000"/>
                </a:solidFill>
                <a:latin typeface="Open Sans" panose="020B0606030504020204" pitchFamily="34" charset="0"/>
              </a:rPr>
              <a:t>Multiprocess</a:t>
            </a:r>
            <a:r>
              <a:rPr lang="en-GB" sz="2000" dirty="0">
                <a:solidFill>
                  <a:srgbClr val="000000"/>
                </a:solidFill>
                <a:latin typeface="Open Sans" panose="020B0606030504020204" pitchFamily="34" charset="0"/>
              </a:rPr>
              <a:t> applications are characterized by the  presence of many single-threaded processes. </a:t>
            </a:r>
          </a:p>
          <a:p>
            <a:pPr>
              <a:lnSpc>
                <a:spcPct val="120000"/>
              </a:lnSpc>
            </a:pPr>
            <a:r>
              <a:rPr lang="en-GB" sz="2000" dirty="0">
                <a:solidFill>
                  <a:srgbClr val="000000"/>
                </a:solidFill>
                <a:latin typeface="Open Sans" panose="020B0606030504020204" pitchFamily="34" charset="0"/>
              </a:rPr>
              <a:t>Any alteration of a resource by one thread affects the environment of the other threads in the same process.</a:t>
            </a:r>
          </a:p>
        </p:txBody>
      </p:sp>
      <p:sp>
        <p:nvSpPr>
          <p:cNvPr id="4" name="Slide Number Placeholder 3"/>
          <p:cNvSpPr>
            <a:spLocks noGrp="1"/>
          </p:cNvSpPr>
          <p:nvPr>
            <p:ph type="sldNum" sz="quarter" idx="12"/>
          </p:nvPr>
        </p:nvSpPr>
        <p:spPr/>
        <p:txBody>
          <a:bodyPr/>
          <a:lstStyle/>
          <a:p>
            <a:pPr>
              <a:defRPr/>
            </a:pPr>
            <a:fld id="{FD77EB8B-B6EB-443D-9CB4-B019CEC8F476}" type="slidenum">
              <a:rPr lang="en-US" smtClean="0"/>
              <a:pPr>
                <a:defRPr/>
              </a:pPr>
              <a:t>34</a:t>
            </a:fld>
            <a:endParaRPr 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pic>
        <p:nvPicPr>
          <p:cNvPr id="6146" name="Picture 2" descr="Say thank you to someone at Companies House - GOV.UK">
            <a:extLst>
              <a:ext uri="{FF2B5EF4-FFF2-40B4-BE49-F238E27FC236}">
                <a16:creationId xmlns:a16="http://schemas.microsoft.com/office/drawing/2014/main" id="{A44A2364-01AB-657C-3E8B-ECC4D80CAC9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635748" y="-1"/>
            <a:ext cx="7701757" cy="8147049"/>
          </a:xfrm>
          <a:prstGeom prst="rect">
            <a:avLst/>
          </a:prstGeom>
          <a:solidFill>
            <a:srgbClr val="FFFFFF"/>
          </a:solidFill>
        </p:spPr>
      </p:pic>
      <p:sp>
        <p:nvSpPr>
          <p:cNvPr id="3" name="Slide Number Placeholder 2" hidden="1">
            <a:extLst>
              <a:ext uri="{FF2B5EF4-FFF2-40B4-BE49-F238E27FC236}">
                <a16:creationId xmlns:a16="http://schemas.microsoft.com/office/drawing/2014/main" id="{2BF9F634-D05A-6B0B-6864-5F1B0B2B9A1B}"/>
              </a:ext>
            </a:extLst>
          </p:cNvPr>
          <p:cNvSpPr>
            <a:spLocks noGrp="1"/>
          </p:cNvSpPr>
          <p:nvPr>
            <p:ph type="sldNum" sz="quarter" idx="12"/>
          </p:nvPr>
        </p:nvSpPr>
        <p:spPr/>
        <p:txBody>
          <a:bodyPr/>
          <a:lstStyle/>
          <a:p>
            <a:pPr>
              <a:spcAft>
                <a:spcPts val="600"/>
              </a:spcAft>
              <a:defRPr/>
            </a:pPr>
            <a:fld id="{6F5D2254-A369-4EE7-927D-AE713623071A}" type="slidenum">
              <a:rPr lang="en-US" smtClean="0"/>
              <a:pPr>
                <a:spcAft>
                  <a:spcPts val="600"/>
                </a:spcAft>
                <a:defRPr/>
              </a:pPr>
              <a:t>35</a:t>
            </a:fld>
            <a:endParaRPr lang="en-US"/>
          </a:p>
        </p:txBody>
      </p:sp>
      <p:sp>
        <p:nvSpPr>
          <p:cNvPr id="6" name="TextBox 5">
            <a:extLst>
              <a:ext uri="{FF2B5EF4-FFF2-40B4-BE49-F238E27FC236}">
                <a16:creationId xmlns:a16="http://schemas.microsoft.com/office/drawing/2014/main" id="{B49CE5EA-3342-72A6-633F-B47F6C341571}"/>
              </a:ext>
            </a:extLst>
          </p:cNvPr>
          <p:cNvSpPr txBox="1"/>
          <p:nvPr/>
        </p:nvSpPr>
        <p:spPr>
          <a:xfrm>
            <a:off x="3586956" y="7842250"/>
            <a:ext cx="3276600" cy="215444"/>
          </a:xfrm>
          <a:prstGeom prst="rect">
            <a:avLst/>
          </a:prstGeom>
          <a:noFill/>
        </p:spPr>
        <p:txBody>
          <a:bodyPr wrap="square">
            <a:spAutoFit/>
          </a:bodyPr>
          <a:lstStyle/>
          <a:p>
            <a:r>
              <a:rPr lang="en-GB" sz="800" dirty="0"/>
              <a:t>https://twitter.com/AskQuestionsPls</a:t>
            </a:r>
          </a:p>
        </p:txBody>
      </p:sp>
      <p:sp>
        <p:nvSpPr>
          <p:cNvPr id="8" name="TextBox 7">
            <a:extLst>
              <a:ext uri="{FF2B5EF4-FFF2-40B4-BE49-F238E27FC236}">
                <a16:creationId xmlns:a16="http://schemas.microsoft.com/office/drawing/2014/main" id="{014FAD4A-DB9D-90CB-CA44-20EFF7F21C94}"/>
              </a:ext>
            </a:extLst>
          </p:cNvPr>
          <p:cNvSpPr txBox="1"/>
          <p:nvPr/>
        </p:nvSpPr>
        <p:spPr>
          <a:xfrm>
            <a:off x="428207" y="298450"/>
            <a:ext cx="6172992" cy="6863417"/>
          </a:xfrm>
          <a:prstGeom prst="rect">
            <a:avLst/>
          </a:prstGeom>
          <a:noFill/>
        </p:spPr>
        <p:txBody>
          <a:bodyPr wrap="square" rtlCol="0">
            <a:spAutoFit/>
          </a:bodyPr>
          <a:lstStyle/>
          <a:p>
            <a:r>
              <a:rPr lang="en-GB" sz="8800" dirty="0">
                <a:latin typeface="Harrington" panose="04040505050A02020702" pitchFamily="82" charset="0"/>
              </a:rPr>
              <a:t>Please, ask Questions While waiting for Dr Paul!</a:t>
            </a:r>
          </a:p>
        </p:txBody>
      </p:sp>
    </p:spTree>
    <p:extLst>
      <p:ext uri="{BB962C8B-B14F-4D97-AF65-F5344CB8AC3E}">
        <p14:creationId xmlns:p14="http://schemas.microsoft.com/office/powerpoint/2010/main" val="1920474731"/>
      </p:ext>
    </p:extLst>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activity xmlns="c850f23c-220d-4bc6-b091-0ced6315ee5f"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229725DC807234AB2EADCF0B03C1FC6" ma:contentTypeVersion="17" ma:contentTypeDescription="Create a new document." ma:contentTypeScope="" ma:versionID="543ff37110b824783ed806c549d52282">
  <xsd:schema xmlns:xsd="http://www.w3.org/2001/XMLSchema" xmlns:xs="http://www.w3.org/2001/XMLSchema" xmlns:p="http://schemas.microsoft.com/office/2006/metadata/properties" xmlns:ns1="http://schemas.microsoft.com/sharepoint/v3" xmlns:ns3="c850f23c-220d-4bc6-b091-0ced6315ee5f" xmlns:ns4="a61831a2-8223-4ed8-95fb-bbb06fcb9acf" targetNamespace="http://schemas.microsoft.com/office/2006/metadata/properties" ma:root="true" ma:fieldsID="cd07d2957340d4a87944de19dbf9dd58" ns1:_="" ns3:_="" ns4:_="">
    <xsd:import namespace="http://schemas.microsoft.com/sharepoint/v3"/>
    <xsd:import namespace="c850f23c-220d-4bc6-b091-0ced6315ee5f"/>
    <xsd:import namespace="a61831a2-8223-4ed8-95fb-bbb06fcb9ac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4:SharedWithUsers" minOccurs="0"/>
                <xsd:element ref="ns4:SharedWithDetails" minOccurs="0"/>
                <xsd:element ref="ns4:SharingHintHash" minOccurs="0"/>
                <xsd:element ref="ns1:_ip_UnifiedCompliancePolicyProperties" minOccurs="0"/>
                <xsd:element ref="ns1:_ip_UnifiedCompliancePolicyUIAc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50f23c-220d-4bc6-b091-0ced6315e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_activity" ma:index="24"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61831a2-8223-4ed8-95fb-bbb06fcb9ac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2C33DE-6FED-4AEE-B5CC-802D7439B435}">
  <ds:schemaRefs>
    <ds:schemaRef ds:uri="http://purl.org/dc/terms/"/>
    <ds:schemaRef ds:uri="http://schemas.microsoft.com/office/infopath/2007/PartnerControls"/>
    <ds:schemaRef ds:uri="http://purl.org/dc/elements/1.1/"/>
    <ds:schemaRef ds:uri="http://www.w3.org/XML/1998/namespace"/>
    <ds:schemaRef ds:uri="http://schemas.microsoft.com/office/2006/documentManagement/types"/>
    <ds:schemaRef ds:uri="http://schemas.microsoft.com/sharepoint/v3"/>
    <ds:schemaRef ds:uri="http://purl.org/dc/dcmitype/"/>
    <ds:schemaRef ds:uri="http://schemas.openxmlformats.org/package/2006/metadata/core-properties"/>
    <ds:schemaRef ds:uri="a61831a2-8223-4ed8-95fb-bbb06fcb9acf"/>
    <ds:schemaRef ds:uri="c850f23c-220d-4bc6-b091-0ced6315ee5f"/>
    <ds:schemaRef ds:uri="http://schemas.microsoft.com/office/2006/metadata/properties"/>
  </ds:schemaRefs>
</ds:datastoreItem>
</file>

<file path=customXml/itemProps2.xml><?xml version="1.0" encoding="utf-8"?>
<ds:datastoreItem xmlns:ds="http://schemas.openxmlformats.org/officeDocument/2006/customXml" ds:itemID="{30A74555-6680-41CD-8960-2A88E12340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850f23c-220d-4bc6-b091-0ced6315ee5f"/>
    <ds:schemaRef ds:uri="a61831a2-8223-4ed8-95fb-bbb06fcb9a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CCCAA56-DCAB-4359-A2CF-4FC0153C84A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6243</Words>
  <Application>Microsoft Office PowerPoint</Application>
  <PresentationFormat>Custom</PresentationFormat>
  <Paragraphs>493</Paragraphs>
  <Slides>35</Slides>
  <Notes>31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35</vt:i4>
      </vt:variant>
    </vt:vector>
  </HeadingPairs>
  <TitlesOfParts>
    <vt:vector size="48" baseType="lpstr">
      <vt:lpstr>arial</vt:lpstr>
      <vt:lpstr>arial</vt:lpstr>
      <vt:lpstr>Calibri</vt:lpstr>
      <vt:lpstr>Calisto MT</vt:lpstr>
      <vt:lpstr>Harrington</vt:lpstr>
      <vt:lpstr>inherit</vt:lpstr>
      <vt:lpstr>Open Sans</vt:lpstr>
      <vt:lpstr>Source Sans Pro</vt:lpstr>
      <vt:lpstr>Times New Roman</vt:lpstr>
      <vt:lpstr>Wingdings</vt:lpstr>
      <vt:lpstr>Custom Design</vt:lpstr>
      <vt:lpstr>Codex</vt:lpstr>
      <vt:lpstr>1_Codex</vt:lpstr>
      <vt:lpstr>Chapter 4  Processes and Threads</vt:lpstr>
      <vt:lpstr>Summary of Earlier Concepts</vt:lpstr>
      <vt:lpstr>Processes and Threads</vt:lpstr>
      <vt:lpstr>Processes and Threads</vt:lpstr>
      <vt:lpstr>Single Threaded Approaches+</vt:lpstr>
      <vt:lpstr>Multithreaded Approaches</vt:lpstr>
      <vt:lpstr>Processes</vt:lpstr>
      <vt:lpstr>One or More Threads in a Process</vt:lpstr>
      <vt:lpstr>PowerPoint Presentation</vt:lpstr>
      <vt:lpstr>Class Activity 1</vt:lpstr>
      <vt:lpstr>Benefits of Threads</vt:lpstr>
      <vt:lpstr>Thread Use in a  Single-User System</vt:lpstr>
      <vt:lpstr>Threads</vt:lpstr>
      <vt:lpstr>Thread Execution States</vt:lpstr>
      <vt:lpstr>Thread Synchronization</vt:lpstr>
      <vt:lpstr>Types of Threads</vt:lpstr>
      <vt:lpstr>User-Level Threads (ULTs)</vt:lpstr>
      <vt:lpstr>  Advantages of ULTs</vt:lpstr>
      <vt:lpstr>Disadvantages of ULTs</vt:lpstr>
      <vt:lpstr>Class Activity 2</vt:lpstr>
      <vt:lpstr>Kernel-Level Threads (KLTs)</vt:lpstr>
      <vt:lpstr>Advantages of KLTs</vt:lpstr>
      <vt:lpstr>Disadvantage of KLTs</vt:lpstr>
      <vt:lpstr>Combined Approaches</vt:lpstr>
      <vt:lpstr>PowerPoint Presentation</vt:lpstr>
      <vt:lpstr>Applications That Benefit</vt:lpstr>
      <vt:lpstr>Windows Processes</vt:lpstr>
      <vt:lpstr>Class Activity 3</vt:lpstr>
      <vt:lpstr>Process and Thread  Objects</vt:lpstr>
      <vt:lpstr>Multithreaded Process</vt:lpstr>
      <vt:lpstr>Interrupts as Threads</vt:lpstr>
      <vt:lpstr>Processes and Threads</vt:lpstr>
      <vt:lpstr>Class Activity 4</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2014-02-03T03:16:36Z</dcterms:created>
  <dcterms:modified xsi:type="dcterms:W3CDTF">2024-01-31T01:56:01Z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0x0101009229725DC807234AB2EADCF0B03C1FC6</vt:lpwstr>
  </property>
</Properties>
</file>